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7" r:id="rId5"/>
    <p:sldId id="291" r:id="rId6"/>
    <p:sldId id="309" r:id="rId7"/>
    <p:sldId id="311" r:id="rId8"/>
    <p:sldId id="314" r:id="rId9"/>
    <p:sldId id="315" r:id="rId10"/>
    <p:sldId id="316" r:id="rId11"/>
    <p:sldId id="305" r:id="rId12"/>
    <p:sldId id="320" r:id="rId13"/>
    <p:sldId id="307" r:id="rId14"/>
    <p:sldId id="317" r:id="rId15"/>
    <p:sldId id="318" r:id="rId16"/>
    <p:sldId id="319" r:id="rId17"/>
    <p:sldId id="321" r:id="rId18"/>
    <p:sldId id="323" r:id="rId19"/>
    <p:sldId id="324" r:id="rId20"/>
    <p:sldId id="322" r:id="rId21"/>
    <p:sldId id="267" r:id="rId22"/>
    <p:sldId id="295" r:id="rId23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1F25"/>
    <a:srgbClr val="614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1663D-B218-47F1-B170-E0EDA95C4079}" v="41" dt="2024-03-27T09:23:32.251"/>
    <p1510:client id="{092BA715-D575-46D0-923F-62AFCEA4D07C}" v="23" dt="2024-03-27T08:46:12.563"/>
    <p1510:client id="{0D678B91-26D2-C8FA-C3FA-CE3A6E1BEE2E}" v="44" dt="2024-03-26T16:55:33.371"/>
    <p1510:client id="{12ABEF57-AFF9-4FD4-A12A-B4C59812ABB4}" v="4" dt="2024-03-27T08:46:39.827"/>
    <p1510:client id="{26237565-91A8-46BA-BBAD-AA3E654AAAA2}" v="173" dt="2024-03-27T08:32:34.979"/>
    <p1510:client id="{58B72D6E-7568-FA4A-88E2-E78B2B7A3340}" v="219" dt="2024-03-27T09:20:59.964"/>
    <p1510:client id="{7A8F71C4-B46C-4BEC-8D63-BA09F84B30BA}" v="325" dt="2024-03-27T07:49:01.538"/>
    <p1510:client id="{A6B068FB-98A0-4EBB-A727-5F0239AB25C4}" v="5" dt="2024-03-27T11:13:39.244"/>
    <p1510:client id="{B9081250-440A-4D1F-9084-4E343AA3B896}" v="6" dt="2024-03-27T09:03:11.088"/>
    <p1510:client id="{D4CF0037-DD40-48F5-827E-AF67037B6969}" v="24" dt="2024-03-27T08:55:20.107"/>
    <p1510:client id="{FA163BA8-DA80-4576-98C5-3D6EE6048162}" v="144" dt="2024-03-27T08:52:17.5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ordino (Student at CentraleSupelec)" userId="S::thomas.bordino@student-cs.fr::059e5d54-57bf-4e3d-9785-61ef755fb47f" providerId="AD" clId="Web-{092BA715-D575-46D0-923F-62AFCEA4D07C}"/>
    <pc:docChg chg="modSld">
      <pc:chgData name="Thomas Bordino (Student at CentraleSupelec)" userId="S::thomas.bordino@student-cs.fr::059e5d54-57bf-4e3d-9785-61ef755fb47f" providerId="AD" clId="Web-{092BA715-D575-46D0-923F-62AFCEA4D07C}" dt="2024-03-27T08:46:12.563" v="22" actId="1076"/>
      <pc:docMkLst>
        <pc:docMk/>
      </pc:docMkLst>
      <pc:sldChg chg="modSp">
        <pc:chgData name="Thomas Bordino (Student at CentraleSupelec)" userId="S::thomas.bordino@student-cs.fr::059e5d54-57bf-4e3d-9785-61ef755fb47f" providerId="AD" clId="Web-{092BA715-D575-46D0-923F-62AFCEA4D07C}" dt="2024-03-27T08:46:12.563" v="22" actId="1076"/>
        <pc:sldMkLst>
          <pc:docMk/>
          <pc:sldMk cId="2200007205" sldId="307"/>
        </pc:sldMkLst>
        <pc:picChg chg="mod">
          <ac:chgData name="Thomas Bordino (Student at CentraleSupelec)" userId="S::thomas.bordino@student-cs.fr::059e5d54-57bf-4e3d-9785-61ef755fb47f" providerId="AD" clId="Web-{092BA715-D575-46D0-923F-62AFCEA4D07C}" dt="2024-03-27T08:46:12.563" v="22" actId="1076"/>
          <ac:picMkLst>
            <pc:docMk/>
            <pc:sldMk cId="2200007205" sldId="307"/>
            <ac:picMk id="4" creationId="{0ED0F801-C403-9364-3D47-36EA3FCBB5B3}"/>
          </ac:picMkLst>
        </pc:picChg>
      </pc:sldChg>
      <pc:sldChg chg="addSp modSp">
        <pc:chgData name="Thomas Bordino (Student at CentraleSupelec)" userId="S::thomas.bordino@student-cs.fr::059e5d54-57bf-4e3d-9785-61ef755fb47f" providerId="AD" clId="Web-{092BA715-D575-46D0-923F-62AFCEA4D07C}" dt="2024-03-27T08:40:25.537" v="21" actId="1076"/>
        <pc:sldMkLst>
          <pc:docMk/>
          <pc:sldMk cId="2963023826" sldId="317"/>
        </pc:sldMkLst>
        <pc:picChg chg="add mod">
          <ac:chgData name="Thomas Bordino (Student at CentraleSupelec)" userId="S::thomas.bordino@student-cs.fr::059e5d54-57bf-4e3d-9785-61ef755fb47f" providerId="AD" clId="Web-{092BA715-D575-46D0-923F-62AFCEA4D07C}" dt="2024-03-27T08:40:25.537" v="21" actId="1076"/>
          <ac:picMkLst>
            <pc:docMk/>
            <pc:sldMk cId="2963023826" sldId="317"/>
            <ac:picMk id="11" creationId="{EEFE31E3-F92A-0BA3-F706-406A04E703A9}"/>
          </ac:picMkLst>
        </pc:picChg>
      </pc:sldChg>
      <pc:sldChg chg="delSp">
        <pc:chgData name="Thomas Bordino (Student at CentraleSupelec)" userId="S::thomas.bordino@student-cs.fr::059e5d54-57bf-4e3d-9785-61ef755fb47f" providerId="AD" clId="Web-{092BA715-D575-46D0-923F-62AFCEA4D07C}" dt="2024-03-27T08:40:21.662" v="19"/>
        <pc:sldMkLst>
          <pc:docMk/>
          <pc:sldMk cId="3092856921" sldId="318"/>
        </pc:sldMkLst>
        <pc:picChg chg="del">
          <ac:chgData name="Thomas Bordino (Student at CentraleSupelec)" userId="S::thomas.bordino@student-cs.fr::059e5d54-57bf-4e3d-9785-61ef755fb47f" providerId="AD" clId="Web-{092BA715-D575-46D0-923F-62AFCEA4D07C}" dt="2024-03-27T08:40:21.662" v="19"/>
          <ac:picMkLst>
            <pc:docMk/>
            <pc:sldMk cId="3092856921" sldId="318"/>
            <ac:picMk id="10" creationId="{785AF11D-FD31-29E2-5F25-53B9B43AC05D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092BA715-D575-46D0-923F-62AFCEA4D07C}" dt="2024-03-27T08:40:09.474" v="18" actId="14100"/>
        <pc:sldMkLst>
          <pc:docMk/>
          <pc:sldMk cId="11263677" sldId="319"/>
        </pc:sldMkLst>
        <pc:picChg chg="add del mod">
          <ac:chgData name="Thomas Bordino (Student at CentraleSupelec)" userId="S::thomas.bordino@student-cs.fr::059e5d54-57bf-4e3d-9785-61ef755fb47f" providerId="AD" clId="Web-{092BA715-D575-46D0-923F-62AFCEA4D07C}" dt="2024-03-27T08:40:03.004" v="16"/>
          <ac:picMkLst>
            <pc:docMk/>
            <pc:sldMk cId="11263677" sldId="319"/>
            <ac:picMk id="5" creationId="{7B4630CF-4717-FA90-6EB2-141EEDB322B6}"/>
          </ac:picMkLst>
        </pc:picChg>
        <pc:picChg chg="mod">
          <ac:chgData name="Thomas Bordino (Student at CentraleSupelec)" userId="S::thomas.bordino@student-cs.fr::059e5d54-57bf-4e3d-9785-61ef755fb47f" providerId="AD" clId="Web-{092BA715-D575-46D0-923F-62AFCEA4D07C}" dt="2024-03-27T08:40:09.474" v="18" actId="14100"/>
          <ac:picMkLst>
            <pc:docMk/>
            <pc:sldMk cId="11263677" sldId="319"/>
            <ac:picMk id="6" creationId="{8AA432D1-8493-2CD1-B639-F8B16528183D}"/>
          </ac:picMkLst>
        </pc:picChg>
        <pc:picChg chg="add del mod">
          <ac:chgData name="Thomas Bordino (Student at CentraleSupelec)" userId="S::thomas.bordino@student-cs.fr::059e5d54-57bf-4e3d-9785-61ef755fb47f" providerId="AD" clId="Web-{092BA715-D575-46D0-923F-62AFCEA4D07C}" dt="2024-03-27T08:40:03.004" v="15"/>
          <ac:picMkLst>
            <pc:docMk/>
            <pc:sldMk cId="11263677" sldId="319"/>
            <ac:picMk id="9" creationId="{9BE88B19-B6A3-6265-2724-77AFBE56912D}"/>
          </ac:picMkLst>
        </pc:picChg>
        <pc:picChg chg="add del mod">
          <ac:chgData name="Thomas Bordino (Student at CentraleSupelec)" userId="S::thomas.bordino@student-cs.fr::059e5d54-57bf-4e3d-9785-61ef755fb47f" providerId="AD" clId="Web-{092BA715-D575-46D0-923F-62AFCEA4D07C}" dt="2024-03-27T08:40:03.004" v="14"/>
          <ac:picMkLst>
            <pc:docMk/>
            <pc:sldMk cId="11263677" sldId="319"/>
            <ac:picMk id="12" creationId="{D42A9BF8-BCCC-C7EC-4715-A11FDC46ECA1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B9081250-440A-4D1F-9084-4E343AA3B896}"/>
    <pc:docChg chg="modSld">
      <pc:chgData name="Thomas Bordino (Student at CentraleSupelec)" userId="S::thomas.bordino@student-cs.fr::059e5d54-57bf-4e3d-9785-61ef755fb47f" providerId="AD" clId="Web-{B9081250-440A-4D1F-9084-4E343AA3B896}" dt="2024-03-27T09:03:11.073" v="2" actId="20577"/>
      <pc:docMkLst>
        <pc:docMk/>
      </pc:docMkLst>
      <pc:sldChg chg="modSp">
        <pc:chgData name="Thomas Bordino (Student at CentraleSupelec)" userId="S::thomas.bordino@student-cs.fr::059e5d54-57bf-4e3d-9785-61ef755fb47f" providerId="AD" clId="Web-{B9081250-440A-4D1F-9084-4E343AA3B896}" dt="2024-03-27T09:03:11.073" v="2" actId="20577"/>
        <pc:sldMkLst>
          <pc:docMk/>
          <pc:sldMk cId="2836746013" sldId="323"/>
        </pc:sldMkLst>
        <pc:spChg chg="mod">
          <ac:chgData name="Thomas Bordino (Student at CentraleSupelec)" userId="S::thomas.bordino@student-cs.fr::059e5d54-57bf-4e3d-9785-61ef755fb47f" providerId="AD" clId="Web-{B9081250-440A-4D1F-9084-4E343AA3B896}" dt="2024-03-27T09:03:11.073" v="2" actId="20577"/>
          <ac:spMkLst>
            <pc:docMk/>
            <pc:sldMk cId="2836746013" sldId="323"/>
            <ac:spMk id="7" creationId="{288B07F2-4C63-C86B-A6FE-2EFF934E8946}"/>
          </ac:spMkLst>
        </pc:spChg>
      </pc:sldChg>
    </pc:docChg>
  </pc:docChgLst>
  <pc:docChgLst>
    <pc:chgData name="Bilal Zinaï (Student at CentraleSupelec)" userId="31cc89bd-35dc-477c-9e24-77538b628124" providerId="ADAL" clId="{08B1663D-B218-47F1-B170-E0EDA95C4079}"/>
    <pc:docChg chg="undo custSel addSld modSld sldOrd">
      <pc:chgData name="Bilal Zinaï (Student at CentraleSupelec)" userId="31cc89bd-35dc-477c-9e24-77538b628124" providerId="ADAL" clId="{08B1663D-B218-47F1-B170-E0EDA95C4079}" dt="2024-03-27T09:23:32.251" v="479" actId="20577"/>
      <pc:docMkLst>
        <pc:docMk/>
      </pc:docMkLst>
      <pc:sldChg chg="modSp mod">
        <pc:chgData name="Bilal Zinaï (Student at CentraleSupelec)" userId="31cc89bd-35dc-477c-9e24-77538b628124" providerId="ADAL" clId="{08B1663D-B218-47F1-B170-E0EDA95C4079}" dt="2024-03-27T09:21:57.311" v="455" actId="20577"/>
        <pc:sldMkLst>
          <pc:docMk/>
          <pc:sldMk cId="3827946629" sldId="257"/>
        </pc:sldMkLst>
        <pc:spChg chg="mod">
          <ac:chgData name="Bilal Zinaï (Student at CentraleSupelec)" userId="31cc89bd-35dc-477c-9e24-77538b628124" providerId="ADAL" clId="{08B1663D-B218-47F1-B170-E0EDA95C4079}" dt="2024-03-27T09:21:57.311" v="455" actId="20577"/>
          <ac:spMkLst>
            <pc:docMk/>
            <pc:sldMk cId="3827946629" sldId="257"/>
            <ac:spMk id="6" creationId="{00000000-0000-0000-0000-000000000000}"/>
          </ac:spMkLst>
        </pc:spChg>
        <pc:spChg chg="mod">
          <ac:chgData name="Bilal Zinaï (Student at CentraleSupelec)" userId="31cc89bd-35dc-477c-9e24-77538b628124" providerId="ADAL" clId="{08B1663D-B218-47F1-B170-E0EDA95C4079}" dt="2024-03-22T13:12:44.405" v="368" actId="20577"/>
          <ac:spMkLst>
            <pc:docMk/>
            <pc:sldMk cId="3827946629" sldId="257"/>
            <ac:spMk id="7" creationId="{00000000-0000-0000-0000-000000000000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32.251" v="479" actId="20577"/>
        <pc:sldMkLst>
          <pc:docMk/>
          <pc:sldMk cId="0" sldId="267"/>
        </pc:sldMkLst>
        <pc:spChg chg="mod">
          <ac:chgData name="Bilal Zinaï (Student at CentraleSupelec)" userId="31cc89bd-35dc-477c-9e24-77538b628124" providerId="ADAL" clId="{08B1663D-B218-47F1-B170-E0EDA95C4079}" dt="2024-03-27T09:23:32.251" v="479" actId="20577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2:06.052" v="456"/>
        <pc:sldMkLst>
          <pc:docMk/>
          <pc:sldMk cId="709355255" sldId="291"/>
        </pc:sldMkLst>
        <pc:spChg chg="mod">
          <ac:chgData name="Bilal Zinaï (Student at CentraleSupelec)" userId="31cc89bd-35dc-477c-9e24-77538b628124" providerId="ADAL" clId="{08B1663D-B218-47F1-B170-E0EDA95C4079}" dt="2024-03-27T09:22:06.052" v="456"/>
          <ac:spMkLst>
            <pc:docMk/>
            <pc:sldMk cId="709355255" sldId="291"/>
            <ac:spMk id="5" creationId="{00000000-0000-0000-0000-000000000000}"/>
          </ac:spMkLst>
        </pc:spChg>
        <pc:spChg chg="mod">
          <ac:chgData name="Bilal Zinaï (Student at CentraleSupelec)" userId="31cc89bd-35dc-477c-9e24-77538b628124" providerId="ADAL" clId="{08B1663D-B218-47F1-B170-E0EDA95C4079}" dt="2024-03-22T11:38:50.536" v="88" actId="20577"/>
          <ac:spMkLst>
            <pc:docMk/>
            <pc:sldMk cId="709355255" sldId="291"/>
            <ac:spMk id="3073" creationId="{00000000-0000-0000-0000-000000000000}"/>
          </ac:spMkLst>
        </pc:spChg>
      </pc:sldChg>
      <pc:sldChg chg="addSp delSp modSp mod">
        <pc:chgData name="Bilal Zinaï (Student at CentraleSupelec)" userId="31cc89bd-35dc-477c-9e24-77538b628124" providerId="ADAL" clId="{08B1663D-B218-47F1-B170-E0EDA95C4079}" dt="2024-03-22T12:57:29.767" v="333" actId="14100"/>
        <pc:sldMkLst>
          <pc:docMk/>
          <pc:sldMk cId="3644075111" sldId="302"/>
        </pc:sldMkLst>
        <pc:spChg chg="del">
          <ac:chgData name="Bilal Zinaï (Student at CentraleSupelec)" userId="31cc89bd-35dc-477c-9e24-77538b628124" providerId="ADAL" clId="{08B1663D-B218-47F1-B170-E0EDA95C4079}" dt="2024-03-22T11:23:04.226" v="12" actId="478"/>
          <ac:spMkLst>
            <pc:docMk/>
            <pc:sldMk cId="3644075111" sldId="302"/>
            <ac:spMk id="4" creationId="{AC1CA36B-A0E0-9EAB-FA68-07ADC3CBABCD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04.226" v="12" actId="478"/>
          <ac:spMkLst>
            <pc:docMk/>
            <pc:sldMk cId="3644075111" sldId="302"/>
            <ac:spMk id="5" creationId="{7EB532A0-BE93-DF02-E41C-CC78434AB2E5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04.226" v="12" actId="478"/>
          <ac:spMkLst>
            <pc:docMk/>
            <pc:sldMk cId="3644075111" sldId="302"/>
            <ac:spMk id="6" creationId="{6BB42A9A-64DF-3787-5AAC-F2644E5BEF5B}"/>
          </ac:spMkLst>
        </pc:spChg>
        <pc:spChg chg="mod">
          <ac:chgData name="Bilal Zinaï (Student at CentraleSupelec)" userId="31cc89bd-35dc-477c-9e24-77538b628124" providerId="ADAL" clId="{08B1663D-B218-47F1-B170-E0EDA95C4079}" dt="2024-03-22T12:57:29.767" v="333" actId="14100"/>
          <ac:spMkLst>
            <pc:docMk/>
            <pc:sldMk cId="3644075111" sldId="302"/>
            <ac:spMk id="7" creationId="{288B07F2-4C63-C86B-A6FE-2EFF934E8946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04.226" v="12" actId="478"/>
          <ac:spMkLst>
            <pc:docMk/>
            <pc:sldMk cId="3644075111" sldId="302"/>
            <ac:spMk id="8" creationId="{2B907F35-4FCB-0082-A3A4-39E3F994EFD9}"/>
          </ac:spMkLst>
        </pc:spChg>
        <pc:spChg chg="del mod">
          <ac:chgData name="Bilal Zinaï (Student at CentraleSupelec)" userId="31cc89bd-35dc-477c-9e24-77538b628124" providerId="ADAL" clId="{08B1663D-B218-47F1-B170-E0EDA95C4079}" dt="2024-03-22T11:30:56.712" v="52" actId="478"/>
          <ac:spMkLst>
            <pc:docMk/>
            <pc:sldMk cId="3644075111" sldId="302"/>
            <ac:spMk id="9" creationId="{49DA495F-B0BD-1ABF-7D02-55921EB8A0BD}"/>
          </ac:spMkLst>
        </pc:spChg>
        <pc:picChg chg="add mod">
          <ac:chgData name="Bilal Zinaï (Student at CentraleSupelec)" userId="31cc89bd-35dc-477c-9e24-77538b628124" providerId="ADAL" clId="{08B1663D-B218-47F1-B170-E0EDA95C4079}" dt="2024-03-22T12:16:30.197" v="177" actId="1035"/>
          <ac:picMkLst>
            <pc:docMk/>
            <pc:sldMk cId="3644075111" sldId="302"/>
            <ac:picMk id="11" creationId="{1984993C-73DC-1E74-C596-A798255787EE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16:30.197" v="177" actId="1035"/>
          <ac:picMkLst>
            <pc:docMk/>
            <pc:sldMk cId="3644075111" sldId="302"/>
            <ac:picMk id="13" creationId="{D972AC0C-4EA3-E739-16B5-C567BF0A707D}"/>
          </ac:picMkLst>
        </pc:picChg>
      </pc:sldChg>
      <pc:sldChg chg="addSp delSp modSp mod">
        <pc:chgData name="Bilal Zinaï (Student at CentraleSupelec)" userId="31cc89bd-35dc-477c-9e24-77538b628124" providerId="ADAL" clId="{08B1663D-B218-47F1-B170-E0EDA95C4079}" dt="2024-03-27T09:22:38.485" v="464"/>
        <pc:sldMkLst>
          <pc:docMk/>
          <pc:sldMk cId="2687400349" sldId="305"/>
        </pc:sldMkLst>
        <pc:spChg chg="mod">
          <ac:chgData name="Bilal Zinaï (Student at CentraleSupelec)" userId="31cc89bd-35dc-477c-9e24-77538b628124" providerId="ADAL" clId="{08B1663D-B218-47F1-B170-E0EDA95C4079}" dt="2024-03-27T09:22:38.485" v="464"/>
          <ac:spMkLst>
            <pc:docMk/>
            <pc:sldMk cId="2687400349" sldId="305"/>
            <ac:spMk id="3" creationId="{4E0CFA69-9C6B-8337-2E2C-82562496FAD3}"/>
          </ac:spMkLst>
        </pc:spChg>
        <pc:spChg chg="del mod">
          <ac:chgData name="Bilal Zinaï (Student at CentraleSupelec)" userId="31cc89bd-35dc-477c-9e24-77538b628124" providerId="ADAL" clId="{08B1663D-B218-47F1-B170-E0EDA95C4079}" dt="2024-03-22T11:21:06.233" v="7"/>
          <ac:spMkLst>
            <pc:docMk/>
            <pc:sldMk cId="2687400349" sldId="305"/>
            <ac:spMk id="4" creationId="{AC1CA36B-A0E0-9EAB-FA68-07ADC3CBABCD}"/>
          </ac:spMkLst>
        </pc:spChg>
        <pc:spChg chg="del">
          <ac:chgData name="Bilal Zinaï (Student at CentraleSupelec)" userId="31cc89bd-35dc-477c-9e24-77538b628124" providerId="ADAL" clId="{08B1663D-B218-47F1-B170-E0EDA95C4079}" dt="2024-03-22T11:21:11" v="10" actId="478"/>
          <ac:spMkLst>
            <pc:docMk/>
            <pc:sldMk cId="2687400349" sldId="305"/>
            <ac:spMk id="5" creationId="{7EB532A0-BE93-DF02-E41C-CC78434AB2E5}"/>
          </ac:spMkLst>
        </pc:spChg>
        <pc:spChg chg="del mod">
          <ac:chgData name="Bilal Zinaï (Student at CentraleSupelec)" userId="31cc89bd-35dc-477c-9e24-77538b628124" providerId="ADAL" clId="{08B1663D-B218-47F1-B170-E0EDA95C4079}" dt="2024-03-22T11:21:06.233" v="9"/>
          <ac:spMkLst>
            <pc:docMk/>
            <pc:sldMk cId="2687400349" sldId="305"/>
            <ac:spMk id="6" creationId="{6BB42A9A-64DF-3787-5AAC-F2644E5BEF5B}"/>
          </ac:spMkLst>
        </pc:spChg>
        <pc:spChg chg="mod">
          <ac:chgData name="Bilal Zinaï (Student at CentraleSupelec)" userId="31cc89bd-35dc-477c-9e24-77538b628124" providerId="ADAL" clId="{08B1663D-B218-47F1-B170-E0EDA95C4079}" dt="2024-03-22T11:28:50.726" v="40" actId="14100"/>
          <ac:spMkLst>
            <pc:docMk/>
            <pc:sldMk cId="2687400349" sldId="305"/>
            <ac:spMk id="7" creationId="{288B07F2-4C63-C86B-A6FE-2EFF934E8946}"/>
          </ac:spMkLst>
        </pc:spChg>
        <pc:spChg chg="del">
          <ac:chgData name="Bilal Zinaï (Student at CentraleSupelec)" userId="31cc89bd-35dc-477c-9e24-77538b628124" providerId="ADAL" clId="{08B1663D-B218-47F1-B170-E0EDA95C4079}" dt="2024-03-22T11:21:11" v="10" actId="478"/>
          <ac:spMkLst>
            <pc:docMk/>
            <pc:sldMk cId="2687400349" sldId="305"/>
            <ac:spMk id="8" creationId="{2B907F35-4FCB-0082-A3A4-39E3F994EFD9}"/>
          </ac:spMkLst>
        </pc:spChg>
        <pc:spChg chg="del mod">
          <ac:chgData name="Bilal Zinaï (Student at CentraleSupelec)" userId="31cc89bd-35dc-477c-9e24-77538b628124" providerId="ADAL" clId="{08B1663D-B218-47F1-B170-E0EDA95C4079}" dt="2024-03-22T11:27:47.229" v="21" actId="478"/>
          <ac:spMkLst>
            <pc:docMk/>
            <pc:sldMk cId="2687400349" sldId="305"/>
            <ac:spMk id="9" creationId="{49DA495F-B0BD-1ABF-7D02-55921EB8A0BD}"/>
          </ac:spMkLst>
        </pc:spChg>
        <pc:picChg chg="add mod">
          <ac:chgData name="Bilal Zinaï (Student at CentraleSupelec)" userId="31cc89bd-35dc-477c-9e24-77538b628124" providerId="ADAL" clId="{08B1663D-B218-47F1-B170-E0EDA95C4079}" dt="2024-03-22T12:57:40.498" v="334" actId="1076"/>
          <ac:picMkLst>
            <pc:docMk/>
            <pc:sldMk cId="2687400349" sldId="305"/>
            <ac:picMk id="11" creationId="{C1CD179B-E5E2-17F5-75DB-91AA1D950EAD}"/>
          </ac:picMkLst>
        </pc:picChg>
        <pc:picChg chg="add del mod">
          <ac:chgData name="Bilal Zinaï (Student at CentraleSupelec)" userId="31cc89bd-35dc-477c-9e24-77538b628124" providerId="ADAL" clId="{08B1663D-B218-47F1-B170-E0EDA95C4079}" dt="2024-03-22T11:30:26.479" v="43" actId="478"/>
          <ac:picMkLst>
            <pc:docMk/>
            <pc:sldMk cId="2687400349" sldId="305"/>
            <ac:picMk id="13" creationId="{80BD3608-8CA1-4BF3-F05A-CAF7F28C4B3F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57:40.498" v="334" actId="1076"/>
          <ac:picMkLst>
            <pc:docMk/>
            <pc:sldMk cId="2687400349" sldId="305"/>
            <ac:picMk id="15" creationId="{0DFD2C0E-7C01-FF4D-362C-4FCB088ABF28}"/>
          </ac:picMkLst>
        </pc:picChg>
      </pc:sldChg>
      <pc:sldChg chg="addSp delSp modSp mod">
        <pc:chgData name="Bilal Zinaï (Student at CentraleSupelec)" userId="31cc89bd-35dc-477c-9e24-77538b628124" providerId="ADAL" clId="{08B1663D-B218-47F1-B170-E0EDA95C4079}" dt="2024-03-22T12:58:02.049" v="339"/>
        <pc:sldMkLst>
          <pc:docMk/>
          <pc:sldMk cId="3198216006" sldId="306"/>
        </pc:sldMkLst>
        <pc:spChg chg="del">
          <ac:chgData name="Bilal Zinaï (Student at CentraleSupelec)" userId="31cc89bd-35dc-477c-9e24-77538b628124" providerId="ADAL" clId="{08B1663D-B218-47F1-B170-E0EDA95C4079}" dt="2024-03-22T11:23:48.084" v="16" actId="478"/>
          <ac:spMkLst>
            <pc:docMk/>
            <pc:sldMk cId="3198216006" sldId="306"/>
            <ac:spMk id="4" creationId="{AC1CA36B-A0E0-9EAB-FA68-07ADC3CBABCD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50.378" v="17" actId="478"/>
          <ac:spMkLst>
            <pc:docMk/>
            <pc:sldMk cId="3198216006" sldId="306"/>
            <ac:spMk id="5" creationId="{7EB532A0-BE93-DF02-E41C-CC78434AB2E5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48.084" v="16" actId="478"/>
          <ac:spMkLst>
            <pc:docMk/>
            <pc:sldMk cId="3198216006" sldId="306"/>
            <ac:spMk id="6" creationId="{6BB42A9A-64DF-3787-5AAC-F2644E5BEF5B}"/>
          </ac:spMkLst>
        </pc:spChg>
        <pc:spChg chg="del">
          <ac:chgData name="Bilal Zinaï (Student at CentraleSupelec)" userId="31cc89bd-35dc-477c-9e24-77538b628124" providerId="ADAL" clId="{08B1663D-B218-47F1-B170-E0EDA95C4079}" dt="2024-03-22T12:58:01.278" v="338" actId="478"/>
          <ac:spMkLst>
            <pc:docMk/>
            <pc:sldMk cId="3198216006" sldId="306"/>
            <ac:spMk id="7" creationId="{288B07F2-4C63-C86B-A6FE-2EFF934E8946}"/>
          </ac:spMkLst>
        </pc:spChg>
        <pc:spChg chg="del">
          <ac:chgData name="Bilal Zinaï (Student at CentraleSupelec)" userId="31cc89bd-35dc-477c-9e24-77538b628124" providerId="ADAL" clId="{08B1663D-B218-47F1-B170-E0EDA95C4079}" dt="2024-03-22T11:23:48.084" v="16" actId="478"/>
          <ac:spMkLst>
            <pc:docMk/>
            <pc:sldMk cId="3198216006" sldId="306"/>
            <ac:spMk id="8" creationId="{2B907F35-4FCB-0082-A3A4-39E3F994EFD9}"/>
          </ac:spMkLst>
        </pc:spChg>
        <pc:spChg chg="del">
          <ac:chgData name="Bilal Zinaï (Student at CentraleSupelec)" userId="31cc89bd-35dc-477c-9e24-77538b628124" providerId="ADAL" clId="{08B1663D-B218-47F1-B170-E0EDA95C4079}" dt="2024-03-22T11:30:43.055" v="47" actId="478"/>
          <ac:spMkLst>
            <pc:docMk/>
            <pc:sldMk cId="3198216006" sldId="306"/>
            <ac:spMk id="9" creationId="{49DA495F-B0BD-1ABF-7D02-55921EB8A0BD}"/>
          </ac:spMkLst>
        </pc:spChg>
        <pc:spChg chg="add del mod">
          <ac:chgData name="Bilal Zinaï (Student at CentraleSupelec)" userId="31cc89bd-35dc-477c-9e24-77538b628124" providerId="ADAL" clId="{08B1663D-B218-47F1-B170-E0EDA95C4079}" dt="2024-03-22T12:57:59.265" v="337" actId="478"/>
          <ac:spMkLst>
            <pc:docMk/>
            <pc:sldMk cId="3198216006" sldId="306"/>
            <ac:spMk id="14" creationId="{F22F7FE6-C116-73DC-2811-90ED60DD1EF6}"/>
          </ac:spMkLst>
        </pc:spChg>
        <pc:spChg chg="add mod">
          <ac:chgData name="Bilal Zinaï (Student at CentraleSupelec)" userId="31cc89bd-35dc-477c-9e24-77538b628124" providerId="ADAL" clId="{08B1663D-B218-47F1-B170-E0EDA95C4079}" dt="2024-03-22T12:58:02.049" v="339"/>
          <ac:spMkLst>
            <pc:docMk/>
            <pc:sldMk cId="3198216006" sldId="306"/>
            <ac:spMk id="15" creationId="{67D048F3-A2D4-0089-E34C-9EFCEFF30772}"/>
          </ac:spMkLst>
        </pc:spChg>
        <pc:picChg chg="add mod">
          <ac:chgData name="Bilal Zinaï (Student at CentraleSupelec)" userId="31cc89bd-35dc-477c-9e24-77538b628124" providerId="ADAL" clId="{08B1663D-B218-47F1-B170-E0EDA95C4079}" dt="2024-03-22T11:24:13.966" v="20" actId="1076"/>
          <ac:picMkLst>
            <pc:docMk/>
            <pc:sldMk cId="3198216006" sldId="306"/>
            <ac:picMk id="11" creationId="{2C99B6B0-1CB9-2FCD-6FF4-DAA577250325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1:30:51.737" v="50" actId="1076"/>
          <ac:picMkLst>
            <pc:docMk/>
            <pc:sldMk cId="3198216006" sldId="306"/>
            <ac:picMk id="13" creationId="{03C2E142-23F8-9558-276B-04C6E5545609}"/>
          </ac:picMkLst>
        </pc:picChg>
      </pc:sldChg>
      <pc:sldChg chg="addSp delSp modSp add mod">
        <pc:chgData name="Bilal Zinaï (Student at CentraleSupelec)" userId="31cc89bd-35dc-477c-9e24-77538b628124" providerId="ADAL" clId="{08B1663D-B218-47F1-B170-E0EDA95C4079}" dt="2024-03-27T09:22:50.083" v="467" actId="20577"/>
        <pc:sldMkLst>
          <pc:docMk/>
          <pc:sldMk cId="2200007205" sldId="307"/>
        </pc:sldMkLst>
        <pc:spChg chg="mod">
          <ac:chgData name="Bilal Zinaï (Student at CentraleSupelec)" userId="31cc89bd-35dc-477c-9e24-77538b628124" providerId="ADAL" clId="{08B1663D-B218-47F1-B170-E0EDA95C4079}" dt="2024-03-27T09:22:50.083" v="467" actId="20577"/>
          <ac:spMkLst>
            <pc:docMk/>
            <pc:sldMk cId="2200007205" sldId="307"/>
            <ac:spMk id="3" creationId="{4E0CFA69-9C6B-8337-2E2C-82562496FAD3}"/>
          </ac:spMkLst>
        </pc:spChg>
        <pc:spChg chg="mod">
          <ac:chgData name="Bilal Zinaï (Student at CentraleSupelec)" userId="31cc89bd-35dc-477c-9e24-77538b628124" providerId="ADAL" clId="{08B1663D-B218-47F1-B170-E0EDA95C4079}" dt="2024-03-22T11:43:51.949" v="155" actId="1076"/>
          <ac:spMkLst>
            <pc:docMk/>
            <pc:sldMk cId="2200007205" sldId="307"/>
            <ac:spMk id="7" creationId="{288B07F2-4C63-C86B-A6FE-2EFF934E8946}"/>
          </ac:spMkLst>
        </pc:spChg>
        <pc:spChg chg="add mod">
          <ac:chgData name="Bilal Zinaï (Student at CentraleSupelec)" userId="31cc89bd-35dc-477c-9e24-77538b628124" providerId="ADAL" clId="{08B1663D-B218-47F1-B170-E0EDA95C4079}" dt="2024-03-22T12:17:16.046" v="236" actId="1076"/>
          <ac:spMkLst>
            <pc:docMk/>
            <pc:sldMk cId="2200007205" sldId="307"/>
            <ac:spMk id="9" creationId="{D7DE3A53-B132-DC3D-DC40-04F69FBCBA99}"/>
          </ac:spMkLst>
        </pc:spChg>
        <pc:spChg chg="add mod">
          <ac:chgData name="Bilal Zinaï (Student at CentraleSupelec)" userId="31cc89bd-35dc-477c-9e24-77538b628124" providerId="ADAL" clId="{08B1663D-B218-47F1-B170-E0EDA95C4079}" dt="2024-03-22T13:14:03.245" v="424" actId="1076"/>
          <ac:spMkLst>
            <pc:docMk/>
            <pc:sldMk cId="2200007205" sldId="307"/>
            <ac:spMk id="10" creationId="{0F27F282-7C8D-6240-5F8E-8FCE2404E85C}"/>
          </ac:spMkLst>
        </pc:spChg>
        <pc:grpChg chg="add mod">
          <ac:chgData name="Bilal Zinaï (Student at CentraleSupelec)" userId="31cc89bd-35dc-477c-9e24-77538b628124" providerId="ADAL" clId="{08B1663D-B218-47F1-B170-E0EDA95C4079}" dt="2024-03-22T11:46:08.563" v="163" actId="1076"/>
          <ac:grpSpMkLst>
            <pc:docMk/>
            <pc:sldMk cId="2200007205" sldId="307"/>
            <ac:grpSpMk id="8" creationId="{CE6562B1-6363-BA9D-A031-93753AADDDD0}"/>
          </ac:grpSpMkLst>
        </pc:grpChg>
        <pc:picChg chg="add mod">
          <ac:chgData name="Bilal Zinaï (Student at CentraleSupelec)" userId="31cc89bd-35dc-477c-9e24-77538b628124" providerId="ADAL" clId="{08B1663D-B218-47F1-B170-E0EDA95C4079}" dt="2024-03-22T11:46:00.807" v="160" actId="164"/>
          <ac:picMkLst>
            <pc:docMk/>
            <pc:sldMk cId="2200007205" sldId="307"/>
            <ac:picMk id="5" creationId="{3FB0DD97-812A-4453-A075-C22F2F4B4C55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1:46:00.807" v="160" actId="164"/>
          <ac:picMkLst>
            <pc:docMk/>
            <pc:sldMk cId="2200007205" sldId="307"/>
            <ac:picMk id="6" creationId="{4A4BAE98-1B47-96FC-48FA-8CD8F79B559C}"/>
          </ac:picMkLst>
        </pc:picChg>
        <pc:picChg chg="del">
          <ac:chgData name="Bilal Zinaï (Student at CentraleSupelec)" userId="31cc89bd-35dc-477c-9e24-77538b628124" providerId="ADAL" clId="{08B1663D-B218-47F1-B170-E0EDA95C4079}" dt="2024-03-22T11:42:22.275" v="90" actId="478"/>
          <ac:picMkLst>
            <pc:docMk/>
            <pc:sldMk cId="2200007205" sldId="307"/>
            <ac:picMk id="11" creationId="{C1CD179B-E5E2-17F5-75DB-91AA1D950EAD}"/>
          </ac:picMkLst>
        </pc:picChg>
        <pc:picChg chg="del">
          <ac:chgData name="Bilal Zinaï (Student at CentraleSupelec)" userId="31cc89bd-35dc-477c-9e24-77538b628124" providerId="ADAL" clId="{08B1663D-B218-47F1-B170-E0EDA95C4079}" dt="2024-03-22T11:42:23.185" v="91" actId="478"/>
          <ac:picMkLst>
            <pc:docMk/>
            <pc:sldMk cId="2200007205" sldId="307"/>
            <ac:picMk id="15" creationId="{0DFD2C0E-7C01-FF4D-362C-4FCB088ABF28}"/>
          </ac:picMkLst>
        </pc:picChg>
      </pc:sldChg>
      <pc:sldChg chg="addSp delSp modSp add mod">
        <pc:chgData name="Bilal Zinaï (Student at CentraleSupelec)" userId="31cc89bd-35dc-477c-9e24-77538b628124" providerId="ADAL" clId="{08B1663D-B218-47F1-B170-E0EDA95C4079}" dt="2024-03-22T13:14:23.902" v="433" actId="20577"/>
        <pc:sldMkLst>
          <pc:docMk/>
          <pc:sldMk cId="2911293161" sldId="308"/>
        </pc:sldMkLst>
        <pc:spChg chg="del">
          <ac:chgData name="Bilal Zinaï (Student at CentraleSupelec)" userId="31cc89bd-35dc-477c-9e24-77538b628124" providerId="ADAL" clId="{08B1663D-B218-47F1-B170-E0EDA95C4079}" dt="2024-03-22T12:53:37.561" v="297" actId="478"/>
          <ac:spMkLst>
            <pc:docMk/>
            <pc:sldMk cId="2911293161" sldId="308"/>
            <ac:spMk id="9" creationId="{D7DE3A53-B132-DC3D-DC40-04F69FBCBA99}"/>
          </ac:spMkLst>
        </pc:spChg>
        <pc:spChg chg="add mod">
          <ac:chgData name="Bilal Zinaï (Student at CentraleSupelec)" userId="31cc89bd-35dc-477c-9e24-77538b628124" providerId="ADAL" clId="{08B1663D-B218-47F1-B170-E0EDA95C4079}" dt="2024-03-22T13:14:23.902" v="433" actId="20577"/>
          <ac:spMkLst>
            <pc:docMk/>
            <pc:sldMk cId="2911293161" sldId="308"/>
            <ac:spMk id="14" creationId="{8086E5DE-1E55-8D8B-EDF4-41BEF36B7FEE}"/>
          </ac:spMkLst>
        </pc:spChg>
        <pc:grpChg chg="del mod">
          <ac:chgData name="Bilal Zinaï (Student at CentraleSupelec)" userId="31cc89bd-35dc-477c-9e24-77538b628124" providerId="ADAL" clId="{08B1663D-B218-47F1-B170-E0EDA95C4079}" dt="2024-03-22T12:24:43.815" v="241" actId="478"/>
          <ac:grpSpMkLst>
            <pc:docMk/>
            <pc:sldMk cId="2911293161" sldId="308"/>
            <ac:grpSpMk id="8" creationId="{CE6562B1-6363-BA9D-A031-93753AADDDD0}"/>
          </ac:grpSpMkLst>
        </pc:grpChg>
        <pc:grpChg chg="add mod">
          <ac:chgData name="Bilal Zinaï (Student at CentraleSupelec)" userId="31cc89bd-35dc-477c-9e24-77538b628124" providerId="ADAL" clId="{08B1663D-B218-47F1-B170-E0EDA95C4079}" dt="2024-03-22T12:25:19.200" v="249" actId="1076"/>
          <ac:grpSpMkLst>
            <pc:docMk/>
            <pc:sldMk cId="2911293161" sldId="308"/>
            <ac:grpSpMk id="13" creationId="{DB1CEECE-89D9-6C89-5B40-819FC33A300E}"/>
          </ac:grpSpMkLst>
        </pc:grpChg>
        <pc:picChg chg="add mod">
          <ac:chgData name="Bilal Zinaï (Student at CentraleSupelec)" userId="31cc89bd-35dc-477c-9e24-77538b628124" providerId="ADAL" clId="{08B1663D-B218-47F1-B170-E0EDA95C4079}" dt="2024-03-22T12:25:13.771" v="247" actId="164"/>
          <ac:picMkLst>
            <pc:docMk/>
            <pc:sldMk cId="2911293161" sldId="308"/>
            <ac:picMk id="10" creationId="{BBB0627F-2C3E-C2D7-F3D5-EC5623C5963F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25:13.771" v="247" actId="164"/>
          <ac:picMkLst>
            <pc:docMk/>
            <pc:sldMk cId="2911293161" sldId="308"/>
            <ac:picMk id="12" creationId="{4D2B02C9-FFF0-FB77-A080-BB9CF32B38D3}"/>
          </ac:picMkLst>
        </pc:picChg>
      </pc:sldChg>
      <pc:sldChg chg="addSp delSp modSp add mod ord">
        <pc:chgData name="Bilal Zinaï (Student at CentraleSupelec)" userId="31cc89bd-35dc-477c-9e24-77538b628124" providerId="ADAL" clId="{08B1663D-B218-47F1-B170-E0EDA95C4079}" dt="2024-03-27T09:22:14.212" v="458"/>
        <pc:sldMkLst>
          <pc:docMk/>
          <pc:sldMk cId="2638672420" sldId="309"/>
        </pc:sldMkLst>
        <pc:spChg chg="mod">
          <ac:chgData name="Bilal Zinaï (Student at CentraleSupelec)" userId="31cc89bd-35dc-477c-9e24-77538b628124" providerId="ADAL" clId="{08B1663D-B218-47F1-B170-E0EDA95C4079}" dt="2024-03-27T09:22:14.212" v="458"/>
          <ac:spMkLst>
            <pc:docMk/>
            <pc:sldMk cId="2638672420" sldId="309"/>
            <ac:spMk id="3" creationId="{4E0CFA69-9C6B-8337-2E2C-82562496FAD3}"/>
          </ac:spMkLst>
        </pc:spChg>
        <pc:picChg chg="add del mod">
          <ac:chgData name="Bilal Zinaï (Student at CentraleSupelec)" userId="31cc89bd-35dc-477c-9e24-77538b628124" providerId="ADAL" clId="{08B1663D-B218-47F1-B170-E0EDA95C4079}" dt="2024-03-22T12:26:23.551" v="259" actId="478"/>
          <ac:picMkLst>
            <pc:docMk/>
            <pc:sldMk cId="2638672420" sldId="309"/>
            <ac:picMk id="5" creationId="{ADFC4F25-D102-639B-217F-3360CC0B4307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26:26.685" v="261" actId="1076"/>
          <ac:picMkLst>
            <pc:docMk/>
            <pc:sldMk cId="2638672420" sldId="309"/>
            <ac:picMk id="8" creationId="{72693442-47FE-D804-C7A3-0E67B80AAF7E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26:47.943" v="263" actId="1076"/>
          <ac:picMkLst>
            <pc:docMk/>
            <pc:sldMk cId="2638672420" sldId="309"/>
            <ac:picMk id="10" creationId="{A13C4113-E00C-6350-37F5-E8AF35783099}"/>
          </ac:picMkLst>
        </pc:picChg>
        <pc:picChg chg="del">
          <ac:chgData name="Bilal Zinaï (Student at CentraleSupelec)" userId="31cc89bd-35dc-477c-9e24-77538b628124" providerId="ADAL" clId="{08B1663D-B218-47F1-B170-E0EDA95C4079}" dt="2024-03-22T12:26:00.772" v="256" actId="478"/>
          <ac:picMkLst>
            <pc:docMk/>
            <pc:sldMk cId="2638672420" sldId="309"/>
            <ac:picMk id="11" creationId="{C1CD179B-E5E2-17F5-75DB-91AA1D950EAD}"/>
          </ac:picMkLst>
        </pc:picChg>
        <pc:picChg chg="del">
          <ac:chgData name="Bilal Zinaï (Student at CentraleSupelec)" userId="31cc89bd-35dc-477c-9e24-77538b628124" providerId="ADAL" clId="{08B1663D-B218-47F1-B170-E0EDA95C4079}" dt="2024-03-22T12:25:57.594" v="254" actId="478"/>
          <ac:picMkLst>
            <pc:docMk/>
            <pc:sldMk cId="2638672420" sldId="309"/>
            <ac:picMk id="15" creationId="{0DFD2C0E-7C01-FF4D-362C-4FCB088ABF28}"/>
          </ac:picMkLst>
        </pc:picChg>
      </pc:sldChg>
      <pc:sldChg chg="addSp delSp modSp add mod">
        <pc:chgData name="Bilal Zinaï (Student at CentraleSupelec)" userId="31cc89bd-35dc-477c-9e24-77538b628124" providerId="ADAL" clId="{08B1663D-B218-47F1-B170-E0EDA95C4079}" dt="2024-03-22T13:14:10.504" v="428" actId="20577"/>
        <pc:sldMkLst>
          <pc:docMk/>
          <pc:sldMk cId="804148466" sldId="310"/>
        </pc:sldMkLst>
        <pc:spChg chg="mod">
          <ac:chgData name="Bilal Zinaï (Student at CentraleSupelec)" userId="31cc89bd-35dc-477c-9e24-77538b628124" providerId="ADAL" clId="{08B1663D-B218-47F1-B170-E0EDA95C4079}" dt="2024-03-22T12:42:54.405" v="294" actId="1076"/>
          <ac:spMkLst>
            <pc:docMk/>
            <pc:sldMk cId="804148466" sldId="310"/>
            <ac:spMk id="9" creationId="{D7DE3A53-B132-DC3D-DC40-04F69FBCBA99}"/>
          </ac:spMkLst>
        </pc:spChg>
        <pc:spChg chg="add mod">
          <ac:chgData name="Bilal Zinaï (Student at CentraleSupelec)" userId="31cc89bd-35dc-477c-9e24-77538b628124" providerId="ADAL" clId="{08B1663D-B218-47F1-B170-E0EDA95C4079}" dt="2024-03-22T13:14:10.504" v="428" actId="20577"/>
          <ac:spMkLst>
            <pc:docMk/>
            <pc:sldMk cId="804148466" sldId="310"/>
            <ac:spMk id="14" creationId="{47B36FA9-99EF-C920-352E-3F24327F9350}"/>
          </ac:spMkLst>
        </pc:spChg>
        <pc:grpChg chg="del">
          <ac:chgData name="Bilal Zinaï (Student at CentraleSupelec)" userId="31cc89bd-35dc-477c-9e24-77538b628124" providerId="ADAL" clId="{08B1663D-B218-47F1-B170-E0EDA95C4079}" dt="2024-03-22T12:41:46.456" v="269" actId="478"/>
          <ac:grpSpMkLst>
            <pc:docMk/>
            <pc:sldMk cId="804148466" sldId="310"/>
            <ac:grpSpMk id="8" creationId="{CE6562B1-6363-BA9D-A031-93753AADDDD0}"/>
          </ac:grpSpMkLst>
        </pc:grpChg>
        <pc:grpChg chg="add mod">
          <ac:chgData name="Bilal Zinaï (Student at CentraleSupelec)" userId="31cc89bd-35dc-477c-9e24-77538b628124" providerId="ADAL" clId="{08B1663D-B218-47F1-B170-E0EDA95C4079}" dt="2024-03-22T12:42:59.775" v="296" actId="1076"/>
          <ac:grpSpMkLst>
            <pc:docMk/>
            <pc:sldMk cId="804148466" sldId="310"/>
            <ac:grpSpMk id="13" creationId="{283A9146-40E6-9F84-BB8F-FC7D9AD93984}"/>
          </ac:grpSpMkLst>
        </pc:grpChg>
        <pc:picChg chg="add mod">
          <ac:chgData name="Bilal Zinaï (Student at CentraleSupelec)" userId="31cc89bd-35dc-477c-9e24-77538b628124" providerId="ADAL" clId="{08B1663D-B218-47F1-B170-E0EDA95C4079}" dt="2024-03-22T12:42:02.769" v="275" actId="164"/>
          <ac:picMkLst>
            <pc:docMk/>
            <pc:sldMk cId="804148466" sldId="310"/>
            <ac:picMk id="10" creationId="{D99B9CCC-30D3-B116-07F2-74600A8705B4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42:02.769" v="275" actId="164"/>
          <ac:picMkLst>
            <pc:docMk/>
            <pc:sldMk cId="804148466" sldId="310"/>
            <ac:picMk id="12" creationId="{15235881-397C-43D8-738E-4528327D2D5A}"/>
          </ac:picMkLst>
        </pc:picChg>
      </pc:sldChg>
      <pc:sldChg chg="addSp delSp modSp add mod">
        <pc:chgData name="Bilal Zinaï (Student at CentraleSupelec)" userId="31cc89bd-35dc-477c-9e24-77538b628124" providerId="ADAL" clId="{08B1663D-B218-47F1-B170-E0EDA95C4079}" dt="2024-03-27T09:22:20.237" v="460" actId="1036"/>
        <pc:sldMkLst>
          <pc:docMk/>
          <pc:sldMk cId="2152692188" sldId="311"/>
        </pc:sldMkLst>
        <pc:spChg chg="mod">
          <ac:chgData name="Bilal Zinaï (Student at CentraleSupelec)" userId="31cc89bd-35dc-477c-9e24-77538b628124" providerId="ADAL" clId="{08B1663D-B218-47F1-B170-E0EDA95C4079}" dt="2024-03-27T09:22:20.237" v="460" actId="1036"/>
          <ac:spMkLst>
            <pc:docMk/>
            <pc:sldMk cId="2152692188" sldId="311"/>
            <ac:spMk id="3" creationId="{4E0CFA69-9C6B-8337-2E2C-82562496FAD3}"/>
          </ac:spMkLst>
        </pc:spChg>
        <pc:spChg chg="add mod">
          <ac:chgData name="Bilal Zinaï (Student at CentraleSupelec)" userId="31cc89bd-35dc-477c-9e24-77538b628124" providerId="ADAL" clId="{08B1663D-B218-47F1-B170-E0EDA95C4079}" dt="2024-03-22T13:14:31.686" v="438" actId="20577"/>
          <ac:spMkLst>
            <pc:docMk/>
            <pc:sldMk cId="2152692188" sldId="311"/>
            <ac:spMk id="11" creationId="{BF5F86F5-962D-FA1D-23A6-B943C67FE263}"/>
          </ac:spMkLst>
        </pc:spChg>
        <pc:grpChg chg="add mod">
          <ac:chgData name="Bilal Zinaï (Student at CentraleSupelec)" userId="31cc89bd-35dc-477c-9e24-77538b628124" providerId="ADAL" clId="{08B1663D-B218-47F1-B170-E0EDA95C4079}" dt="2024-03-22T12:56:50.673" v="313" actId="1076"/>
          <ac:grpSpMkLst>
            <pc:docMk/>
            <pc:sldMk cId="2152692188" sldId="311"/>
            <ac:grpSpMk id="9" creationId="{A0C6C230-2FFC-357F-E1FA-6F7A598F93D5}"/>
          </ac:grpSpMkLst>
        </pc:grpChg>
        <pc:grpChg chg="del">
          <ac:chgData name="Bilal Zinaï (Student at CentraleSupelec)" userId="31cc89bd-35dc-477c-9e24-77538b628124" providerId="ADAL" clId="{08B1663D-B218-47F1-B170-E0EDA95C4079}" dt="2024-03-22T12:55:56.293" v="299" actId="478"/>
          <ac:grpSpMkLst>
            <pc:docMk/>
            <pc:sldMk cId="2152692188" sldId="311"/>
            <ac:grpSpMk id="13" creationId="{DB1CEECE-89D9-6C89-5B40-819FC33A300E}"/>
          </ac:grpSpMkLst>
        </pc:grpChg>
        <pc:picChg chg="add mod">
          <ac:chgData name="Bilal Zinaï (Student at CentraleSupelec)" userId="31cc89bd-35dc-477c-9e24-77538b628124" providerId="ADAL" clId="{08B1663D-B218-47F1-B170-E0EDA95C4079}" dt="2024-03-22T12:56:32.642" v="310" actId="164"/>
          <ac:picMkLst>
            <pc:docMk/>
            <pc:sldMk cId="2152692188" sldId="311"/>
            <ac:picMk id="5" creationId="{2F90E746-EE5E-8ACA-4A47-FD00C554418F}"/>
          </ac:picMkLst>
        </pc:picChg>
        <pc:picChg chg="add mod">
          <ac:chgData name="Bilal Zinaï (Student at CentraleSupelec)" userId="31cc89bd-35dc-477c-9e24-77538b628124" providerId="ADAL" clId="{08B1663D-B218-47F1-B170-E0EDA95C4079}" dt="2024-03-22T12:56:32.642" v="310" actId="164"/>
          <ac:picMkLst>
            <pc:docMk/>
            <pc:sldMk cId="2152692188" sldId="311"/>
            <ac:picMk id="8" creationId="{4C2A5B93-1035-2DF5-AED4-D7BAD91464CB}"/>
          </ac:picMkLst>
        </pc:picChg>
      </pc:sldChg>
      <pc:sldChg chg="modSp mod">
        <pc:chgData name="Bilal Zinaï (Student at CentraleSupelec)" userId="31cc89bd-35dc-477c-9e24-77538b628124" providerId="ADAL" clId="{08B1663D-B218-47F1-B170-E0EDA95C4079}" dt="2024-03-27T09:22:24.274" v="461"/>
        <pc:sldMkLst>
          <pc:docMk/>
          <pc:sldMk cId="2436156441" sldId="314"/>
        </pc:sldMkLst>
        <pc:spChg chg="mod">
          <ac:chgData name="Bilal Zinaï (Student at CentraleSupelec)" userId="31cc89bd-35dc-477c-9e24-77538b628124" providerId="ADAL" clId="{08B1663D-B218-47F1-B170-E0EDA95C4079}" dt="2024-03-27T09:22:24.274" v="461"/>
          <ac:spMkLst>
            <pc:docMk/>
            <pc:sldMk cId="2436156441" sldId="314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2:28.672" v="462"/>
        <pc:sldMkLst>
          <pc:docMk/>
          <pc:sldMk cId="2691785319" sldId="315"/>
        </pc:sldMkLst>
        <pc:spChg chg="mod">
          <ac:chgData name="Bilal Zinaï (Student at CentraleSupelec)" userId="31cc89bd-35dc-477c-9e24-77538b628124" providerId="ADAL" clId="{08B1663D-B218-47F1-B170-E0EDA95C4079}" dt="2024-03-27T09:22:28.672" v="462"/>
          <ac:spMkLst>
            <pc:docMk/>
            <pc:sldMk cId="2691785319" sldId="315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2:32.836" v="463"/>
        <pc:sldMkLst>
          <pc:docMk/>
          <pc:sldMk cId="2940679564" sldId="316"/>
        </pc:sldMkLst>
        <pc:spChg chg="mod">
          <ac:chgData name="Bilal Zinaï (Student at CentraleSupelec)" userId="31cc89bd-35dc-477c-9e24-77538b628124" providerId="ADAL" clId="{08B1663D-B218-47F1-B170-E0EDA95C4079}" dt="2024-03-27T09:22:32.836" v="463"/>
          <ac:spMkLst>
            <pc:docMk/>
            <pc:sldMk cId="2940679564" sldId="316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2:55.927" v="468"/>
        <pc:sldMkLst>
          <pc:docMk/>
          <pc:sldMk cId="2963023826" sldId="317"/>
        </pc:sldMkLst>
        <pc:spChg chg="mod">
          <ac:chgData name="Bilal Zinaï (Student at CentraleSupelec)" userId="31cc89bd-35dc-477c-9e24-77538b628124" providerId="ADAL" clId="{08B1663D-B218-47F1-B170-E0EDA95C4079}" dt="2024-03-27T09:22:55.927" v="468"/>
          <ac:spMkLst>
            <pc:docMk/>
            <pc:sldMk cId="2963023826" sldId="317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04.811" v="471" actId="1036"/>
        <pc:sldMkLst>
          <pc:docMk/>
          <pc:sldMk cId="3092856921" sldId="318"/>
        </pc:sldMkLst>
        <pc:spChg chg="mod">
          <ac:chgData name="Bilal Zinaï (Student at CentraleSupelec)" userId="31cc89bd-35dc-477c-9e24-77538b628124" providerId="ADAL" clId="{08B1663D-B218-47F1-B170-E0EDA95C4079}" dt="2024-03-27T09:23:04.811" v="471" actId="1036"/>
          <ac:spMkLst>
            <pc:docMk/>
            <pc:sldMk cId="3092856921" sldId="318"/>
            <ac:spMk id="3" creationId="{4E0CFA69-9C6B-8337-2E2C-82562496FAD3}"/>
          </ac:spMkLst>
        </pc:spChg>
        <pc:picChg chg="mod">
          <ac:chgData name="Bilal Zinaï (Student at CentraleSupelec)" userId="31cc89bd-35dc-477c-9e24-77538b628124" providerId="ADAL" clId="{08B1663D-B218-47F1-B170-E0EDA95C4079}" dt="2024-03-27T08:38:02.784" v="445" actId="1076"/>
          <ac:picMkLst>
            <pc:docMk/>
            <pc:sldMk cId="3092856921" sldId="318"/>
            <ac:picMk id="4" creationId="{1070F470-125E-8BDF-8ECE-A82B78C795A4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05.758" v="447" actId="1076"/>
          <ac:picMkLst>
            <pc:docMk/>
            <pc:sldMk cId="3092856921" sldId="318"/>
            <ac:picMk id="5" creationId="{A1E19640-A9F7-D395-091E-0264C30B4591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08.115" v="449" actId="1076"/>
          <ac:picMkLst>
            <pc:docMk/>
            <pc:sldMk cId="3092856921" sldId="318"/>
            <ac:picMk id="8" creationId="{2C53D7AC-1B8D-D08E-4BAE-9B1BCCF5C2E8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04.454" v="446" actId="1076"/>
          <ac:picMkLst>
            <pc:docMk/>
            <pc:sldMk cId="3092856921" sldId="318"/>
            <ac:picMk id="9" creationId="{488BCBDC-DA15-BC5A-6080-2C0079EFE32B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06.968" v="448" actId="1076"/>
          <ac:picMkLst>
            <pc:docMk/>
            <pc:sldMk cId="3092856921" sldId="318"/>
            <ac:picMk id="10" creationId="{785AF11D-FD31-29E2-5F25-53B9B43AC05D}"/>
          </ac:picMkLst>
        </pc:picChg>
      </pc:sldChg>
      <pc:sldChg chg="modSp mod">
        <pc:chgData name="Bilal Zinaï (Student at CentraleSupelec)" userId="31cc89bd-35dc-477c-9e24-77538b628124" providerId="ADAL" clId="{08B1663D-B218-47F1-B170-E0EDA95C4079}" dt="2024-03-27T09:23:11.178" v="473" actId="1036"/>
        <pc:sldMkLst>
          <pc:docMk/>
          <pc:sldMk cId="11263677" sldId="319"/>
        </pc:sldMkLst>
        <pc:spChg chg="mod">
          <ac:chgData name="Bilal Zinaï (Student at CentraleSupelec)" userId="31cc89bd-35dc-477c-9e24-77538b628124" providerId="ADAL" clId="{08B1663D-B218-47F1-B170-E0EDA95C4079}" dt="2024-03-27T09:23:11.178" v="473" actId="1036"/>
          <ac:spMkLst>
            <pc:docMk/>
            <pc:sldMk cId="11263677" sldId="319"/>
            <ac:spMk id="3" creationId="{4E0CFA69-9C6B-8337-2E2C-82562496FAD3}"/>
          </ac:spMkLst>
        </pc:spChg>
        <pc:picChg chg="mod">
          <ac:chgData name="Bilal Zinaï (Student at CentraleSupelec)" userId="31cc89bd-35dc-477c-9e24-77538b628124" providerId="ADAL" clId="{08B1663D-B218-47F1-B170-E0EDA95C4079}" dt="2024-03-27T08:38:11.881" v="451" actId="1076"/>
          <ac:picMkLst>
            <pc:docMk/>
            <pc:sldMk cId="11263677" sldId="319"/>
            <ac:picMk id="6" creationId="{8AA432D1-8493-2CD1-B639-F8B16528183D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17.918" v="453" actId="1076"/>
          <ac:picMkLst>
            <pc:docMk/>
            <pc:sldMk cId="11263677" sldId="319"/>
            <ac:picMk id="11" creationId="{584AA3DB-4823-09CB-B920-714281A8E748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10.889" v="450" actId="1076"/>
          <ac:picMkLst>
            <pc:docMk/>
            <pc:sldMk cId="11263677" sldId="319"/>
            <ac:picMk id="14" creationId="{D0C3BEFC-F917-FC26-7BD3-EB3681335F47}"/>
          </ac:picMkLst>
        </pc:picChg>
        <pc:picChg chg="mod">
          <ac:chgData name="Bilal Zinaï (Student at CentraleSupelec)" userId="31cc89bd-35dc-477c-9e24-77538b628124" providerId="ADAL" clId="{08B1663D-B218-47F1-B170-E0EDA95C4079}" dt="2024-03-27T08:38:12.963" v="452" actId="1076"/>
          <ac:picMkLst>
            <pc:docMk/>
            <pc:sldMk cId="11263677" sldId="319"/>
            <ac:picMk id="15" creationId="{46FEC7C5-3340-253A-5124-070DD84DD312}"/>
          </ac:picMkLst>
        </pc:picChg>
      </pc:sldChg>
      <pc:sldChg chg="modSp mod">
        <pc:chgData name="Bilal Zinaï (Student at CentraleSupelec)" userId="31cc89bd-35dc-477c-9e24-77538b628124" providerId="ADAL" clId="{08B1663D-B218-47F1-B170-E0EDA95C4079}" dt="2024-03-27T09:22:42.594" v="465"/>
        <pc:sldMkLst>
          <pc:docMk/>
          <pc:sldMk cId="563373345" sldId="320"/>
        </pc:sldMkLst>
        <pc:spChg chg="mod">
          <ac:chgData name="Bilal Zinaï (Student at CentraleSupelec)" userId="31cc89bd-35dc-477c-9e24-77538b628124" providerId="ADAL" clId="{08B1663D-B218-47F1-B170-E0EDA95C4079}" dt="2024-03-27T09:22:42.594" v="465"/>
          <ac:spMkLst>
            <pc:docMk/>
            <pc:sldMk cId="563373345" sldId="320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15.298" v="474"/>
        <pc:sldMkLst>
          <pc:docMk/>
          <pc:sldMk cId="3586336318" sldId="321"/>
        </pc:sldMkLst>
        <pc:spChg chg="mod">
          <ac:chgData name="Bilal Zinaï (Student at CentraleSupelec)" userId="31cc89bd-35dc-477c-9e24-77538b628124" providerId="ADAL" clId="{08B1663D-B218-47F1-B170-E0EDA95C4079}" dt="2024-03-27T09:23:15.298" v="474"/>
          <ac:spMkLst>
            <pc:docMk/>
            <pc:sldMk cId="3586336318" sldId="321"/>
            <ac:spMk id="5" creationId="{00000000-0000-0000-0000-000000000000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25.725" v="477"/>
        <pc:sldMkLst>
          <pc:docMk/>
          <pc:sldMk cId="1782891551" sldId="322"/>
        </pc:sldMkLst>
        <pc:spChg chg="mod">
          <ac:chgData name="Bilal Zinaï (Student at CentraleSupelec)" userId="31cc89bd-35dc-477c-9e24-77538b628124" providerId="ADAL" clId="{08B1663D-B218-47F1-B170-E0EDA95C4079}" dt="2024-03-27T09:23:25.725" v="477"/>
          <ac:spMkLst>
            <pc:docMk/>
            <pc:sldMk cId="1782891551" sldId="322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19.304" v="475"/>
        <pc:sldMkLst>
          <pc:docMk/>
          <pc:sldMk cId="2836746013" sldId="323"/>
        </pc:sldMkLst>
        <pc:spChg chg="mod">
          <ac:chgData name="Bilal Zinaï (Student at CentraleSupelec)" userId="31cc89bd-35dc-477c-9e24-77538b628124" providerId="ADAL" clId="{08B1663D-B218-47F1-B170-E0EDA95C4079}" dt="2024-03-27T09:23:19.304" v="475"/>
          <ac:spMkLst>
            <pc:docMk/>
            <pc:sldMk cId="2836746013" sldId="323"/>
            <ac:spMk id="3" creationId="{4E0CFA69-9C6B-8337-2E2C-82562496FAD3}"/>
          </ac:spMkLst>
        </pc:spChg>
      </pc:sldChg>
      <pc:sldChg chg="modSp mod">
        <pc:chgData name="Bilal Zinaï (Student at CentraleSupelec)" userId="31cc89bd-35dc-477c-9e24-77538b628124" providerId="ADAL" clId="{08B1663D-B218-47F1-B170-E0EDA95C4079}" dt="2024-03-27T09:23:22.343" v="476"/>
        <pc:sldMkLst>
          <pc:docMk/>
          <pc:sldMk cId="608374736" sldId="324"/>
        </pc:sldMkLst>
        <pc:spChg chg="mod">
          <ac:chgData name="Bilal Zinaï (Student at CentraleSupelec)" userId="31cc89bd-35dc-477c-9e24-77538b628124" providerId="ADAL" clId="{08B1663D-B218-47F1-B170-E0EDA95C4079}" dt="2024-03-27T09:23:22.343" v="476"/>
          <ac:spMkLst>
            <pc:docMk/>
            <pc:sldMk cId="608374736" sldId="324"/>
            <ac:spMk id="3" creationId="{4E0CFA69-9C6B-8337-2E2C-82562496FAD3}"/>
          </ac:spMkLst>
        </pc:spChg>
      </pc:sldChg>
    </pc:docChg>
  </pc:docChgLst>
  <pc:docChgLst>
    <pc:chgData name="Thomas Bordino (Student at CentraleSupelec)" userId="S::thomas.bordino@student-cs.fr::059e5d54-57bf-4e3d-9785-61ef755fb47f" providerId="AD" clId="Web-{D4CF0037-DD40-48F5-827E-AF67037B6969}"/>
    <pc:docChg chg="modSld">
      <pc:chgData name="Thomas Bordino (Student at CentraleSupelec)" userId="S::thomas.bordino@student-cs.fr::059e5d54-57bf-4e3d-9785-61ef755fb47f" providerId="AD" clId="Web-{D4CF0037-DD40-48F5-827E-AF67037B6969}" dt="2024-03-27T08:55:20.107" v="21" actId="1076"/>
      <pc:docMkLst>
        <pc:docMk/>
      </pc:docMkLst>
      <pc:sldChg chg="modSp">
        <pc:chgData name="Thomas Bordino (Student at CentraleSupelec)" userId="S::thomas.bordino@student-cs.fr::059e5d54-57bf-4e3d-9785-61ef755fb47f" providerId="AD" clId="Web-{D4CF0037-DD40-48F5-827E-AF67037B6969}" dt="2024-03-27T08:55:20.107" v="21" actId="1076"/>
        <pc:sldMkLst>
          <pc:docMk/>
          <pc:sldMk cId="2687400349" sldId="305"/>
        </pc:sldMkLst>
        <pc:picChg chg="mod">
          <ac:chgData name="Thomas Bordino (Student at CentraleSupelec)" userId="S::thomas.bordino@student-cs.fr::059e5d54-57bf-4e3d-9785-61ef755fb47f" providerId="AD" clId="Web-{D4CF0037-DD40-48F5-827E-AF67037B6969}" dt="2024-03-27T08:55:20.107" v="21" actId="1076"/>
          <ac:picMkLst>
            <pc:docMk/>
            <pc:sldMk cId="2687400349" sldId="305"/>
            <ac:picMk id="15" creationId="{0DFD2C0E-7C01-FF4D-362C-4FCB088ABF28}"/>
          </ac:picMkLst>
        </pc:picChg>
      </pc:sldChg>
      <pc:sldChg chg="addSp modSp">
        <pc:chgData name="Thomas Bordino (Student at CentraleSupelec)" userId="S::thomas.bordino@student-cs.fr::059e5d54-57bf-4e3d-9785-61ef755fb47f" providerId="AD" clId="Web-{D4CF0037-DD40-48F5-827E-AF67037B6969}" dt="2024-03-27T08:53:21.146" v="20"/>
        <pc:sldMkLst>
          <pc:docMk/>
          <pc:sldMk cId="2638672420" sldId="309"/>
        </pc:sldMkLst>
        <pc:picChg chg="add mod modCrop">
          <ac:chgData name="Thomas Bordino (Student at CentraleSupelec)" userId="S::thomas.bordino@student-cs.fr::059e5d54-57bf-4e3d-9785-61ef755fb47f" providerId="AD" clId="Web-{D4CF0037-DD40-48F5-827E-AF67037B6969}" dt="2024-03-27T08:53:21.146" v="20"/>
          <ac:picMkLst>
            <pc:docMk/>
            <pc:sldMk cId="2638672420" sldId="309"/>
            <ac:picMk id="5" creationId="{EE38EAC3-E2BA-593F-1E5F-C4894E336888}"/>
          </ac:picMkLst>
        </pc:picChg>
        <pc:picChg chg="add mod modCrop">
          <ac:chgData name="Thomas Bordino (Student at CentraleSupelec)" userId="S::thomas.bordino@student-cs.fr::059e5d54-57bf-4e3d-9785-61ef755fb47f" providerId="AD" clId="Web-{D4CF0037-DD40-48F5-827E-AF67037B6969}" dt="2024-03-27T08:52:53.160" v="14"/>
          <ac:picMkLst>
            <pc:docMk/>
            <pc:sldMk cId="2638672420" sldId="309"/>
            <ac:picMk id="6" creationId="{61B856A5-0C8B-C08A-B89D-C1C39B1F666F}"/>
          </ac:picMkLst>
        </pc:picChg>
        <pc:picChg chg="mod modCrop">
          <ac:chgData name="Thomas Bordino (Student at CentraleSupelec)" userId="S::thomas.bordino@student-cs.fr::059e5d54-57bf-4e3d-9785-61ef755fb47f" providerId="AD" clId="Web-{D4CF0037-DD40-48F5-827E-AF67037B6969}" dt="2024-03-27T08:52:26.174" v="6"/>
          <ac:picMkLst>
            <pc:docMk/>
            <pc:sldMk cId="2638672420" sldId="309"/>
            <ac:picMk id="8" creationId="{72693442-47FE-D804-C7A3-0E67B80AAF7E}"/>
          </ac:picMkLst>
        </pc:picChg>
        <pc:picChg chg="add mod modCrop">
          <ac:chgData name="Thomas Bordino (Student at CentraleSupelec)" userId="S::thomas.bordino@student-cs.fr::059e5d54-57bf-4e3d-9785-61ef755fb47f" providerId="AD" clId="Web-{D4CF0037-DD40-48F5-827E-AF67037B6969}" dt="2024-03-27T08:53:12.927" v="18" actId="1076"/>
          <ac:picMkLst>
            <pc:docMk/>
            <pc:sldMk cId="2638672420" sldId="309"/>
            <ac:picMk id="9" creationId="{886D9C28-CC35-8D57-D31C-0B25A3427F3F}"/>
          </ac:picMkLst>
        </pc:picChg>
      </pc:sldChg>
    </pc:docChg>
  </pc:docChgLst>
  <pc:docChgLst>
    <pc:chgData name="Oussama Hajji (Student at CentraleSupelec)" userId="S::oussama.hajji@student-cs.fr::8d49fa34-21a1-424f-a08a-6290230f7954" providerId="AD" clId="Web-{E70024AE-5087-72F5-9108-F000A4BC1676}"/>
    <pc:docChg chg="modSld">
      <pc:chgData name="Oussama Hajji (Student at CentraleSupelec)" userId="S::oussama.hajji@student-cs.fr::8d49fa34-21a1-424f-a08a-6290230f7954" providerId="AD" clId="Web-{E70024AE-5087-72F5-9108-F000A4BC1676}" dt="2024-03-22T21:25:26.404" v="0" actId="1076"/>
      <pc:docMkLst>
        <pc:docMk/>
      </pc:docMkLst>
      <pc:sldChg chg="modSp">
        <pc:chgData name="Oussama Hajji (Student at CentraleSupelec)" userId="S::oussama.hajji@student-cs.fr::8d49fa34-21a1-424f-a08a-6290230f7954" providerId="AD" clId="Web-{E70024AE-5087-72F5-9108-F000A4BC1676}" dt="2024-03-22T21:25:26.404" v="0" actId="1076"/>
        <pc:sldMkLst>
          <pc:docMk/>
          <pc:sldMk cId="3644075111" sldId="302"/>
        </pc:sldMkLst>
        <pc:picChg chg="mod">
          <ac:chgData name="Oussama Hajji (Student at CentraleSupelec)" userId="S::oussama.hajji@student-cs.fr::8d49fa34-21a1-424f-a08a-6290230f7954" providerId="AD" clId="Web-{E70024AE-5087-72F5-9108-F000A4BC1676}" dt="2024-03-22T21:25:26.404" v="0" actId="1076"/>
          <ac:picMkLst>
            <pc:docMk/>
            <pc:sldMk cId="3644075111" sldId="302"/>
            <ac:picMk id="11" creationId="{1984993C-73DC-1E74-C596-A798255787EE}"/>
          </ac:picMkLst>
        </pc:picChg>
      </pc:sldChg>
    </pc:docChg>
  </pc:docChgLst>
  <pc:docChgLst>
    <pc:chgData name="Thomas Bordino (Student at CentraleSupelec)" userId="S::thomas.bordino@student-cs.fr::059e5d54-57bf-4e3d-9785-61ef755fb47f" providerId="AD" clId="Web-{9B0794E7-523F-48D2-9FD9-5B1A362DBF95}"/>
    <pc:docChg chg="addSld delSld sldOrd">
      <pc:chgData name="Thomas Bordino (Student at CentraleSupelec)" userId="S::thomas.bordino@student-cs.fr::059e5d54-57bf-4e3d-9785-61ef755fb47f" providerId="AD" clId="Web-{9B0794E7-523F-48D2-9FD9-5B1A362DBF95}" dt="2024-03-25T07:23:20.967" v="16"/>
      <pc:docMkLst>
        <pc:docMk/>
      </pc:docMkLst>
      <pc:sldChg chg="del">
        <pc:chgData name="Thomas Bordino (Student at CentraleSupelec)" userId="S::thomas.bordino@student-cs.fr::059e5d54-57bf-4e3d-9785-61ef755fb47f" providerId="AD" clId="Web-{9B0794E7-523F-48D2-9FD9-5B1A362DBF95}" dt="2024-03-25T06:16:08.880" v="7"/>
        <pc:sldMkLst>
          <pc:docMk/>
          <pc:sldMk cId="3644075111" sldId="302"/>
        </pc:sldMkLst>
      </pc:sldChg>
      <pc:sldChg chg="ord">
        <pc:chgData name="Thomas Bordino (Student at CentraleSupelec)" userId="S::thomas.bordino@student-cs.fr::059e5d54-57bf-4e3d-9785-61ef755fb47f" providerId="AD" clId="Web-{9B0794E7-523F-48D2-9FD9-5B1A362DBF95}" dt="2024-03-25T06:15:52.099" v="5"/>
        <pc:sldMkLst>
          <pc:docMk/>
          <pc:sldMk cId="2687400349" sldId="305"/>
        </pc:sldMkLst>
      </pc:sldChg>
      <pc:sldChg chg="add del">
        <pc:chgData name="Thomas Bordino (Student at CentraleSupelec)" userId="S::thomas.bordino@student-cs.fr::059e5d54-57bf-4e3d-9785-61ef755fb47f" providerId="AD" clId="Web-{9B0794E7-523F-48D2-9FD9-5B1A362DBF95}" dt="2024-03-25T06:16:35.881" v="14"/>
        <pc:sldMkLst>
          <pc:docMk/>
          <pc:sldMk cId="3198216006" sldId="306"/>
        </pc:sldMkLst>
      </pc:sldChg>
      <pc:sldChg chg="add del">
        <pc:chgData name="Thomas Bordino (Student at CentraleSupelec)" userId="S::thomas.bordino@student-cs.fr::059e5d54-57bf-4e3d-9785-61ef755fb47f" providerId="AD" clId="Web-{9B0794E7-523F-48D2-9FD9-5B1A362DBF95}" dt="2024-03-25T07:23:20.967" v="16"/>
        <pc:sldMkLst>
          <pc:docMk/>
          <pc:sldMk cId="2911293161" sldId="308"/>
        </pc:sldMkLst>
      </pc:sldChg>
      <pc:sldChg chg="add del">
        <pc:chgData name="Thomas Bordino (Student at CentraleSupelec)" userId="S::thomas.bordino@student-cs.fr::059e5d54-57bf-4e3d-9785-61ef755fb47f" providerId="AD" clId="Web-{9B0794E7-523F-48D2-9FD9-5B1A362DBF95}" dt="2024-03-25T06:16:20.459" v="11"/>
        <pc:sldMkLst>
          <pc:docMk/>
          <pc:sldMk cId="2638672420" sldId="309"/>
        </pc:sldMkLst>
      </pc:sldChg>
      <pc:sldChg chg="del ord">
        <pc:chgData name="Thomas Bordino (Student at CentraleSupelec)" userId="S::thomas.bordino@student-cs.fr::059e5d54-57bf-4e3d-9785-61ef755fb47f" providerId="AD" clId="Web-{9B0794E7-523F-48D2-9FD9-5B1A362DBF95}" dt="2024-03-25T07:23:16.592" v="15"/>
        <pc:sldMkLst>
          <pc:docMk/>
          <pc:sldMk cId="804148466" sldId="310"/>
        </pc:sldMkLst>
      </pc:sldChg>
      <pc:sldChg chg="add del">
        <pc:chgData name="Thomas Bordino (Student at CentraleSupelec)" userId="S::thomas.bordino@student-cs.fr::059e5d54-57bf-4e3d-9785-61ef755fb47f" providerId="AD" clId="Web-{9B0794E7-523F-48D2-9FD9-5B1A362DBF95}" dt="2024-03-25T06:16:30.772" v="13"/>
        <pc:sldMkLst>
          <pc:docMk/>
          <pc:sldMk cId="2152692188" sldId="311"/>
        </pc:sldMkLst>
      </pc:sldChg>
    </pc:docChg>
  </pc:docChgLst>
  <pc:docChgLst>
    <pc:chgData name="Oussama Hajji (Student at CentraleSupelec)" userId="S::oussama.hajji@student-cs.fr::8d49fa34-21a1-424f-a08a-6290230f7954" providerId="AD" clId="Web-{0D678B91-26D2-C8FA-C3FA-CE3A6E1BEE2E}"/>
    <pc:docChg chg="addSld modSld">
      <pc:chgData name="Oussama Hajji (Student at CentraleSupelec)" userId="S::oussama.hajji@student-cs.fr::8d49fa34-21a1-424f-a08a-6290230f7954" providerId="AD" clId="Web-{0D678B91-26D2-C8FA-C3FA-CE3A6E1BEE2E}" dt="2024-03-26T16:55:33.371" v="35" actId="1076"/>
      <pc:docMkLst>
        <pc:docMk/>
      </pc:docMkLst>
      <pc:sldChg chg="addSp delSp modSp new">
        <pc:chgData name="Oussama Hajji (Student at CentraleSupelec)" userId="S::oussama.hajji@student-cs.fr::8d49fa34-21a1-424f-a08a-6290230f7954" providerId="AD" clId="Web-{0D678B91-26D2-C8FA-C3FA-CE3A6E1BEE2E}" dt="2024-03-26T16:50:40.191" v="21" actId="1076"/>
        <pc:sldMkLst>
          <pc:docMk/>
          <pc:sldMk cId="145748353" sldId="312"/>
        </pc:sldMkLst>
        <pc:picChg chg="add del mod modCrop">
          <ac:chgData name="Oussama Hajji (Student at CentraleSupelec)" userId="S::oussama.hajji@student-cs.fr::8d49fa34-21a1-424f-a08a-6290230f7954" providerId="AD" clId="Web-{0D678B91-26D2-C8FA-C3FA-CE3A6E1BEE2E}" dt="2024-03-26T16:49:43.377" v="4"/>
          <ac:picMkLst>
            <pc:docMk/>
            <pc:sldMk cId="145748353" sldId="312"/>
            <ac:picMk id="4" creationId="{FAB8B741-757E-5880-D278-EEA048F0717D}"/>
          </ac:picMkLst>
        </pc:picChg>
        <pc:picChg chg="add mod">
          <ac:chgData name="Oussama Hajji (Student at CentraleSupelec)" userId="S::oussama.hajji@student-cs.fr::8d49fa34-21a1-424f-a08a-6290230f7954" providerId="AD" clId="Web-{0D678B91-26D2-C8FA-C3FA-CE3A6E1BEE2E}" dt="2024-03-26T16:50:09.971" v="11" actId="1076"/>
          <ac:picMkLst>
            <pc:docMk/>
            <pc:sldMk cId="145748353" sldId="312"/>
            <ac:picMk id="5" creationId="{4EE27D6A-AED5-96E5-7654-6CDD870E9FF9}"/>
          </ac:picMkLst>
        </pc:picChg>
        <pc:picChg chg="add mod">
          <ac:chgData name="Oussama Hajji (Student at CentraleSupelec)" userId="S::oussama.hajji@student-cs.fr::8d49fa34-21a1-424f-a08a-6290230f7954" providerId="AD" clId="Web-{0D678B91-26D2-C8FA-C3FA-CE3A6E1BEE2E}" dt="2024-03-26T16:50:11.565" v="12" actId="1076"/>
          <ac:picMkLst>
            <pc:docMk/>
            <pc:sldMk cId="145748353" sldId="312"/>
            <ac:picMk id="6" creationId="{5B67202B-F04F-0C33-595E-8F52E4F78E2D}"/>
          </ac:picMkLst>
        </pc:picChg>
        <pc:picChg chg="add mod">
          <ac:chgData name="Oussama Hajji (Student at CentraleSupelec)" userId="S::oussama.hajji@student-cs.fr::8d49fa34-21a1-424f-a08a-6290230f7954" providerId="AD" clId="Web-{0D678B91-26D2-C8FA-C3FA-CE3A6E1BEE2E}" dt="2024-03-26T16:50:23.206" v="17" actId="1076"/>
          <ac:picMkLst>
            <pc:docMk/>
            <pc:sldMk cId="145748353" sldId="312"/>
            <ac:picMk id="7" creationId="{8BD296D2-1BC8-4241-D5FA-A53FDDD16E59}"/>
          </ac:picMkLst>
        </pc:picChg>
        <pc:picChg chg="add mod">
          <ac:chgData name="Oussama Hajji (Student at CentraleSupelec)" userId="S::oussama.hajji@student-cs.fr::8d49fa34-21a1-424f-a08a-6290230f7954" providerId="AD" clId="Web-{0D678B91-26D2-C8FA-C3FA-CE3A6E1BEE2E}" dt="2024-03-26T16:50:40.191" v="21" actId="1076"/>
          <ac:picMkLst>
            <pc:docMk/>
            <pc:sldMk cId="145748353" sldId="312"/>
            <ac:picMk id="8" creationId="{AD42BE4E-C1B0-BE80-329B-CD71D090462A}"/>
          </ac:picMkLst>
        </pc:picChg>
      </pc:sldChg>
      <pc:sldChg chg="addSp modSp new">
        <pc:chgData name="Oussama Hajji (Student at CentraleSupelec)" userId="S::oussama.hajji@student-cs.fr::8d49fa34-21a1-424f-a08a-6290230f7954" providerId="AD" clId="Web-{0D678B91-26D2-C8FA-C3FA-CE3A6E1BEE2E}" dt="2024-03-26T16:55:33.371" v="35" actId="1076"/>
        <pc:sldMkLst>
          <pc:docMk/>
          <pc:sldMk cId="4142923065" sldId="313"/>
        </pc:sldMkLst>
        <pc:spChg chg="add mod">
          <ac:chgData name="Oussama Hajji (Student at CentraleSupelec)" userId="S::oussama.hajji@student-cs.fr::8d49fa34-21a1-424f-a08a-6290230f7954" providerId="AD" clId="Web-{0D678B91-26D2-C8FA-C3FA-CE3A6E1BEE2E}" dt="2024-03-26T16:55:03.652" v="29" actId="1076"/>
          <ac:spMkLst>
            <pc:docMk/>
            <pc:sldMk cId="4142923065" sldId="313"/>
            <ac:spMk id="4" creationId="{3949E105-0426-3023-1AEF-97C808308E59}"/>
          </ac:spMkLst>
        </pc:spChg>
        <pc:picChg chg="add mod">
          <ac:chgData name="Oussama Hajji (Student at CentraleSupelec)" userId="S::oussama.hajji@student-cs.fr::8d49fa34-21a1-424f-a08a-6290230f7954" providerId="AD" clId="Web-{0D678B91-26D2-C8FA-C3FA-CE3A6E1BEE2E}" dt="2024-03-26T16:55:21.402" v="32" actId="1076"/>
          <ac:picMkLst>
            <pc:docMk/>
            <pc:sldMk cId="4142923065" sldId="313"/>
            <ac:picMk id="5" creationId="{A85B733A-CC8E-23CD-ADDC-9C4FD4678A61}"/>
          </ac:picMkLst>
        </pc:picChg>
        <pc:picChg chg="add mod">
          <ac:chgData name="Oussama Hajji (Student at CentraleSupelec)" userId="S::oussama.hajji@student-cs.fr::8d49fa34-21a1-424f-a08a-6290230f7954" providerId="AD" clId="Web-{0D678B91-26D2-C8FA-C3FA-CE3A6E1BEE2E}" dt="2024-03-26T16:55:33.371" v="35" actId="1076"/>
          <ac:picMkLst>
            <pc:docMk/>
            <pc:sldMk cId="4142923065" sldId="313"/>
            <ac:picMk id="6" creationId="{AF64A65D-66E5-6DC7-5835-E61E4F0AF895}"/>
          </ac:picMkLst>
        </pc:picChg>
      </pc:sldChg>
    </pc:docChg>
  </pc:docChgLst>
  <pc:docChgLst>
    <pc:chgData name="Henri Arvis (Student at CentraleSupelec)" userId="2eec99dc-37bd-428a-ae0e-36fa30341aa6" providerId="ADAL" clId="{58B72D6E-7568-FA4A-88E2-E78B2B7A3340}"/>
    <pc:docChg chg="undo custSel addSld delSld modSld">
      <pc:chgData name="Henri Arvis (Student at CentraleSupelec)" userId="2eec99dc-37bd-428a-ae0e-36fa30341aa6" providerId="ADAL" clId="{58B72D6E-7568-FA4A-88E2-E78B2B7A3340}" dt="2024-03-27T09:20:59.964" v="220" actId="1076"/>
      <pc:docMkLst>
        <pc:docMk/>
      </pc:docMkLst>
      <pc:sldChg chg="modSp mod">
        <pc:chgData name="Henri Arvis (Student at CentraleSupelec)" userId="2eec99dc-37bd-428a-ae0e-36fa30341aa6" providerId="ADAL" clId="{58B72D6E-7568-FA4A-88E2-E78B2B7A3340}" dt="2024-03-27T09:00:14.925" v="167" actId="1076"/>
        <pc:sldMkLst>
          <pc:docMk/>
          <pc:sldMk cId="2687400349" sldId="305"/>
        </pc:sldMkLst>
        <pc:picChg chg="mod">
          <ac:chgData name="Henri Arvis (Student at CentraleSupelec)" userId="2eec99dc-37bd-428a-ae0e-36fa30341aa6" providerId="ADAL" clId="{58B72D6E-7568-FA4A-88E2-E78B2B7A3340}" dt="2024-03-27T09:00:14.925" v="167" actId="1076"/>
          <ac:picMkLst>
            <pc:docMk/>
            <pc:sldMk cId="2687400349" sldId="305"/>
            <ac:picMk id="4" creationId="{ED909EB2-8ED0-0ADA-118B-2111162B2982}"/>
          </ac:picMkLst>
        </pc:picChg>
        <pc:picChg chg="mod modCrop">
          <ac:chgData name="Henri Arvis (Student at CentraleSupelec)" userId="2eec99dc-37bd-428a-ae0e-36fa30341aa6" providerId="ADAL" clId="{58B72D6E-7568-FA4A-88E2-E78B2B7A3340}" dt="2024-03-27T09:00:09.785" v="166" actId="1076"/>
          <ac:picMkLst>
            <pc:docMk/>
            <pc:sldMk cId="2687400349" sldId="305"/>
            <ac:picMk id="11" creationId="{C1CD179B-E5E2-17F5-75DB-91AA1D950EAD}"/>
          </ac:picMkLst>
        </pc:picChg>
      </pc:sldChg>
      <pc:sldChg chg="addSp delSp modSp mod">
        <pc:chgData name="Henri Arvis (Student at CentraleSupelec)" userId="2eec99dc-37bd-428a-ae0e-36fa30341aa6" providerId="ADAL" clId="{58B72D6E-7568-FA4A-88E2-E78B2B7A3340}" dt="2024-03-27T08:51:57.186" v="24" actId="1076"/>
        <pc:sldMkLst>
          <pc:docMk/>
          <pc:sldMk cId="563373345" sldId="320"/>
        </pc:sldMkLst>
        <pc:picChg chg="add del mod">
          <ac:chgData name="Henri Arvis (Student at CentraleSupelec)" userId="2eec99dc-37bd-428a-ae0e-36fa30341aa6" providerId="ADAL" clId="{58B72D6E-7568-FA4A-88E2-E78B2B7A3340}" dt="2024-03-27T08:48:39.275" v="7" actId="478"/>
          <ac:picMkLst>
            <pc:docMk/>
            <pc:sldMk cId="563373345" sldId="320"/>
            <ac:picMk id="5" creationId="{C8667F37-3E80-6F00-63A8-6CB8BB23CCEE}"/>
          </ac:picMkLst>
        </pc:picChg>
        <pc:picChg chg="add del mod">
          <ac:chgData name="Henri Arvis (Student at CentraleSupelec)" userId="2eec99dc-37bd-428a-ae0e-36fa30341aa6" providerId="ADAL" clId="{58B72D6E-7568-FA4A-88E2-E78B2B7A3340}" dt="2024-03-27T08:48:37.929" v="6" actId="478"/>
          <ac:picMkLst>
            <pc:docMk/>
            <pc:sldMk cId="563373345" sldId="320"/>
            <ac:picMk id="8" creationId="{5221104F-7E29-E0D8-BF76-802B8B449A6B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8:51:47.360" v="22" actId="1076"/>
          <ac:picMkLst>
            <pc:docMk/>
            <pc:sldMk cId="563373345" sldId="320"/>
            <ac:picMk id="10" creationId="{1C8F5FFA-F6DD-0FAB-2D19-0ABE2F90558A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8:51:51.899" v="23" actId="1076"/>
          <ac:picMkLst>
            <pc:docMk/>
            <pc:sldMk cId="563373345" sldId="320"/>
            <ac:picMk id="12" creationId="{C2BE0083-5E03-8DB7-A6DC-7E7FFE895C91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8:51:57.186" v="24" actId="1076"/>
          <ac:picMkLst>
            <pc:docMk/>
            <pc:sldMk cId="563373345" sldId="320"/>
            <ac:picMk id="14" creationId="{6947AA16-9667-894E-DE3E-650105409D08}"/>
          </ac:picMkLst>
        </pc:picChg>
      </pc:sldChg>
      <pc:sldChg chg="modSp add mod">
        <pc:chgData name="Henri Arvis (Student at CentraleSupelec)" userId="2eec99dc-37bd-428a-ae0e-36fa30341aa6" providerId="ADAL" clId="{58B72D6E-7568-FA4A-88E2-E78B2B7A3340}" dt="2024-03-27T08:53:01.339" v="51" actId="20577"/>
        <pc:sldMkLst>
          <pc:docMk/>
          <pc:sldMk cId="3586336318" sldId="321"/>
        </pc:sldMkLst>
        <pc:spChg chg="mod">
          <ac:chgData name="Henri Arvis (Student at CentraleSupelec)" userId="2eec99dc-37bd-428a-ae0e-36fa30341aa6" providerId="ADAL" clId="{58B72D6E-7568-FA4A-88E2-E78B2B7A3340}" dt="2024-03-27T08:53:01.339" v="51" actId="20577"/>
          <ac:spMkLst>
            <pc:docMk/>
            <pc:sldMk cId="3586336318" sldId="321"/>
            <ac:spMk id="3073" creationId="{00000000-0000-0000-0000-000000000000}"/>
          </ac:spMkLst>
        </pc:spChg>
      </pc:sldChg>
      <pc:sldChg chg="new del">
        <pc:chgData name="Henri Arvis (Student at CentraleSupelec)" userId="2eec99dc-37bd-428a-ae0e-36fa30341aa6" providerId="ADAL" clId="{58B72D6E-7568-FA4A-88E2-E78B2B7A3340}" dt="2024-03-27T08:52:32.644" v="26" actId="2696"/>
        <pc:sldMkLst>
          <pc:docMk/>
          <pc:sldMk cId="3646536086" sldId="321"/>
        </pc:sldMkLst>
      </pc:sldChg>
      <pc:sldChg chg="addSp delSp modSp add mod">
        <pc:chgData name="Henri Arvis (Student at CentraleSupelec)" userId="2eec99dc-37bd-428a-ae0e-36fa30341aa6" providerId="ADAL" clId="{58B72D6E-7568-FA4A-88E2-E78B2B7A3340}" dt="2024-03-27T08:54:30.001" v="155" actId="14100"/>
        <pc:sldMkLst>
          <pc:docMk/>
          <pc:sldMk cId="1782891551" sldId="322"/>
        </pc:sldMkLst>
        <pc:spChg chg="mod">
          <ac:chgData name="Henri Arvis (Student at CentraleSupelec)" userId="2eec99dc-37bd-428a-ae0e-36fa30341aa6" providerId="ADAL" clId="{58B72D6E-7568-FA4A-88E2-E78B2B7A3340}" dt="2024-03-27T08:53:35.843" v="133" actId="20577"/>
          <ac:spMkLst>
            <pc:docMk/>
            <pc:sldMk cId="1782891551" sldId="322"/>
            <ac:spMk id="7" creationId="{288B07F2-4C63-C86B-A6FE-2EFF934E8946}"/>
          </ac:spMkLst>
        </pc:spChg>
        <pc:picChg chg="del">
          <ac:chgData name="Henri Arvis (Student at CentraleSupelec)" userId="2eec99dc-37bd-428a-ae0e-36fa30341aa6" providerId="ADAL" clId="{58B72D6E-7568-FA4A-88E2-E78B2B7A3340}" dt="2024-03-27T08:53:36.930" v="134" actId="478"/>
          <ac:picMkLst>
            <pc:docMk/>
            <pc:sldMk cId="1782891551" sldId="322"/>
            <ac:picMk id="4" creationId="{FD4A6908-8A0D-4356-A1B4-C27610767C86}"/>
          </ac:picMkLst>
        </pc:picChg>
        <pc:picChg chg="del">
          <ac:chgData name="Henri Arvis (Student at CentraleSupelec)" userId="2eec99dc-37bd-428a-ae0e-36fa30341aa6" providerId="ADAL" clId="{58B72D6E-7568-FA4A-88E2-E78B2B7A3340}" dt="2024-03-27T08:53:42.559" v="136" actId="478"/>
          <ac:picMkLst>
            <pc:docMk/>
            <pc:sldMk cId="1782891551" sldId="322"/>
            <ac:picMk id="5" creationId="{020CD642-AD7D-7E72-4257-E64B34AC4848}"/>
          </ac:picMkLst>
        </pc:picChg>
        <pc:picChg chg="del">
          <ac:chgData name="Henri Arvis (Student at CentraleSupelec)" userId="2eec99dc-37bd-428a-ae0e-36fa30341aa6" providerId="ADAL" clId="{58B72D6E-7568-FA4A-88E2-E78B2B7A3340}" dt="2024-03-27T08:53:42.559" v="136" actId="478"/>
          <ac:picMkLst>
            <pc:docMk/>
            <pc:sldMk cId="1782891551" sldId="322"/>
            <ac:picMk id="6" creationId="{8AA432D1-8493-2CD1-B639-F8B16528183D}"/>
          </ac:picMkLst>
        </pc:picChg>
        <pc:picChg chg="del">
          <ac:chgData name="Henri Arvis (Student at CentraleSupelec)" userId="2eec99dc-37bd-428a-ae0e-36fa30341aa6" providerId="ADAL" clId="{58B72D6E-7568-FA4A-88E2-E78B2B7A3340}" dt="2024-03-27T08:53:37.660" v="135" actId="478"/>
          <ac:picMkLst>
            <pc:docMk/>
            <pc:sldMk cId="1782891551" sldId="322"/>
            <ac:picMk id="8" creationId="{229A463F-0FD9-4C07-FF40-073F5F609762}"/>
          </ac:picMkLst>
        </pc:picChg>
        <pc:picChg chg="del">
          <ac:chgData name="Henri Arvis (Student at CentraleSupelec)" userId="2eec99dc-37bd-428a-ae0e-36fa30341aa6" providerId="ADAL" clId="{58B72D6E-7568-FA4A-88E2-E78B2B7A3340}" dt="2024-03-27T08:53:42.559" v="136" actId="478"/>
          <ac:picMkLst>
            <pc:docMk/>
            <pc:sldMk cId="1782891551" sldId="322"/>
            <ac:picMk id="9" creationId="{9A18F283-77DC-2284-7DDD-9D3FB676A7EF}"/>
          </ac:picMkLst>
        </pc:picChg>
        <pc:picChg chg="del">
          <ac:chgData name="Henri Arvis (Student at CentraleSupelec)" userId="2eec99dc-37bd-428a-ae0e-36fa30341aa6" providerId="ADAL" clId="{58B72D6E-7568-FA4A-88E2-E78B2B7A3340}" dt="2024-03-27T08:53:42.559" v="136" actId="478"/>
          <ac:picMkLst>
            <pc:docMk/>
            <pc:sldMk cId="1782891551" sldId="322"/>
            <ac:picMk id="11" creationId="{584AA3DB-4823-09CB-B920-714281A8E748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8:54:30.001" v="155" actId="14100"/>
          <ac:picMkLst>
            <pc:docMk/>
            <pc:sldMk cId="1782891551" sldId="322"/>
            <ac:picMk id="12" creationId="{3A71287A-6934-338D-CA77-8DCD1FA95544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8:54:24.264" v="153" actId="1076"/>
          <ac:picMkLst>
            <pc:docMk/>
            <pc:sldMk cId="1782891551" sldId="322"/>
            <ac:picMk id="14" creationId="{9C8E6B0A-A4CB-7DB0-E91D-DE365161698C}"/>
          </ac:picMkLst>
        </pc:picChg>
      </pc:sldChg>
      <pc:sldChg chg="modSp add del mod">
        <pc:chgData name="Henri Arvis (Student at CentraleSupelec)" userId="2eec99dc-37bd-428a-ae0e-36fa30341aa6" providerId="ADAL" clId="{58B72D6E-7568-FA4A-88E2-E78B2B7A3340}" dt="2024-03-27T08:57:50.433" v="161"/>
        <pc:sldMkLst>
          <pc:docMk/>
          <pc:sldMk cId="1899452181" sldId="323"/>
        </pc:sldMkLst>
        <pc:spChg chg="mod">
          <ac:chgData name="Henri Arvis (Student at CentraleSupelec)" userId="2eec99dc-37bd-428a-ae0e-36fa30341aa6" providerId="ADAL" clId="{58B72D6E-7568-FA4A-88E2-E78B2B7A3340}" dt="2024-03-27T08:57:50.043" v="160" actId="20577"/>
          <ac:spMkLst>
            <pc:docMk/>
            <pc:sldMk cId="1899452181" sldId="323"/>
            <ac:spMk id="7" creationId="{288B07F2-4C63-C86B-A6FE-2EFF934E8946}"/>
          </ac:spMkLst>
        </pc:spChg>
      </pc:sldChg>
      <pc:sldChg chg="addSp delSp modSp add mod">
        <pc:chgData name="Henri Arvis (Student at CentraleSupelec)" userId="2eec99dc-37bd-428a-ae0e-36fa30341aa6" providerId="ADAL" clId="{58B72D6E-7568-FA4A-88E2-E78B2B7A3340}" dt="2024-03-27T09:20:59.964" v="220" actId="1076"/>
        <pc:sldMkLst>
          <pc:docMk/>
          <pc:sldMk cId="2836746013" sldId="323"/>
        </pc:sldMkLst>
        <pc:picChg chg="del">
          <ac:chgData name="Henri Arvis (Student at CentraleSupelec)" userId="2eec99dc-37bd-428a-ae0e-36fa30341aa6" providerId="ADAL" clId="{58B72D6E-7568-FA4A-88E2-E78B2B7A3340}" dt="2024-03-27T09:00:38.831" v="169" actId="478"/>
          <ac:picMkLst>
            <pc:docMk/>
            <pc:sldMk cId="2836746013" sldId="323"/>
            <ac:picMk id="4" creationId="{ED909EB2-8ED0-0ADA-118B-2111162B2982}"/>
          </ac:picMkLst>
        </pc:picChg>
        <pc:picChg chg="add del mod">
          <ac:chgData name="Henri Arvis (Student at CentraleSupelec)" userId="2eec99dc-37bd-428a-ae0e-36fa30341aa6" providerId="ADAL" clId="{58B72D6E-7568-FA4A-88E2-E78B2B7A3340}" dt="2024-03-27T09:01:32.708" v="173" actId="478"/>
          <ac:picMkLst>
            <pc:docMk/>
            <pc:sldMk cId="2836746013" sldId="323"/>
            <ac:picMk id="6" creationId="{A6051404-20AB-5896-7D06-F34722D67518}"/>
          </ac:picMkLst>
        </pc:picChg>
        <pc:picChg chg="add del mod">
          <ac:chgData name="Henri Arvis (Student at CentraleSupelec)" userId="2eec99dc-37bd-428a-ae0e-36fa30341aa6" providerId="ADAL" clId="{58B72D6E-7568-FA4A-88E2-E78B2B7A3340}" dt="2024-03-27T09:01:57.415" v="180" actId="478"/>
          <ac:picMkLst>
            <pc:docMk/>
            <pc:sldMk cId="2836746013" sldId="323"/>
            <ac:picMk id="9" creationId="{4AE143FF-0C7B-BC0A-B438-972DD7F6C378}"/>
          </ac:picMkLst>
        </pc:picChg>
        <pc:picChg chg="del">
          <ac:chgData name="Henri Arvis (Student at CentraleSupelec)" userId="2eec99dc-37bd-428a-ae0e-36fa30341aa6" providerId="ADAL" clId="{58B72D6E-7568-FA4A-88E2-E78B2B7A3340}" dt="2024-03-27T09:00:37.756" v="168" actId="478"/>
          <ac:picMkLst>
            <pc:docMk/>
            <pc:sldMk cId="2836746013" sldId="323"/>
            <ac:picMk id="11" creationId="{C1CD179B-E5E2-17F5-75DB-91AA1D950EAD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9:20:52.296" v="217" actId="1076"/>
          <ac:picMkLst>
            <pc:docMk/>
            <pc:sldMk cId="2836746013" sldId="323"/>
            <ac:picMk id="12" creationId="{54D1A415-47D3-8672-B21D-F602995F0C08}"/>
          </ac:picMkLst>
        </pc:picChg>
        <pc:picChg chg="mod">
          <ac:chgData name="Henri Arvis (Student at CentraleSupelec)" userId="2eec99dc-37bd-428a-ae0e-36fa30341aa6" providerId="ADAL" clId="{58B72D6E-7568-FA4A-88E2-E78B2B7A3340}" dt="2024-03-27T09:20:59.964" v="220" actId="1076"/>
          <ac:picMkLst>
            <pc:docMk/>
            <pc:sldMk cId="2836746013" sldId="323"/>
            <ac:picMk id="15" creationId="{0DFD2C0E-7C01-FF4D-362C-4FCB088ABF28}"/>
          </ac:picMkLst>
        </pc:picChg>
      </pc:sldChg>
      <pc:sldChg chg="addSp delSp modSp add mod">
        <pc:chgData name="Henri Arvis (Student at CentraleSupelec)" userId="2eec99dc-37bd-428a-ae0e-36fa30341aa6" providerId="ADAL" clId="{58B72D6E-7568-FA4A-88E2-E78B2B7A3340}" dt="2024-03-27T09:20:42.279" v="215"/>
        <pc:sldMkLst>
          <pc:docMk/>
          <pc:sldMk cId="608374736" sldId="324"/>
        </pc:sldMkLst>
        <pc:spChg chg="add del mod">
          <ac:chgData name="Henri Arvis (Student at CentraleSupelec)" userId="2eec99dc-37bd-428a-ae0e-36fa30341aa6" providerId="ADAL" clId="{58B72D6E-7568-FA4A-88E2-E78B2B7A3340}" dt="2024-03-27T09:20:42.279" v="215"/>
          <ac:spMkLst>
            <pc:docMk/>
            <pc:sldMk cId="608374736" sldId="324"/>
            <ac:spMk id="11" creationId="{555E37CF-F3A0-94C6-37F7-1602DF4E5011}"/>
          </ac:spMkLst>
        </pc:spChg>
        <pc:picChg chg="add del mod">
          <ac:chgData name="Henri Arvis (Student at CentraleSupelec)" userId="2eec99dc-37bd-428a-ae0e-36fa30341aa6" providerId="ADAL" clId="{58B72D6E-7568-FA4A-88E2-E78B2B7A3340}" dt="2024-03-27T09:13:03.104" v="194" actId="478"/>
          <ac:picMkLst>
            <pc:docMk/>
            <pc:sldMk cId="608374736" sldId="324"/>
            <ac:picMk id="5" creationId="{815F2385-F966-08C4-2A3D-A22013B1A4E6}"/>
          </ac:picMkLst>
        </pc:picChg>
        <pc:picChg chg="add del mod">
          <ac:chgData name="Henri Arvis (Student at CentraleSupelec)" userId="2eec99dc-37bd-428a-ae0e-36fa30341aa6" providerId="ADAL" clId="{58B72D6E-7568-FA4A-88E2-E78B2B7A3340}" dt="2024-03-27T09:20:26.345" v="208" actId="478"/>
          <ac:picMkLst>
            <pc:docMk/>
            <pc:sldMk cId="608374736" sldId="324"/>
            <ac:picMk id="8" creationId="{1461BB11-E1B2-FE14-4226-990A9B497A16}"/>
          </ac:picMkLst>
        </pc:picChg>
        <pc:picChg chg="add mod">
          <ac:chgData name="Henri Arvis (Student at CentraleSupelec)" userId="2eec99dc-37bd-428a-ae0e-36fa30341aa6" providerId="ADAL" clId="{58B72D6E-7568-FA4A-88E2-E78B2B7A3340}" dt="2024-03-27T09:20:37.796" v="212" actId="1076"/>
          <ac:picMkLst>
            <pc:docMk/>
            <pc:sldMk cId="608374736" sldId="324"/>
            <ac:picMk id="10" creationId="{B9C5B94E-46B8-6E8E-6D29-A84840711B35}"/>
          </ac:picMkLst>
        </pc:picChg>
        <pc:picChg chg="del">
          <ac:chgData name="Henri Arvis (Student at CentraleSupelec)" userId="2eec99dc-37bd-428a-ae0e-36fa30341aa6" providerId="ADAL" clId="{58B72D6E-7568-FA4A-88E2-E78B2B7A3340}" dt="2024-03-27T09:02:54.553" v="186" actId="478"/>
          <ac:picMkLst>
            <pc:docMk/>
            <pc:sldMk cId="608374736" sldId="324"/>
            <ac:picMk id="12" creationId="{54D1A415-47D3-8672-B21D-F602995F0C08}"/>
          </ac:picMkLst>
        </pc:picChg>
        <pc:picChg chg="del">
          <ac:chgData name="Henri Arvis (Student at CentraleSupelec)" userId="2eec99dc-37bd-428a-ae0e-36fa30341aa6" providerId="ADAL" clId="{58B72D6E-7568-FA4A-88E2-E78B2B7A3340}" dt="2024-03-27T09:02:55.990" v="187" actId="478"/>
          <ac:picMkLst>
            <pc:docMk/>
            <pc:sldMk cId="608374736" sldId="324"/>
            <ac:picMk id="15" creationId="{0DFD2C0E-7C01-FF4D-362C-4FCB088ABF28}"/>
          </ac:picMkLst>
        </pc:picChg>
      </pc:sldChg>
    </pc:docChg>
  </pc:docChgLst>
  <pc:docChgLst>
    <pc:chgData name="Henri Arvis (Student at CentraleSupelec)" userId="S::henri.arvis@student-cs.fr::2eec99dc-37bd-428a-ae0e-36fa30341aa6" providerId="AD" clId="Web-{12ABEF57-AFF9-4FD4-A12A-B4C59812ABB4}"/>
    <pc:docChg chg="addSld modSld">
      <pc:chgData name="Henri Arvis (Student at CentraleSupelec)" userId="S::henri.arvis@student-cs.fr::2eec99dc-37bd-428a-ae0e-36fa30341aa6" providerId="AD" clId="Web-{12ABEF57-AFF9-4FD4-A12A-B4C59812ABB4}" dt="2024-03-27T08:46:39.827" v="3"/>
      <pc:docMkLst>
        <pc:docMk/>
      </pc:docMkLst>
      <pc:sldChg chg="delSp add replId">
        <pc:chgData name="Henri Arvis (Student at CentraleSupelec)" userId="S::henri.arvis@student-cs.fr::2eec99dc-37bd-428a-ae0e-36fa30341aa6" providerId="AD" clId="Web-{12ABEF57-AFF9-4FD4-A12A-B4C59812ABB4}" dt="2024-03-27T08:46:39.827" v="3"/>
        <pc:sldMkLst>
          <pc:docMk/>
          <pc:sldMk cId="563373345" sldId="320"/>
        </pc:sldMkLst>
        <pc:picChg chg="del">
          <ac:chgData name="Henri Arvis (Student at CentraleSupelec)" userId="S::henri.arvis@student-cs.fr::2eec99dc-37bd-428a-ae0e-36fa30341aa6" providerId="AD" clId="Web-{12ABEF57-AFF9-4FD4-A12A-B4C59812ABB4}" dt="2024-03-27T08:46:38.967" v="2"/>
          <ac:picMkLst>
            <pc:docMk/>
            <pc:sldMk cId="563373345" sldId="320"/>
            <ac:picMk id="4" creationId="{ED909EB2-8ED0-0ADA-118B-2111162B2982}"/>
          </ac:picMkLst>
        </pc:picChg>
        <pc:picChg chg="del">
          <ac:chgData name="Henri Arvis (Student at CentraleSupelec)" userId="S::henri.arvis@student-cs.fr::2eec99dc-37bd-428a-ae0e-36fa30341aa6" providerId="AD" clId="Web-{12ABEF57-AFF9-4FD4-A12A-B4C59812ABB4}" dt="2024-03-27T08:46:39.827" v="3"/>
          <ac:picMkLst>
            <pc:docMk/>
            <pc:sldMk cId="563373345" sldId="320"/>
            <ac:picMk id="11" creationId="{C1CD179B-E5E2-17F5-75DB-91AA1D950EAD}"/>
          </ac:picMkLst>
        </pc:picChg>
        <pc:picChg chg="del">
          <ac:chgData name="Henri Arvis (Student at CentraleSupelec)" userId="S::henri.arvis@student-cs.fr::2eec99dc-37bd-428a-ae0e-36fa30341aa6" providerId="AD" clId="Web-{12ABEF57-AFF9-4FD4-A12A-B4C59812ABB4}" dt="2024-03-27T08:46:37.905" v="1"/>
          <ac:picMkLst>
            <pc:docMk/>
            <pc:sldMk cId="563373345" sldId="320"/>
            <ac:picMk id="15" creationId="{0DFD2C0E-7C01-FF4D-362C-4FCB088ABF28}"/>
          </ac:picMkLst>
        </pc:picChg>
      </pc:sldChg>
    </pc:docChg>
  </pc:docChgLst>
  <pc:docChgLst>
    <pc:chgData name="Henri Arvis (Student at CentraleSupelec)" userId="2eec99dc-37bd-428a-ae0e-36fa30341aa6" providerId="ADAL" clId="{45539712-0BFD-654F-B8B2-8AF500508F02}"/>
    <pc:docChg chg="undo custSel addSld delSld modSld">
      <pc:chgData name="Henri Arvis (Student at CentraleSupelec)" userId="2eec99dc-37bd-428a-ae0e-36fa30341aa6" providerId="ADAL" clId="{45539712-0BFD-654F-B8B2-8AF500508F02}" dt="2024-03-20T08:19:06.728" v="94" actId="20577"/>
      <pc:docMkLst>
        <pc:docMk/>
      </pc:docMkLst>
      <pc:sldChg chg="modSp mod">
        <pc:chgData name="Henri Arvis (Student at CentraleSupelec)" userId="2eec99dc-37bd-428a-ae0e-36fa30341aa6" providerId="ADAL" clId="{45539712-0BFD-654F-B8B2-8AF500508F02}" dt="2024-03-20T08:18:59.978" v="90" actId="20577"/>
        <pc:sldMkLst>
          <pc:docMk/>
          <pc:sldMk cId="3644075111" sldId="302"/>
        </pc:sldMkLst>
        <pc:spChg chg="mod">
          <ac:chgData name="Henri Arvis (Student at CentraleSupelec)" userId="2eec99dc-37bd-428a-ae0e-36fa30341aa6" providerId="ADAL" clId="{45539712-0BFD-654F-B8B2-8AF500508F02}" dt="2024-03-20T08:15:31.373" v="47" actId="1076"/>
          <ac:spMkLst>
            <pc:docMk/>
            <pc:sldMk cId="3644075111" sldId="302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5:52.467" v="49" actId="1076"/>
          <ac:spMkLst>
            <pc:docMk/>
            <pc:sldMk cId="3644075111" sldId="302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4:50.720" v="44" actId="20577"/>
          <ac:spMkLst>
            <pc:docMk/>
            <pc:sldMk cId="3644075111" sldId="302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5:47.455" v="48" actId="1076"/>
          <ac:spMkLst>
            <pc:docMk/>
            <pc:sldMk cId="3644075111" sldId="302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8:59.978" v="90" actId="20577"/>
          <ac:spMkLst>
            <pc:docMk/>
            <pc:sldMk cId="3644075111" sldId="302"/>
            <ac:spMk id="9" creationId="{49DA495F-B0BD-1ABF-7D02-55921EB8A0BD}"/>
          </ac:spMkLst>
        </pc:spChg>
      </pc:sldChg>
      <pc:sldChg chg="addSp delSp modSp del mod">
        <pc:chgData name="Henri Arvis (Student at CentraleSupelec)" userId="2eec99dc-37bd-428a-ae0e-36fa30341aa6" providerId="ADAL" clId="{45539712-0BFD-654F-B8B2-8AF500508F02}" dt="2024-03-20T08:18:42.823" v="87" actId="2696"/>
        <pc:sldMkLst>
          <pc:docMk/>
          <pc:sldMk cId="1953562103" sldId="303"/>
        </pc:sldMkLst>
        <pc:spChg chg="mod">
          <ac:chgData name="Henri Arvis (Student at CentraleSupelec)" userId="2eec99dc-37bd-428a-ae0e-36fa30341aa6" providerId="ADAL" clId="{45539712-0BFD-654F-B8B2-8AF500508F02}" dt="2024-03-20T08:17:21.753" v="63" actId="1076"/>
          <ac:spMkLst>
            <pc:docMk/>
            <pc:sldMk cId="1953562103" sldId="303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7:46.737" v="69" actId="1076"/>
          <ac:spMkLst>
            <pc:docMk/>
            <pc:sldMk cId="1953562103" sldId="303"/>
            <ac:spMk id="9" creationId="{CFDD5E1E-1F04-F59B-4041-50F03A92F873}"/>
          </ac:spMkLst>
        </pc:spChg>
        <pc:spChg chg="add del mod">
          <ac:chgData name="Henri Arvis (Student at CentraleSupelec)" userId="2eec99dc-37bd-428a-ae0e-36fa30341aa6" providerId="ADAL" clId="{45539712-0BFD-654F-B8B2-8AF500508F02}" dt="2024-03-20T08:17:40.217" v="68" actId="478"/>
          <ac:spMkLst>
            <pc:docMk/>
            <pc:sldMk cId="1953562103" sldId="303"/>
            <ac:spMk id="10" creationId="{ACC6D809-E08D-532A-5338-1ACCCE74ECBF}"/>
          </ac:spMkLst>
        </pc:spChg>
      </pc:sldChg>
      <pc:sldChg chg="modSp del mod">
        <pc:chgData name="Henri Arvis (Student at CentraleSupelec)" userId="2eec99dc-37bd-428a-ae0e-36fa30341aa6" providerId="ADAL" clId="{45539712-0BFD-654F-B8B2-8AF500508F02}" dt="2024-03-20T08:18:44.321" v="88" actId="2696"/>
        <pc:sldMkLst>
          <pc:docMk/>
          <pc:sldMk cId="1911578680" sldId="304"/>
        </pc:sldMkLst>
        <pc:spChg chg="mod">
          <ac:chgData name="Henri Arvis (Student at CentraleSupelec)" userId="2eec99dc-37bd-428a-ae0e-36fa30341aa6" providerId="ADAL" clId="{45539712-0BFD-654F-B8B2-8AF500508F02}" dt="2024-03-20T08:16:55.824" v="62" actId="1076"/>
          <ac:spMkLst>
            <pc:docMk/>
            <pc:sldMk cId="1911578680" sldId="304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6:50.179" v="61" actId="1076"/>
          <ac:spMkLst>
            <pc:docMk/>
            <pc:sldMk cId="1911578680" sldId="304"/>
            <ac:spMk id="5" creationId="{7EB532A0-BE93-DF02-E41C-CC78434AB2E5}"/>
          </ac:spMkLst>
        </pc:spChg>
        <pc:spChg chg="mod">
          <ac:chgData name="Henri Arvis (Student at CentraleSupelec)" userId="2eec99dc-37bd-428a-ae0e-36fa30341aa6" providerId="ADAL" clId="{45539712-0BFD-654F-B8B2-8AF500508F02}" dt="2024-03-20T08:16:46.466" v="60" actId="1076"/>
          <ac:spMkLst>
            <pc:docMk/>
            <pc:sldMk cId="1911578680" sldId="304"/>
            <ac:spMk id="6" creationId="{6BB42A9A-64DF-3787-5AAC-F2644E5BEF5B}"/>
          </ac:spMkLst>
        </pc:spChg>
        <pc:spChg chg="mod">
          <ac:chgData name="Henri Arvis (Student at CentraleSupelec)" userId="2eec99dc-37bd-428a-ae0e-36fa30341aa6" providerId="ADAL" clId="{45539712-0BFD-654F-B8B2-8AF500508F02}" dt="2024-03-20T08:16:39.771" v="58" actId="1076"/>
          <ac:spMkLst>
            <pc:docMk/>
            <pc:sldMk cId="1911578680" sldId="304"/>
            <ac:spMk id="8" creationId="{2B907F35-4FCB-0082-A3A4-39E3F994EFD9}"/>
          </ac:spMkLst>
        </pc:spChg>
        <pc:spChg chg="mod">
          <ac:chgData name="Henri Arvis (Student at CentraleSupelec)" userId="2eec99dc-37bd-428a-ae0e-36fa30341aa6" providerId="ADAL" clId="{45539712-0BFD-654F-B8B2-8AF500508F02}" dt="2024-03-20T08:16:17.967" v="54" actId="1076"/>
          <ac:spMkLst>
            <pc:docMk/>
            <pc:sldMk cId="1911578680" sldId="304"/>
            <ac:spMk id="9" creationId="{CFDD5E1E-1F04-F59B-4041-50F03A92F873}"/>
          </ac:spMkLst>
        </pc:spChg>
      </pc:sldChg>
      <pc:sldChg chg="modSp add mod">
        <pc:chgData name="Henri Arvis (Student at CentraleSupelec)" userId="2eec99dc-37bd-428a-ae0e-36fa30341aa6" providerId="ADAL" clId="{45539712-0BFD-654F-B8B2-8AF500508F02}" dt="2024-03-20T08:19:02.674" v="92" actId="20577"/>
        <pc:sldMkLst>
          <pc:docMk/>
          <pc:sldMk cId="2687400349" sldId="305"/>
        </pc:sldMkLst>
        <pc:spChg chg="mod">
          <ac:chgData name="Henri Arvis (Student at CentraleSupelec)" userId="2eec99dc-37bd-428a-ae0e-36fa30341aa6" providerId="ADAL" clId="{45539712-0BFD-654F-B8B2-8AF500508F02}" dt="2024-03-20T08:18:25.262" v="81" actId="20577"/>
          <ac:spMkLst>
            <pc:docMk/>
            <pc:sldMk cId="2687400349" sldId="305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9:02.674" v="92" actId="20577"/>
          <ac:spMkLst>
            <pc:docMk/>
            <pc:sldMk cId="2687400349" sldId="305"/>
            <ac:spMk id="9" creationId="{49DA495F-B0BD-1ABF-7D02-55921EB8A0BD}"/>
          </ac:spMkLst>
        </pc:spChg>
      </pc:sldChg>
      <pc:sldChg chg="modSp add mod">
        <pc:chgData name="Henri Arvis (Student at CentraleSupelec)" userId="2eec99dc-37bd-428a-ae0e-36fa30341aa6" providerId="ADAL" clId="{45539712-0BFD-654F-B8B2-8AF500508F02}" dt="2024-03-20T08:19:06.728" v="94" actId="20577"/>
        <pc:sldMkLst>
          <pc:docMk/>
          <pc:sldMk cId="3198216006" sldId="306"/>
        </pc:sldMkLst>
        <pc:spChg chg="mod">
          <ac:chgData name="Henri Arvis (Student at CentraleSupelec)" userId="2eec99dc-37bd-428a-ae0e-36fa30341aa6" providerId="ADAL" clId="{45539712-0BFD-654F-B8B2-8AF500508F02}" dt="2024-03-20T08:18:36.088" v="86" actId="20577"/>
          <ac:spMkLst>
            <pc:docMk/>
            <pc:sldMk cId="3198216006" sldId="306"/>
            <ac:spMk id="4" creationId="{AC1CA36B-A0E0-9EAB-FA68-07ADC3CBABCD}"/>
          </ac:spMkLst>
        </pc:spChg>
        <pc:spChg chg="mod">
          <ac:chgData name="Henri Arvis (Student at CentraleSupelec)" userId="2eec99dc-37bd-428a-ae0e-36fa30341aa6" providerId="ADAL" clId="{45539712-0BFD-654F-B8B2-8AF500508F02}" dt="2024-03-20T08:19:06.728" v="94" actId="20577"/>
          <ac:spMkLst>
            <pc:docMk/>
            <pc:sldMk cId="3198216006" sldId="306"/>
            <ac:spMk id="9" creationId="{49DA495F-B0BD-1ABF-7D02-55921EB8A0BD}"/>
          </ac:spMkLst>
        </pc:spChg>
      </pc:sldChg>
    </pc:docChg>
  </pc:docChgLst>
  <pc:docChgLst>
    <pc:chgData name="Benoît Lugardon (Student at CentraleSupelec)" userId="46a651e7-4433-4f81-9f97-edbcb86f0395" providerId="ADAL" clId="{FA163BA8-DA80-4576-98C5-3D6EE6048162}"/>
    <pc:docChg chg="custSel delSld modSld">
      <pc:chgData name="Benoît Lugardon (Student at CentraleSupelec)" userId="46a651e7-4433-4f81-9f97-edbcb86f0395" providerId="ADAL" clId="{FA163BA8-DA80-4576-98C5-3D6EE6048162}" dt="2024-03-27T08:52:17.565" v="143" actId="20577"/>
      <pc:docMkLst>
        <pc:docMk/>
      </pc:docMkLst>
      <pc:sldChg chg="modSp mod">
        <pc:chgData name="Benoît Lugardon (Student at CentraleSupelec)" userId="46a651e7-4433-4f81-9f97-edbcb86f0395" providerId="ADAL" clId="{FA163BA8-DA80-4576-98C5-3D6EE6048162}" dt="2024-03-27T08:35:32.430" v="9" actId="14100"/>
        <pc:sldMkLst>
          <pc:docMk/>
          <pc:sldMk cId="2436156441" sldId="314"/>
        </pc:sldMkLst>
        <pc:picChg chg="mod">
          <ac:chgData name="Benoît Lugardon (Student at CentraleSupelec)" userId="46a651e7-4433-4f81-9f97-edbcb86f0395" providerId="ADAL" clId="{FA163BA8-DA80-4576-98C5-3D6EE6048162}" dt="2024-03-27T08:34:41.446" v="3" actId="1076"/>
          <ac:picMkLst>
            <pc:docMk/>
            <pc:sldMk cId="2436156441" sldId="314"/>
            <ac:picMk id="5" creationId="{0E2CB8AF-5557-CDFF-4914-3AC170357626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4:21.894" v="0" actId="14100"/>
          <ac:picMkLst>
            <pc:docMk/>
            <pc:sldMk cId="2436156441" sldId="314"/>
            <ac:picMk id="6" creationId="{13BDC9FF-8E14-F411-7C52-F9FEDAD4563A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5:16.840" v="8" actId="14100"/>
          <ac:picMkLst>
            <pc:docMk/>
            <pc:sldMk cId="2436156441" sldId="314"/>
            <ac:picMk id="14" creationId="{84B6E374-45C3-BA90-7D28-3A187F9CE39A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5:32.430" v="9" actId="14100"/>
          <ac:picMkLst>
            <pc:docMk/>
            <pc:sldMk cId="2436156441" sldId="314"/>
            <ac:picMk id="16" creationId="{0E0B34AD-33CE-C6DB-4BBE-2BFF0C1A2C3C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5:03.929" v="5" actId="14100"/>
          <ac:picMkLst>
            <pc:docMk/>
            <pc:sldMk cId="2436156441" sldId="314"/>
            <ac:picMk id="17" creationId="{344E26AF-77E4-CEA7-B4B2-5AD1E904B9A7}"/>
          </ac:picMkLst>
        </pc:picChg>
      </pc:sldChg>
      <pc:sldChg chg="modSp mod">
        <pc:chgData name="Benoît Lugardon (Student at CentraleSupelec)" userId="46a651e7-4433-4f81-9f97-edbcb86f0395" providerId="ADAL" clId="{FA163BA8-DA80-4576-98C5-3D6EE6048162}" dt="2024-03-27T08:37:06.475" v="25" actId="1076"/>
        <pc:sldMkLst>
          <pc:docMk/>
          <pc:sldMk cId="2691785319" sldId="315"/>
        </pc:sldMkLst>
        <pc:picChg chg="mod">
          <ac:chgData name="Benoît Lugardon (Student at CentraleSupelec)" userId="46a651e7-4433-4f81-9f97-edbcb86f0395" providerId="ADAL" clId="{FA163BA8-DA80-4576-98C5-3D6EE6048162}" dt="2024-03-27T08:35:38.997" v="10" actId="14100"/>
          <ac:picMkLst>
            <pc:docMk/>
            <pc:sldMk cId="2691785319" sldId="315"/>
            <ac:picMk id="8" creationId="{29019D41-747A-3223-9D3C-B4609196FB2F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6:24.667" v="17" actId="14100"/>
          <ac:picMkLst>
            <pc:docMk/>
            <pc:sldMk cId="2691785319" sldId="315"/>
            <ac:picMk id="9" creationId="{7B6B040A-0FE3-BC86-BA00-5905EB1D91F0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5:59.462" v="13" actId="1076"/>
          <ac:picMkLst>
            <pc:docMk/>
            <pc:sldMk cId="2691785319" sldId="315"/>
            <ac:picMk id="10" creationId="{B722B6DA-DA8A-03B2-FAFE-28C8497B01FD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6:27.245" v="18" actId="1076"/>
          <ac:picMkLst>
            <pc:docMk/>
            <pc:sldMk cId="2691785319" sldId="315"/>
            <ac:picMk id="11" creationId="{68D1E4BD-5D0B-7C72-3129-795AC548DC9E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7:06.475" v="25" actId="1076"/>
          <ac:picMkLst>
            <pc:docMk/>
            <pc:sldMk cId="2691785319" sldId="315"/>
            <ac:picMk id="12" creationId="{BE52BFA4-FD28-FB85-3B1D-2C97CC7076F7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6:51.455" v="23" actId="14100"/>
          <ac:picMkLst>
            <pc:docMk/>
            <pc:sldMk cId="2691785319" sldId="315"/>
            <ac:picMk id="14" creationId="{5EEA49F3-AC46-CC4D-E221-06F47BC6B6F1}"/>
          </ac:picMkLst>
        </pc:picChg>
      </pc:sldChg>
      <pc:sldChg chg="modSp mod">
        <pc:chgData name="Benoît Lugardon (Student at CentraleSupelec)" userId="46a651e7-4433-4f81-9f97-edbcb86f0395" providerId="ADAL" clId="{FA163BA8-DA80-4576-98C5-3D6EE6048162}" dt="2024-03-27T08:46:47.939" v="77" actId="20577"/>
        <pc:sldMkLst>
          <pc:docMk/>
          <pc:sldMk cId="2940679564" sldId="316"/>
        </pc:sldMkLst>
        <pc:spChg chg="mod">
          <ac:chgData name="Benoît Lugardon (Student at CentraleSupelec)" userId="46a651e7-4433-4f81-9f97-edbcb86f0395" providerId="ADAL" clId="{FA163BA8-DA80-4576-98C5-3D6EE6048162}" dt="2024-03-27T08:46:47.939" v="77" actId="20577"/>
          <ac:spMkLst>
            <pc:docMk/>
            <pc:sldMk cId="2940679564" sldId="316"/>
            <ac:spMk id="7" creationId="{288B07F2-4C63-C86B-A6FE-2EFF934E8946}"/>
          </ac:spMkLst>
        </pc:spChg>
        <pc:picChg chg="mod">
          <ac:chgData name="Benoît Lugardon (Student at CentraleSupelec)" userId="46a651e7-4433-4f81-9f97-edbcb86f0395" providerId="ADAL" clId="{FA163BA8-DA80-4576-98C5-3D6EE6048162}" dt="2024-03-27T08:38:32.737" v="35" actId="14100"/>
          <ac:picMkLst>
            <pc:docMk/>
            <pc:sldMk cId="2940679564" sldId="316"/>
            <ac:picMk id="6" creationId="{D2D6974D-A01E-ABCF-35B8-73852CF80778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8:16.619" v="33" actId="1076"/>
          <ac:picMkLst>
            <pc:docMk/>
            <pc:sldMk cId="2940679564" sldId="316"/>
            <ac:picMk id="11" creationId="{04A9DE54-DB19-4585-EEA6-90CA2D32C391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7:45.530" v="32" actId="14100"/>
          <ac:picMkLst>
            <pc:docMk/>
            <pc:sldMk cId="2940679564" sldId="316"/>
            <ac:picMk id="12" creationId="{B9947E2B-1522-03DE-7188-3E2025DE3D34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39:04.951" v="37" actId="14100"/>
          <ac:picMkLst>
            <pc:docMk/>
            <pc:sldMk cId="2940679564" sldId="316"/>
            <ac:picMk id="13" creationId="{7615C9D7-7A8D-2A69-3E00-40DA534C0C94}"/>
          </ac:picMkLst>
        </pc:picChg>
      </pc:sldChg>
      <pc:sldChg chg="delSp modSp mod">
        <pc:chgData name="Benoît Lugardon (Student at CentraleSupelec)" userId="46a651e7-4433-4f81-9f97-edbcb86f0395" providerId="ADAL" clId="{FA163BA8-DA80-4576-98C5-3D6EE6048162}" dt="2024-03-27T08:49:14.752" v="105" actId="14100"/>
        <pc:sldMkLst>
          <pc:docMk/>
          <pc:sldMk cId="2963023826" sldId="317"/>
        </pc:sldMkLst>
        <pc:spChg chg="mod">
          <ac:chgData name="Benoît Lugardon (Student at CentraleSupelec)" userId="46a651e7-4433-4f81-9f97-edbcb86f0395" providerId="ADAL" clId="{FA163BA8-DA80-4576-98C5-3D6EE6048162}" dt="2024-03-27T08:46:59.322" v="85" actId="20577"/>
          <ac:spMkLst>
            <pc:docMk/>
            <pc:sldMk cId="2963023826" sldId="317"/>
            <ac:spMk id="7" creationId="{288B07F2-4C63-C86B-A6FE-2EFF934E8946}"/>
          </ac:spMkLst>
        </pc:spChg>
        <pc:picChg chg="mod">
          <ac:chgData name="Benoît Lugardon (Student at CentraleSupelec)" userId="46a651e7-4433-4f81-9f97-edbcb86f0395" providerId="ADAL" clId="{FA163BA8-DA80-4576-98C5-3D6EE6048162}" dt="2024-03-27T08:47:07.081" v="87" actId="1076"/>
          <ac:picMkLst>
            <pc:docMk/>
            <pc:sldMk cId="2963023826" sldId="317"/>
            <ac:picMk id="4" creationId="{401D9DB5-5BC2-E278-25CF-7743940E0D94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48:37.684" v="101" actId="14100"/>
          <ac:picMkLst>
            <pc:docMk/>
            <pc:sldMk cId="2963023826" sldId="317"/>
            <ac:picMk id="5" creationId="{B15C0F0D-8EA9-432F-AA84-013EF5A267E6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47:57.488" v="96" actId="1076"/>
          <ac:picMkLst>
            <pc:docMk/>
            <pc:sldMk cId="2963023826" sldId="317"/>
            <ac:picMk id="6" creationId="{28AF6100-05B0-EDD3-69B1-D9999365126F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48:04.788" v="98" actId="14100"/>
          <ac:picMkLst>
            <pc:docMk/>
            <pc:sldMk cId="2963023826" sldId="317"/>
            <ac:picMk id="8" creationId="{280591B2-B332-2D19-A20B-96EB52042A06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49:14.752" v="105" actId="14100"/>
          <ac:picMkLst>
            <pc:docMk/>
            <pc:sldMk cId="2963023826" sldId="317"/>
            <ac:picMk id="9" creationId="{1E397379-E1BC-A40E-7C5D-7E263526F4DE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49:06.465" v="104" actId="14100"/>
          <ac:picMkLst>
            <pc:docMk/>
            <pc:sldMk cId="2963023826" sldId="317"/>
            <ac:picMk id="10" creationId="{503A3879-1731-AC92-43FF-61027784A75F}"/>
          </ac:picMkLst>
        </pc:picChg>
        <pc:picChg chg="del mod">
          <ac:chgData name="Benoît Lugardon (Student at CentraleSupelec)" userId="46a651e7-4433-4f81-9f97-edbcb86f0395" providerId="ADAL" clId="{FA163BA8-DA80-4576-98C5-3D6EE6048162}" dt="2024-03-27T08:44:17.426" v="47" actId="478"/>
          <ac:picMkLst>
            <pc:docMk/>
            <pc:sldMk cId="2963023826" sldId="317"/>
            <ac:picMk id="11" creationId="{EEFE31E3-F92A-0BA3-F706-406A04E703A9}"/>
          </ac:picMkLst>
        </pc:picChg>
        <pc:picChg chg="del mod">
          <ac:chgData name="Benoît Lugardon (Student at CentraleSupelec)" userId="46a651e7-4433-4f81-9f97-edbcb86f0395" providerId="ADAL" clId="{FA163BA8-DA80-4576-98C5-3D6EE6048162}" dt="2024-03-27T08:44:51.463" v="51" actId="478"/>
          <ac:picMkLst>
            <pc:docMk/>
            <pc:sldMk cId="2963023826" sldId="317"/>
            <ac:picMk id="14" creationId="{A1C9D23A-9A8F-1FC8-DB64-472C5C36BA49}"/>
          </ac:picMkLst>
        </pc:picChg>
        <pc:picChg chg="del">
          <ac:chgData name="Benoît Lugardon (Student at CentraleSupelec)" userId="46a651e7-4433-4f81-9f97-edbcb86f0395" providerId="ADAL" clId="{FA163BA8-DA80-4576-98C5-3D6EE6048162}" dt="2024-03-27T08:46:06.545" v="64" actId="478"/>
          <ac:picMkLst>
            <pc:docMk/>
            <pc:sldMk cId="2963023826" sldId="317"/>
            <ac:picMk id="15" creationId="{E1268F42-9C92-E8E1-7722-88FD305B5C21}"/>
          </ac:picMkLst>
        </pc:picChg>
        <pc:picChg chg="del">
          <ac:chgData name="Benoît Lugardon (Student at CentraleSupelec)" userId="46a651e7-4433-4f81-9f97-edbcb86f0395" providerId="ADAL" clId="{FA163BA8-DA80-4576-98C5-3D6EE6048162}" dt="2024-03-27T08:45:54.640" v="61" actId="478"/>
          <ac:picMkLst>
            <pc:docMk/>
            <pc:sldMk cId="2963023826" sldId="317"/>
            <ac:picMk id="16" creationId="{D9F950B8-1EF2-DF94-5288-9D191933D8C1}"/>
          </ac:picMkLst>
        </pc:picChg>
      </pc:sldChg>
      <pc:sldChg chg="addSp delSp modSp mod">
        <pc:chgData name="Benoît Lugardon (Student at CentraleSupelec)" userId="46a651e7-4433-4f81-9f97-edbcb86f0395" providerId="ADAL" clId="{FA163BA8-DA80-4576-98C5-3D6EE6048162}" dt="2024-03-27T08:51:00.533" v="127" actId="478"/>
        <pc:sldMkLst>
          <pc:docMk/>
          <pc:sldMk cId="3092856921" sldId="318"/>
        </pc:sldMkLst>
        <pc:spChg chg="mod">
          <ac:chgData name="Benoît Lugardon (Student at CentraleSupelec)" userId="46a651e7-4433-4f81-9f97-edbcb86f0395" providerId="ADAL" clId="{FA163BA8-DA80-4576-98C5-3D6EE6048162}" dt="2024-03-27T08:49:34.851" v="113" actId="20577"/>
          <ac:spMkLst>
            <pc:docMk/>
            <pc:sldMk cId="3092856921" sldId="318"/>
            <ac:spMk id="7" creationId="{288B07F2-4C63-C86B-A6FE-2EFF934E8946}"/>
          </ac:spMkLst>
        </pc:spChg>
        <pc:picChg chg="mod">
          <ac:chgData name="Benoît Lugardon (Student at CentraleSupelec)" userId="46a651e7-4433-4f81-9f97-edbcb86f0395" providerId="ADAL" clId="{FA163BA8-DA80-4576-98C5-3D6EE6048162}" dt="2024-03-27T08:49:50.900" v="116" actId="14100"/>
          <ac:picMkLst>
            <pc:docMk/>
            <pc:sldMk cId="3092856921" sldId="318"/>
            <ac:picMk id="4" creationId="{1070F470-125E-8BDF-8ECE-A82B78C795A4}"/>
          </ac:picMkLst>
        </pc:picChg>
        <pc:picChg chg="del mod">
          <ac:chgData name="Benoît Lugardon (Student at CentraleSupelec)" userId="46a651e7-4433-4f81-9f97-edbcb86f0395" providerId="ADAL" clId="{FA163BA8-DA80-4576-98C5-3D6EE6048162}" dt="2024-03-27T08:46:23.446" v="68" actId="478"/>
          <ac:picMkLst>
            <pc:docMk/>
            <pc:sldMk cId="3092856921" sldId="318"/>
            <ac:picMk id="5" creationId="{A1E19640-A9F7-D395-091E-0264C30B4591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49:45.428" v="115" actId="1076"/>
          <ac:picMkLst>
            <pc:docMk/>
            <pc:sldMk cId="3092856921" sldId="318"/>
            <ac:picMk id="6" creationId="{AB646723-5F24-7A80-B339-9F9FADD84BD2}"/>
          </ac:picMkLst>
        </pc:picChg>
        <pc:picChg chg="del mod">
          <ac:chgData name="Benoît Lugardon (Student at CentraleSupelec)" userId="46a651e7-4433-4f81-9f97-edbcb86f0395" providerId="ADAL" clId="{FA163BA8-DA80-4576-98C5-3D6EE6048162}" dt="2024-03-27T08:51:00.533" v="127" actId="478"/>
          <ac:picMkLst>
            <pc:docMk/>
            <pc:sldMk cId="3092856921" sldId="318"/>
            <ac:picMk id="8" creationId="{2C53D7AC-1B8D-D08E-4BAE-9B1BCCF5C2E8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50:51.845" v="125" actId="14100"/>
          <ac:picMkLst>
            <pc:docMk/>
            <pc:sldMk cId="3092856921" sldId="318"/>
            <ac:picMk id="9" creationId="{488BCBDC-DA15-BC5A-6080-2C0079EFE32B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50:11.996" v="120" actId="14100"/>
          <ac:picMkLst>
            <pc:docMk/>
            <pc:sldMk cId="3092856921" sldId="318"/>
            <ac:picMk id="10" creationId="{59D2C73E-A658-97E0-8A87-4BEFE881C820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49:59.656" v="118" actId="14100"/>
          <ac:picMkLst>
            <pc:docMk/>
            <pc:sldMk cId="3092856921" sldId="318"/>
            <ac:picMk id="11" creationId="{34C1265B-953C-859E-0905-9D6614A1A444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50:57.561" v="126" actId="14100"/>
          <ac:picMkLst>
            <pc:docMk/>
            <pc:sldMk cId="3092856921" sldId="318"/>
            <ac:picMk id="12" creationId="{ACB92FC5-B105-7CA2-83DE-5F642230AD99}"/>
          </ac:picMkLst>
        </pc:picChg>
      </pc:sldChg>
      <pc:sldChg chg="addSp delSp modSp mod">
        <pc:chgData name="Benoît Lugardon (Student at CentraleSupelec)" userId="46a651e7-4433-4f81-9f97-edbcb86f0395" providerId="ADAL" clId="{FA163BA8-DA80-4576-98C5-3D6EE6048162}" dt="2024-03-27T08:52:17.565" v="143" actId="20577"/>
        <pc:sldMkLst>
          <pc:docMk/>
          <pc:sldMk cId="11263677" sldId="319"/>
        </pc:sldMkLst>
        <pc:spChg chg="mod">
          <ac:chgData name="Benoît Lugardon (Student at CentraleSupelec)" userId="46a651e7-4433-4f81-9f97-edbcb86f0395" providerId="ADAL" clId="{FA163BA8-DA80-4576-98C5-3D6EE6048162}" dt="2024-03-27T08:52:17.565" v="143" actId="20577"/>
          <ac:spMkLst>
            <pc:docMk/>
            <pc:sldMk cId="11263677" sldId="319"/>
            <ac:spMk id="7" creationId="{288B07F2-4C63-C86B-A6FE-2EFF934E8946}"/>
          </ac:spMkLst>
        </pc:spChg>
        <pc:picChg chg="add mod">
          <ac:chgData name="Benoît Lugardon (Student at CentraleSupelec)" userId="46a651e7-4433-4f81-9f97-edbcb86f0395" providerId="ADAL" clId="{FA163BA8-DA80-4576-98C5-3D6EE6048162}" dt="2024-03-27T08:51:13.941" v="129" actId="1076"/>
          <ac:picMkLst>
            <pc:docMk/>
            <pc:sldMk cId="11263677" sldId="319"/>
            <ac:picMk id="4" creationId="{FD4A6908-8A0D-4356-A1B4-C27610767C86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51:56.709" v="134" actId="14100"/>
          <ac:picMkLst>
            <pc:docMk/>
            <pc:sldMk cId="11263677" sldId="319"/>
            <ac:picMk id="5" creationId="{020CD642-AD7D-7E72-4257-E64B34AC4848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51:46.519" v="132" actId="14100"/>
          <ac:picMkLst>
            <pc:docMk/>
            <pc:sldMk cId="11263677" sldId="319"/>
            <ac:picMk id="6" creationId="{8AA432D1-8493-2CD1-B639-F8B16528183D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51:22.410" v="130" actId="14100"/>
          <ac:picMkLst>
            <pc:docMk/>
            <pc:sldMk cId="11263677" sldId="319"/>
            <ac:picMk id="8" creationId="{229A463F-0FD9-4C07-FF40-073F5F609762}"/>
          </ac:picMkLst>
        </pc:picChg>
        <pc:picChg chg="add mod">
          <ac:chgData name="Benoît Lugardon (Student at CentraleSupelec)" userId="46a651e7-4433-4f81-9f97-edbcb86f0395" providerId="ADAL" clId="{FA163BA8-DA80-4576-98C5-3D6EE6048162}" dt="2024-03-27T08:46:31.718" v="70" actId="1076"/>
          <ac:picMkLst>
            <pc:docMk/>
            <pc:sldMk cId="11263677" sldId="319"/>
            <ac:picMk id="9" creationId="{9A18F283-77DC-2284-7DDD-9D3FB676A7EF}"/>
          </ac:picMkLst>
        </pc:picChg>
        <pc:picChg chg="mod">
          <ac:chgData name="Benoît Lugardon (Student at CentraleSupelec)" userId="46a651e7-4433-4f81-9f97-edbcb86f0395" providerId="ADAL" clId="{FA163BA8-DA80-4576-98C5-3D6EE6048162}" dt="2024-03-27T08:52:09.243" v="136" actId="14100"/>
          <ac:picMkLst>
            <pc:docMk/>
            <pc:sldMk cId="11263677" sldId="319"/>
            <ac:picMk id="11" creationId="{584AA3DB-4823-09CB-B920-714281A8E748}"/>
          </ac:picMkLst>
        </pc:picChg>
        <pc:picChg chg="del">
          <ac:chgData name="Benoît Lugardon (Student at CentraleSupelec)" userId="46a651e7-4433-4f81-9f97-edbcb86f0395" providerId="ADAL" clId="{FA163BA8-DA80-4576-98C5-3D6EE6048162}" dt="2024-03-27T08:45:36.238" v="58" actId="478"/>
          <ac:picMkLst>
            <pc:docMk/>
            <pc:sldMk cId="11263677" sldId="319"/>
            <ac:picMk id="14" creationId="{D0C3BEFC-F917-FC26-7BD3-EB3681335F47}"/>
          </ac:picMkLst>
        </pc:picChg>
        <pc:picChg chg="del">
          <ac:chgData name="Benoît Lugardon (Student at CentraleSupelec)" userId="46a651e7-4433-4f81-9f97-edbcb86f0395" providerId="ADAL" clId="{FA163BA8-DA80-4576-98C5-3D6EE6048162}" dt="2024-03-27T08:45:18.089" v="55" actId="478"/>
          <ac:picMkLst>
            <pc:docMk/>
            <pc:sldMk cId="11263677" sldId="319"/>
            <ac:picMk id="15" creationId="{46FEC7C5-3340-253A-5124-070DD84DD312}"/>
          </ac:picMkLst>
        </pc:picChg>
      </pc:sldChg>
      <pc:sldChg chg="del">
        <pc:chgData name="Benoît Lugardon (Student at CentraleSupelec)" userId="46a651e7-4433-4f81-9f97-edbcb86f0395" providerId="ADAL" clId="{FA163BA8-DA80-4576-98C5-3D6EE6048162}" dt="2024-03-27T08:40:14.921" v="38" actId="47"/>
        <pc:sldMkLst>
          <pc:docMk/>
          <pc:sldMk cId="4284608903" sldId="320"/>
        </pc:sldMkLst>
      </pc:sldChg>
    </pc:docChg>
  </pc:docChgLst>
  <pc:docChgLst>
    <pc:chgData name="Thomas Bordino (Student at CentraleSupelec)" userId="S::thomas.bordino@student-cs.fr::059e5d54-57bf-4e3d-9785-61ef755fb47f" providerId="AD" clId="Web-{26237565-91A8-46BA-BBAD-AA3E654AAAA2}"/>
    <pc:docChg chg="addSld modSld">
      <pc:chgData name="Thomas Bordino (Student at CentraleSupelec)" userId="S::thomas.bordino@student-cs.fr::059e5d54-57bf-4e3d-9785-61ef755fb47f" providerId="AD" clId="Web-{26237565-91A8-46BA-BBAD-AA3E654AAAA2}" dt="2024-03-27T08:32:34.979" v="149"/>
      <pc:docMkLst>
        <pc:docMk/>
      </pc:docMkLst>
      <pc:sldChg chg="addSp delSp modSp">
        <pc:chgData name="Thomas Bordino (Student at CentraleSupelec)" userId="S::thomas.bordino@student-cs.fr::059e5d54-57bf-4e3d-9785-61ef755fb47f" providerId="AD" clId="Web-{26237565-91A8-46BA-BBAD-AA3E654AAAA2}" dt="2024-03-27T08:32:12.932" v="146" actId="20577"/>
        <pc:sldMkLst>
          <pc:docMk/>
          <pc:sldMk cId="2687400349" sldId="305"/>
        </pc:sldMkLst>
        <pc:spChg chg="add del mod">
          <ac:chgData name="Thomas Bordino (Student at CentraleSupelec)" userId="S::thomas.bordino@student-cs.fr::059e5d54-57bf-4e3d-9785-61ef755fb47f" providerId="AD" clId="Web-{26237565-91A8-46BA-BBAD-AA3E654AAAA2}" dt="2024-03-27T08:32:12.932" v="146" actId="20577"/>
          <ac:spMkLst>
            <pc:docMk/>
            <pc:sldMk cId="2687400349" sldId="305"/>
            <ac:spMk id="7" creationId="{288B07F2-4C63-C86B-A6FE-2EFF934E8946}"/>
          </ac:spMkLst>
        </pc:spChg>
        <pc:picChg chg="add mod modCrop">
          <ac:chgData name="Thomas Bordino (Student at CentraleSupelec)" userId="S::thomas.bordino@student-cs.fr::059e5d54-57bf-4e3d-9785-61ef755fb47f" providerId="AD" clId="Web-{26237565-91A8-46BA-BBAD-AA3E654AAAA2}" dt="2024-03-27T08:31:45.603" v="132" actId="1076"/>
          <ac:picMkLst>
            <pc:docMk/>
            <pc:sldMk cId="2687400349" sldId="305"/>
            <ac:picMk id="4" creationId="{ED909EB2-8ED0-0ADA-118B-2111162B2982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31:42.696" v="131" actId="1076"/>
          <ac:picMkLst>
            <pc:docMk/>
            <pc:sldMk cId="2687400349" sldId="305"/>
            <ac:picMk id="11" creationId="{C1CD179B-E5E2-17F5-75DB-91AA1D950EAD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31:38.978" v="130" actId="1076"/>
          <ac:picMkLst>
            <pc:docMk/>
            <pc:sldMk cId="2687400349" sldId="305"/>
            <ac:picMk id="15" creationId="{0DFD2C0E-7C01-FF4D-362C-4FCB088ABF28}"/>
          </ac:picMkLst>
        </pc:picChg>
      </pc:sldChg>
      <pc:sldChg chg="addSp modSp">
        <pc:chgData name="Thomas Bordino (Student at CentraleSupelec)" userId="S::thomas.bordino@student-cs.fr::059e5d54-57bf-4e3d-9785-61ef755fb47f" providerId="AD" clId="Web-{26237565-91A8-46BA-BBAD-AA3E654AAAA2}" dt="2024-03-27T08:32:22.432" v="148" actId="20577"/>
        <pc:sldMkLst>
          <pc:docMk/>
          <pc:sldMk cId="2638672420" sldId="309"/>
        </pc:sldMkLst>
        <pc:spChg chg="mod">
          <ac:chgData name="Thomas Bordino (Student at CentraleSupelec)" userId="S::thomas.bordino@student-cs.fr::059e5d54-57bf-4e3d-9785-61ef755fb47f" providerId="AD" clId="Web-{26237565-91A8-46BA-BBAD-AA3E654AAAA2}" dt="2024-03-27T08:32:22.432" v="148" actId="20577"/>
          <ac:spMkLst>
            <pc:docMk/>
            <pc:sldMk cId="2638672420" sldId="309"/>
            <ac:spMk id="7" creationId="{288B07F2-4C63-C86B-A6FE-2EFF934E8946}"/>
          </ac:spMkLst>
        </pc:spChg>
        <pc:picChg chg="add mod modCrop">
          <ac:chgData name="Thomas Bordino (Student at CentraleSupelec)" userId="S::thomas.bordino@student-cs.fr::059e5d54-57bf-4e3d-9785-61ef755fb47f" providerId="AD" clId="Web-{26237565-91A8-46BA-BBAD-AA3E654AAAA2}" dt="2024-03-27T08:31:07.086" v="123" actId="1076"/>
          <ac:picMkLst>
            <pc:docMk/>
            <pc:sldMk cId="2638672420" sldId="309"/>
            <ac:picMk id="4" creationId="{C528A892-D07C-C921-E289-AEF54118480C}"/>
          </ac:picMkLst>
        </pc:picChg>
        <pc:picChg chg="mod modCrop">
          <ac:chgData name="Thomas Bordino (Student at CentraleSupelec)" userId="S::thomas.bordino@student-cs.fr::059e5d54-57bf-4e3d-9785-61ef755fb47f" providerId="AD" clId="Web-{26237565-91A8-46BA-BBAD-AA3E654AAAA2}" dt="2024-03-27T08:31:07.086" v="124" actId="1076"/>
          <ac:picMkLst>
            <pc:docMk/>
            <pc:sldMk cId="2638672420" sldId="309"/>
            <ac:picMk id="8" creationId="{72693442-47FE-D804-C7A3-0E67B80AAF7E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31:15.211" v="125" actId="1076"/>
          <ac:picMkLst>
            <pc:docMk/>
            <pc:sldMk cId="2638672420" sldId="309"/>
            <ac:picMk id="10" creationId="{A13C4113-E00C-6350-37F5-E8AF35783099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26237565-91A8-46BA-BBAD-AA3E654AAAA2}" dt="2024-03-27T08:23:42.104" v="104" actId="20577"/>
        <pc:sldMkLst>
          <pc:docMk/>
          <pc:sldMk cId="2436156441" sldId="314"/>
        </pc:sldMkLst>
        <pc:spChg chg="mod">
          <ac:chgData name="Thomas Bordino (Student at CentraleSupelec)" userId="S::thomas.bordino@student-cs.fr::059e5d54-57bf-4e3d-9785-61ef755fb47f" providerId="AD" clId="Web-{26237565-91A8-46BA-BBAD-AA3E654AAAA2}" dt="2024-03-27T08:23:42.104" v="104" actId="20577"/>
          <ac:spMkLst>
            <pc:docMk/>
            <pc:sldMk cId="2436156441" sldId="314"/>
            <ac:spMk id="7" creationId="{288B07F2-4C63-C86B-A6FE-2EFF934E8946}"/>
          </ac:spMkLst>
        </pc:spChg>
        <pc:picChg chg="mod">
          <ac:chgData name="Thomas Bordino (Student at CentraleSupelec)" userId="S::thomas.bordino@student-cs.fr::059e5d54-57bf-4e3d-9785-61ef755fb47f" providerId="AD" clId="Web-{26237565-91A8-46BA-BBAD-AA3E654AAAA2}" dt="2024-03-27T08:18:04.984" v="0" actId="1076"/>
          <ac:picMkLst>
            <pc:docMk/>
            <pc:sldMk cId="2436156441" sldId="314"/>
            <ac:picMk id="5" creationId="{0E2CB8AF-5557-CDFF-4914-3AC170357626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19:18.439" v="31" actId="1076"/>
          <ac:picMkLst>
            <pc:docMk/>
            <pc:sldMk cId="2436156441" sldId="314"/>
            <ac:picMk id="6" creationId="{13BDC9FF-8E14-F411-7C52-F9FEDAD4563A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18:07.922" v="1" actId="1076"/>
          <ac:picMkLst>
            <pc:docMk/>
            <pc:sldMk cId="2436156441" sldId="314"/>
            <ac:picMk id="8" creationId="{B35390D0-9302-0BB5-4E03-ADF0F8A04203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19:44.596" v="41"/>
          <ac:picMkLst>
            <pc:docMk/>
            <pc:sldMk cId="2436156441" sldId="314"/>
            <ac:picMk id="9" creationId="{5BEBC30F-1EF7-3E34-A694-5C1D77645891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20:11.035" v="52"/>
          <ac:picMkLst>
            <pc:docMk/>
            <pc:sldMk cId="2436156441" sldId="314"/>
            <ac:picMk id="10" creationId="{7C9F4F94-7145-1BF6-B2FF-BE2A00DC9880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20:27.895" v="58"/>
          <ac:picMkLst>
            <pc:docMk/>
            <pc:sldMk cId="2436156441" sldId="314"/>
            <ac:picMk id="12" creationId="{24065A0C-BE10-5207-F05E-3A1E2736756F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20:58.286" v="71"/>
          <ac:picMkLst>
            <pc:docMk/>
            <pc:sldMk cId="2436156441" sldId="314"/>
            <ac:picMk id="13" creationId="{9E57CB82-13A5-72B1-5530-A8582037BD98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18:31.547" v="7" actId="1076"/>
          <ac:picMkLst>
            <pc:docMk/>
            <pc:sldMk cId="2436156441" sldId="314"/>
            <ac:picMk id="14" creationId="{84B6E374-45C3-BA90-7D28-3A187F9CE39A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18:59.454" v="25"/>
          <ac:picMkLst>
            <pc:docMk/>
            <pc:sldMk cId="2436156441" sldId="314"/>
            <ac:picMk id="15" creationId="{CAF89801-129F-EE84-A7CC-89399BB042A7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19:16.830" v="30" actId="1076"/>
          <ac:picMkLst>
            <pc:docMk/>
            <pc:sldMk cId="2436156441" sldId="314"/>
            <ac:picMk id="16" creationId="{0E0B34AD-33CE-C6DB-4BBE-2BFF0C1A2C3C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19:32.284" v="36" actId="1076"/>
          <ac:picMkLst>
            <pc:docMk/>
            <pc:sldMk cId="2436156441" sldId="314"/>
            <ac:picMk id="17" creationId="{344E26AF-77E4-CEA7-B4B2-5AD1E904B9A7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26237565-91A8-46BA-BBAD-AA3E654AAAA2}" dt="2024-03-27T08:23:37.010" v="103" actId="20577"/>
        <pc:sldMkLst>
          <pc:docMk/>
          <pc:sldMk cId="2691785319" sldId="315"/>
        </pc:sldMkLst>
        <pc:spChg chg="mod">
          <ac:chgData name="Thomas Bordino (Student at CentraleSupelec)" userId="S::thomas.bordino@student-cs.fr::059e5d54-57bf-4e3d-9785-61ef755fb47f" providerId="AD" clId="Web-{26237565-91A8-46BA-BBAD-AA3E654AAAA2}" dt="2024-03-27T08:23:37.010" v="103" actId="20577"/>
          <ac:spMkLst>
            <pc:docMk/>
            <pc:sldMk cId="2691785319" sldId="315"/>
            <ac:spMk id="7" creationId="{288B07F2-4C63-C86B-A6FE-2EFF934E8946}"/>
          </ac:spMkLst>
        </pc:spChg>
        <pc:picChg chg="del">
          <ac:chgData name="Thomas Bordino (Student at CentraleSupelec)" userId="S::thomas.bordino@student-cs.fr::059e5d54-57bf-4e3d-9785-61ef755fb47f" providerId="AD" clId="Web-{26237565-91A8-46BA-BBAD-AA3E654AAAA2}" dt="2024-03-27T08:19:34.768" v="37"/>
          <ac:picMkLst>
            <pc:docMk/>
            <pc:sldMk cId="2691785319" sldId="315"/>
            <ac:picMk id="4" creationId="{1274F748-7253-2D88-ED8D-F6CFDE6D8EF9}"/>
          </ac:picMkLst>
        </pc:picChg>
        <pc:picChg chg="add del mod">
          <ac:chgData name="Thomas Bordino (Student at CentraleSupelec)" userId="S::thomas.bordino@student-cs.fr::059e5d54-57bf-4e3d-9785-61ef755fb47f" providerId="AD" clId="Web-{26237565-91A8-46BA-BBAD-AA3E654AAAA2}" dt="2024-03-27T08:18:38.704" v="13"/>
          <ac:picMkLst>
            <pc:docMk/>
            <pc:sldMk cId="2691785319" sldId="315"/>
            <ac:picMk id="5" creationId="{9D913F37-6763-C863-94DD-4976AE15E3D2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19:36.002" v="38"/>
          <ac:picMkLst>
            <pc:docMk/>
            <pc:sldMk cId="2691785319" sldId="315"/>
            <ac:picMk id="6" creationId="{F7F0A0D2-E09D-5710-95E8-23765156E393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19:48.847" v="43" actId="1076"/>
          <ac:picMkLst>
            <pc:docMk/>
            <pc:sldMk cId="2691785319" sldId="315"/>
            <ac:picMk id="8" creationId="{29019D41-747A-3223-9D3C-B4609196FB2F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3:34.510" v="102" actId="1076"/>
          <ac:picMkLst>
            <pc:docMk/>
            <pc:sldMk cId="2691785319" sldId="315"/>
            <ac:picMk id="9" creationId="{7B6B040A-0FE3-BC86-BA00-5905EB1D91F0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0:15.097" v="54" actId="1076"/>
          <ac:picMkLst>
            <pc:docMk/>
            <pc:sldMk cId="2691785319" sldId="315"/>
            <ac:picMk id="10" creationId="{B722B6DA-DA8A-03B2-FAFE-28C8497B01FD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19:39.549" v="39" actId="1076"/>
          <ac:picMkLst>
            <pc:docMk/>
            <pc:sldMk cId="2691785319" sldId="315"/>
            <ac:picMk id="11" creationId="{68D1E4BD-5D0B-7C72-3129-795AC548DC9E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0:21.973" v="57" actId="1076"/>
          <ac:picMkLst>
            <pc:docMk/>
            <pc:sldMk cId="2691785319" sldId="315"/>
            <ac:picMk id="12" creationId="{BE52BFA4-FD28-FB85-3B1D-2C97CC7076F7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0:07.941" v="51" actId="1076"/>
          <ac:picMkLst>
            <pc:docMk/>
            <pc:sldMk cId="2691785319" sldId="315"/>
            <ac:picMk id="14" creationId="{5EEA49F3-AC46-CC4D-E221-06F47BC6B6F1}"/>
          </ac:picMkLst>
        </pc:picChg>
        <pc:picChg chg="del mod">
          <ac:chgData name="Thomas Bordino (Student at CentraleSupelec)" userId="S::thomas.bordino@student-cs.fr::059e5d54-57bf-4e3d-9785-61ef755fb47f" providerId="AD" clId="Web-{26237565-91A8-46BA-BBAD-AA3E654AAAA2}" dt="2024-03-27T08:20:47.692" v="68"/>
          <ac:picMkLst>
            <pc:docMk/>
            <pc:sldMk cId="2691785319" sldId="315"/>
            <ac:picMk id="15" creationId="{61BA28B2-3E48-B355-B4AF-C074A7D1E67A}"/>
          </ac:picMkLst>
        </pc:picChg>
        <pc:picChg chg="del mod">
          <ac:chgData name="Thomas Bordino (Student at CentraleSupelec)" userId="S::thomas.bordino@student-cs.fr::059e5d54-57bf-4e3d-9785-61ef755fb47f" providerId="AD" clId="Web-{26237565-91A8-46BA-BBAD-AA3E654AAAA2}" dt="2024-03-27T08:20:38.942" v="63"/>
          <ac:picMkLst>
            <pc:docMk/>
            <pc:sldMk cId="2691785319" sldId="315"/>
            <ac:picMk id="16" creationId="{2FF122D9-E515-D3E9-5466-267065B58B9B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26237565-91A8-46BA-BBAD-AA3E654AAAA2}" dt="2024-03-27T08:21:01.583" v="73" actId="1076"/>
        <pc:sldMkLst>
          <pc:docMk/>
          <pc:sldMk cId="2940679564" sldId="316"/>
        </pc:sldMkLst>
        <pc:picChg chg="add mod">
          <ac:chgData name="Thomas Bordino (Student at CentraleSupelec)" userId="S::thomas.bordino@student-cs.fr::059e5d54-57bf-4e3d-9785-61ef755fb47f" providerId="AD" clId="Web-{26237565-91A8-46BA-BBAD-AA3E654AAAA2}" dt="2024-03-27T08:20:33.285" v="60" actId="1076"/>
          <ac:picMkLst>
            <pc:docMk/>
            <pc:sldMk cId="2940679564" sldId="316"/>
            <ac:picMk id="4" creationId="{F5C01C30-FF14-BA2F-B428-80AE04E5076F}"/>
          </ac:picMkLst>
        </pc:picChg>
        <pc:picChg chg="add del">
          <ac:chgData name="Thomas Bordino (Student at CentraleSupelec)" userId="S::thomas.bordino@student-cs.fr::059e5d54-57bf-4e3d-9785-61ef755fb47f" providerId="AD" clId="Web-{26237565-91A8-46BA-BBAD-AA3E654AAAA2}" dt="2024-03-27T08:19:11.533" v="28"/>
          <ac:picMkLst>
            <pc:docMk/>
            <pc:sldMk cId="2940679564" sldId="316"/>
            <ac:picMk id="5" creationId="{F5068520-57A0-7B1F-F2E1-574D9561AE38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0:45.036" v="67" actId="1076"/>
          <ac:picMkLst>
            <pc:docMk/>
            <pc:sldMk cId="2940679564" sldId="316"/>
            <ac:picMk id="6" creationId="{D2D6974D-A01E-ABCF-35B8-73852CF80778}"/>
          </ac:picMkLst>
        </pc:picChg>
        <pc:picChg chg="add del">
          <ac:chgData name="Thomas Bordino (Student at CentraleSupelec)" userId="S::thomas.bordino@student-cs.fr::059e5d54-57bf-4e3d-9785-61ef755fb47f" providerId="AD" clId="Web-{26237565-91A8-46BA-BBAD-AA3E654AAAA2}" dt="2024-03-27T08:19:23.674" v="32"/>
          <ac:picMkLst>
            <pc:docMk/>
            <pc:sldMk cId="2940679564" sldId="316"/>
            <ac:picMk id="8" creationId="{349DFC42-2672-42F1-3F37-00ACD5236965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19:51.644" v="44"/>
          <ac:picMkLst>
            <pc:docMk/>
            <pc:sldMk cId="2940679564" sldId="316"/>
            <ac:picMk id="9" creationId="{8C0F97E3-3ABA-85C8-8322-B0BB127455EA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20:18.066" v="55"/>
          <ac:picMkLst>
            <pc:docMk/>
            <pc:sldMk cId="2940679564" sldId="316"/>
            <ac:picMk id="10" creationId="{D008132E-CDDE-DABD-6BFB-E2B8E2B2D916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0:52.036" v="70" actId="1076"/>
          <ac:picMkLst>
            <pc:docMk/>
            <pc:sldMk cId="2940679564" sldId="316"/>
            <ac:picMk id="11" creationId="{04A9DE54-DB19-4585-EEA6-90CA2D32C391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0:33.832" v="61" actId="1076"/>
          <ac:picMkLst>
            <pc:docMk/>
            <pc:sldMk cId="2940679564" sldId="316"/>
            <ac:picMk id="12" creationId="{B9947E2B-1522-03DE-7188-3E2025DE3D34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0:36.489" v="62" actId="1076"/>
          <ac:picMkLst>
            <pc:docMk/>
            <pc:sldMk cId="2940679564" sldId="316"/>
            <ac:picMk id="13" creationId="{7615C9D7-7A8D-2A69-3E00-40DA534C0C94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1:01.583" v="73" actId="1076"/>
          <ac:picMkLst>
            <pc:docMk/>
            <pc:sldMk cId="2940679564" sldId="316"/>
            <ac:picMk id="14" creationId="{90DBDF72-DB2B-E587-0D4A-421CAF77A3AB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26237565-91A8-46BA-BBAD-AA3E654AAAA2}" dt="2024-03-27T08:23:00.665" v="96"/>
        <pc:sldMkLst>
          <pc:docMk/>
          <pc:sldMk cId="2963023826" sldId="317"/>
        </pc:sldMkLst>
        <pc:picChg chg="add mod">
          <ac:chgData name="Thomas Bordino (Student at CentraleSupelec)" userId="S::thomas.bordino@student-cs.fr::059e5d54-57bf-4e3d-9785-61ef755fb47f" providerId="AD" clId="Web-{26237565-91A8-46BA-BBAD-AA3E654AAAA2}" dt="2024-03-27T08:22:27.461" v="95" actId="1076"/>
          <ac:picMkLst>
            <pc:docMk/>
            <pc:sldMk cId="2963023826" sldId="317"/>
            <ac:picMk id="5" creationId="{B15C0F0D-8EA9-432F-AA84-013EF5A267E6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1:18.693" v="79" actId="14100"/>
          <ac:picMkLst>
            <pc:docMk/>
            <pc:sldMk cId="2963023826" sldId="317"/>
            <ac:picMk id="6" creationId="{28AF6100-05B0-EDD3-69B1-D9999365126F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1:33.522" v="85" actId="1076"/>
          <ac:picMkLst>
            <pc:docMk/>
            <pc:sldMk cId="2963023826" sldId="317"/>
            <ac:picMk id="8" creationId="{280591B2-B332-2D19-A20B-96EB52042A06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1:40.678" v="88" actId="1076"/>
          <ac:picMkLst>
            <pc:docMk/>
            <pc:sldMk cId="2963023826" sldId="317"/>
            <ac:picMk id="9" creationId="{1E397379-E1BC-A40E-7C5D-7E263526F4DE}"/>
          </ac:picMkLst>
        </pc:picChg>
        <pc:picChg chg="add mod">
          <ac:chgData name="Thomas Bordino (Student at CentraleSupelec)" userId="S::thomas.bordino@student-cs.fr::059e5d54-57bf-4e3d-9785-61ef755fb47f" providerId="AD" clId="Web-{26237565-91A8-46BA-BBAD-AA3E654AAAA2}" dt="2024-03-27T08:21:47.678" v="91" actId="1076"/>
          <ac:picMkLst>
            <pc:docMk/>
            <pc:sldMk cId="2963023826" sldId="317"/>
            <ac:picMk id="10" creationId="{503A3879-1731-AC92-43FF-61027784A75F}"/>
          </ac:picMkLst>
        </pc:picChg>
        <pc:picChg chg="del mod">
          <ac:chgData name="Thomas Bordino (Student at CentraleSupelec)" userId="S::thomas.bordino@student-cs.fr::059e5d54-57bf-4e3d-9785-61ef755fb47f" providerId="AD" clId="Web-{26237565-91A8-46BA-BBAD-AA3E654AAAA2}" dt="2024-03-27T08:23:00.665" v="96"/>
          <ac:picMkLst>
            <pc:docMk/>
            <pc:sldMk cId="2963023826" sldId="317"/>
            <ac:picMk id="11" creationId="{79351312-0676-A3C8-5E73-339A65C1E0CA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1:10.599" v="74" actId="1076"/>
          <ac:picMkLst>
            <pc:docMk/>
            <pc:sldMk cId="2963023826" sldId="317"/>
            <ac:picMk id="14" creationId="{A1C9D23A-9A8F-1FC8-DB64-472C5C36BA49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2:04.288" v="92" actId="1076"/>
          <ac:picMkLst>
            <pc:docMk/>
            <pc:sldMk cId="2963023826" sldId="317"/>
            <ac:picMk id="15" creationId="{E1268F42-9C92-E8E1-7722-88FD305B5C21}"/>
          </ac:picMkLst>
        </pc:picChg>
        <pc:picChg chg="mod">
          <ac:chgData name="Thomas Bordino (Student at CentraleSupelec)" userId="S::thomas.bordino@student-cs.fr::059e5d54-57bf-4e3d-9785-61ef755fb47f" providerId="AD" clId="Web-{26237565-91A8-46BA-BBAD-AA3E654AAAA2}" dt="2024-03-27T08:22:05.663" v="93" actId="1076"/>
          <ac:picMkLst>
            <pc:docMk/>
            <pc:sldMk cId="2963023826" sldId="317"/>
            <ac:picMk id="16" creationId="{D9F950B8-1EF2-DF94-5288-9D191933D8C1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26237565-91A8-46BA-BBAD-AA3E654AAAA2}" dt="2024-03-27T08:23:17.509" v="101" actId="1076"/>
        <pc:sldMkLst>
          <pc:docMk/>
          <pc:sldMk cId="3092856921" sldId="318"/>
        </pc:sldMkLst>
        <pc:picChg chg="add mod modCrop">
          <ac:chgData name="Thomas Bordino (Student at CentraleSupelec)" userId="S::thomas.bordino@student-cs.fr::059e5d54-57bf-4e3d-9785-61ef755fb47f" providerId="AD" clId="Web-{26237565-91A8-46BA-BBAD-AA3E654AAAA2}" dt="2024-03-27T08:23:17.509" v="101" actId="1076"/>
          <ac:picMkLst>
            <pc:docMk/>
            <pc:sldMk cId="3092856921" sldId="318"/>
            <ac:picMk id="4" creationId="{1070F470-125E-8BDF-8ECE-A82B78C795A4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21:28.693" v="83"/>
          <ac:picMkLst>
            <pc:docMk/>
            <pc:sldMk cId="3092856921" sldId="318"/>
            <ac:picMk id="12" creationId="{6D9A38DA-1DC5-F52A-D86E-63011B5DA9D5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21:22.740" v="80"/>
          <ac:picMkLst>
            <pc:docMk/>
            <pc:sldMk cId="3092856921" sldId="318"/>
            <ac:picMk id="13" creationId="{61398587-8D1E-63C0-2170-7132DDD393FA}"/>
          </ac:picMkLst>
        </pc:picChg>
      </pc:sldChg>
      <pc:sldChg chg="delSp">
        <pc:chgData name="Thomas Bordino (Student at CentraleSupelec)" userId="S::thomas.bordino@student-cs.fr::059e5d54-57bf-4e3d-9785-61ef755fb47f" providerId="AD" clId="Web-{26237565-91A8-46BA-BBAD-AA3E654AAAA2}" dt="2024-03-27T08:21:43.397" v="89"/>
        <pc:sldMkLst>
          <pc:docMk/>
          <pc:sldMk cId="11263677" sldId="319"/>
        </pc:sldMkLst>
        <pc:picChg chg="del">
          <ac:chgData name="Thomas Bordino (Student at CentraleSupelec)" userId="S::thomas.bordino@student-cs.fr::059e5d54-57bf-4e3d-9785-61ef755fb47f" providerId="AD" clId="Web-{26237565-91A8-46BA-BBAD-AA3E654AAAA2}" dt="2024-03-27T08:21:43.397" v="89"/>
          <ac:picMkLst>
            <pc:docMk/>
            <pc:sldMk cId="11263677" sldId="319"/>
            <ac:picMk id="16" creationId="{4129323D-908A-AB59-6D7F-8B2409D24CBB}"/>
          </ac:picMkLst>
        </pc:picChg>
        <pc:picChg chg="del">
          <ac:chgData name="Thomas Bordino (Student at CentraleSupelec)" userId="S::thomas.bordino@student-cs.fr::059e5d54-57bf-4e3d-9785-61ef755fb47f" providerId="AD" clId="Web-{26237565-91A8-46BA-BBAD-AA3E654AAAA2}" dt="2024-03-27T08:21:36.444" v="86"/>
          <ac:picMkLst>
            <pc:docMk/>
            <pc:sldMk cId="11263677" sldId="319"/>
            <ac:picMk id="17" creationId="{13233E23-F07C-21E6-1011-66396C13F375}"/>
          </ac:picMkLst>
        </pc:picChg>
      </pc:sldChg>
      <pc:sldChg chg="new">
        <pc:chgData name="Thomas Bordino (Student at CentraleSupelec)" userId="S::thomas.bordino@student-cs.fr::059e5d54-57bf-4e3d-9785-61ef755fb47f" providerId="AD" clId="Web-{26237565-91A8-46BA-BBAD-AA3E654AAAA2}" dt="2024-03-27T08:32:34.979" v="149"/>
        <pc:sldMkLst>
          <pc:docMk/>
          <pc:sldMk cId="4284608903" sldId="320"/>
        </pc:sldMkLst>
      </pc:sldChg>
    </pc:docChg>
  </pc:docChgLst>
  <pc:docChgLst>
    <pc:chgData name="Oussama Hajji (Student at CentraleSupelec)" userId="S::oussama.hajji@student-cs.fr::8d49fa34-21a1-424f-a08a-6290230f7954" providerId="AD" clId="Web-{A6B068FB-98A0-4EBB-A727-5F0239AB25C4}"/>
    <pc:docChg chg="delSld modSld">
      <pc:chgData name="Oussama Hajji (Student at CentraleSupelec)" userId="S::oussama.hajji@student-cs.fr::8d49fa34-21a1-424f-a08a-6290230f7954" providerId="AD" clId="Web-{A6B068FB-98A0-4EBB-A727-5F0239AB25C4}" dt="2024-03-27T11:13:39.244" v="4" actId="1076"/>
      <pc:docMkLst>
        <pc:docMk/>
      </pc:docMkLst>
      <pc:sldChg chg="modSp">
        <pc:chgData name="Oussama Hajji (Student at CentraleSupelec)" userId="S::oussama.hajji@student-cs.fr::8d49fa34-21a1-424f-a08a-6290230f7954" providerId="AD" clId="Web-{A6B068FB-98A0-4EBB-A727-5F0239AB25C4}" dt="2024-03-27T11:13:39.244" v="4" actId="1076"/>
        <pc:sldMkLst>
          <pc:docMk/>
          <pc:sldMk cId="2200007205" sldId="307"/>
        </pc:sldMkLst>
        <pc:picChg chg="mod">
          <ac:chgData name="Oussama Hajji (Student at CentraleSupelec)" userId="S::oussama.hajji@student-cs.fr::8d49fa34-21a1-424f-a08a-6290230f7954" providerId="AD" clId="Web-{A6B068FB-98A0-4EBB-A727-5F0239AB25C4}" dt="2024-03-27T11:13:39.244" v="4" actId="1076"/>
          <ac:picMkLst>
            <pc:docMk/>
            <pc:sldMk cId="2200007205" sldId="307"/>
            <ac:picMk id="11" creationId="{700FEFD4-21AB-565C-D697-19BE400F4D34}"/>
          </ac:picMkLst>
        </pc:picChg>
      </pc:sldChg>
      <pc:sldChg chg="del">
        <pc:chgData name="Oussama Hajji (Student at CentraleSupelec)" userId="S::oussama.hajji@student-cs.fr::8d49fa34-21a1-424f-a08a-6290230f7954" providerId="AD" clId="Web-{A6B068FB-98A0-4EBB-A727-5F0239AB25C4}" dt="2024-03-27T09:45:46.658" v="0"/>
        <pc:sldMkLst>
          <pc:docMk/>
          <pc:sldMk cId="145748353" sldId="312"/>
        </pc:sldMkLst>
      </pc:sldChg>
      <pc:sldChg chg="del">
        <pc:chgData name="Oussama Hajji (Student at CentraleSupelec)" userId="S::oussama.hajji@student-cs.fr::8d49fa34-21a1-424f-a08a-6290230f7954" providerId="AD" clId="Web-{A6B068FB-98A0-4EBB-A727-5F0239AB25C4}" dt="2024-03-27T09:45:48.861" v="1"/>
        <pc:sldMkLst>
          <pc:docMk/>
          <pc:sldMk cId="4142923065" sldId="313"/>
        </pc:sldMkLst>
      </pc:sldChg>
    </pc:docChg>
  </pc:docChgLst>
  <pc:docChgLst>
    <pc:chgData name="Thomas Bordino (Student at CentraleSupelec)" userId="S::thomas.bordino@student-cs.fr::059e5d54-57bf-4e3d-9785-61ef755fb47f" providerId="AD" clId="Web-{2634DEB7-3D7B-4E34-A3F4-522826D897B5}"/>
    <pc:docChg chg="modSld">
      <pc:chgData name="Thomas Bordino (Student at CentraleSupelec)" userId="S::thomas.bordino@student-cs.fr::059e5d54-57bf-4e3d-9785-61ef755fb47f" providerId="AD" clId="Web-{2634DEB7-3D7B-4E34-A3F4-522826D897B5}" dt="2024-03-20T08:15:10.875" v="2" actId="14100"/>
      <pc:docMkLst>
        <pc:docMk/>
      </pc:docMkLst>
      <pc:sldChg chg="modSp">
        <pc:chgData name="Thomas Bordino (Student at CentraleSupelec)" userId="S::thomas.bordino@student-cs.fr::059e5d54-57bf-4e3d-9785-61ef755fb47f" providerId="AD" clId="Web-{2634DEB7-3D7B-4E34-A3F4-522826D897B5}" dt="2024-03-20T08:15:10.875" v="2" actId="14100"/>
        <pc:sldMkLst>
          <pc:docMk/>
          <pc:sldMk cId="3644075111" sldId="302"/>
        </pc:sldMkLst>
        <pc:spChg chg="mod">
          <ac:chgData name="Thomas Bordino (Student at CentraleSupelec)" userId="S::thomas.bordino@student-cs.fr::059e5d54-57bf-4e3d-9785-61ef755fb47f" providerId="AD" clId="Web-{2634DEB7-3D7B-4E34-A3F4-522826D897B5}" dt="2024-03-20T08:15:10.875" v="2" actId="14100"/>
          <ac:spMkLst>
            <pc:docMk/>
            <pc:sldMk cId="3644075111" sldId="302"/>
            <ac:spMk id="6" creationId="{6BB42A9A-64DF-3787-5AAC-F2644E5BEF5B}"/>
          </ac:spMkLst>
        </pc:spChg>
      </pc:sldChg>
    </pc:docChg>
  </pc:docChgLst>
  <pc:docChgLst>
    <pc:chgData name="Thomas Bordino (Student at CentraleSupelec)" userId="S::thomas.bordino@student-cs.fr::059e5d54-57bf-4e3d-9785-61ef755fb47f" providerId="AD" clId="Web-{7A8F71C4-B46C-4BEC-8D63-BA09F84B30BA}"/>
    <pc:docChg chg="addSld modSld sldOrd">
      <pc:chgData name="Thomas Bordino (Student at CentraleSupelec)" userId="S::thomas.bordino@student-cs.fr::059e5d54-57bf-4e3d-9785-61ef755fb47f" providerId="AD" clId="Web-{7A8F71C4-B46C-4BEC-8D63-BA09F84B30BA}" dt="2024-03-27T07:49:01.538" v="255" actId="1076"/>
      <pc:docMkLst>
        <pc:docMk/>
      </pc:docMkLst>
      <pc:sldChg chg="addSp delSp modSp">
        <pc:chgData name="Thomas Bordino (Student at CentraleSupelec)" userId="S::thomas.bordino@student-cs.fr::059e5d54-57bf-4e3d-9785-61ef755fb47f" providerId="AD" clId="Web-{7A8F71C4-B46C-4BEC-8D63-BA09F84B30BA}" dt="2024-03-27T07:38:30.177" v="162" actId="14100"/>
        <pc:sldMkLst>
          <pc:docMk/>
          <pc:sldMk cId="2200007205" sldId="307"/>
        </pc:sldMkLst>
        <pc:spChg chg="del">
          <ac:chgData name="Thomas Bordino (Student at CentraleSupelec)" userId="S::thomas.bordino@student-cs.fr::059e5d54-57bf-4e3d-9785-61ef755fb47f" providerId="AD" clId="Web-{7A8F71C4-B46C-4BEC-8D63-BA09F84B30BA}" dt="2024-03-27T07:36:31.861" v="149"/>
          <ac:spMkLst>
            <pc:docMk/>
            <pc:sldMk cId="2200007205" sldId="307"/>
            <ac:spMk id="9" creationId="{D7DE3A53-B132-DC3D-DC40-04F69FBCBA99}"/>
          </ac:spMkLst>
        </pc:spChg>
        <pc:spChg chg="mod">
          <ac:chgData name="Thomas Bordino (Student at CentraleSupelec)" userId="S::thomas.bordino@student-cs.fr::059e5d54-57bf-4e3d-9785-61ef755fb47f" providerId="AD" clId="Web-{7A8F71C4-B46C-4BEC-8D63-BA09F84B30BA}" dt="2024-03-27T07:36:44.283" v="155" actId="20577"/>
          <ac:spMkLst>
            <pc:docMk/>
            <pc:sldMk cId="2200007205" sldId="307"/>
            <ac:spMk id="10" creationId="{0F27F282-7C8D-6240-5F8E-8FCE2404E85C}"/>
          </ac:spMkLst>
        </pc:spChg>
        <pc:grpChg chg="del">
          <ac:chgData name="Thomas Bordino (Student at CentraleSupelec)" userId="S::thomas.bordino@student-cs.fr::059e5d54-57bf-4e3d-9785-61ef755fb47f" providerId="AD" clId="Web-{7A8F71C4-B46C-4BEC-8D63-BA09F84B30BA}" dt="2024-03-27T07:36:29.830" v="148"/>
          <ac:grpSpMkLst>
            <pc:docMk/>
            <pc:sldMk cId="2200007205" sldId="307"/>
            <ac:grpSpMk id="8" creationId="{CE6562B1-6363-BA9D-A031-93753AADDDD0}"/>
          </ac:grpSpMkLst>
        </pc:grpChg>
        <pc:picChg chg="add mod">
          <ac:chgData name="Thomas Bordino (Student at CentraleSupelec)" userId="S::thomas.bordino@student-cs.fr::059e5d54-57bf-4e3d-9785-61ef755fb47f" providerId="AD" clId="Web-{7A8F71C4-B46C-4BEC-8D63-BA09F84B30BA}" dt="2024-03-27T07:38:02.332" v="158" actId="1076"/>
          <ac:picMkLst>
            <pc:docMk/>
            <pc:sldMk cId="2200007205" sldId="307"/>
            <ac:picMk id="4" creationId="{0ED0F801-C403-9364-3D47-36EA3FCBB5B3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38:30.177" v="162" actId="14100"/>
          <ac:picMkLst>
            <pc:docMk/>
            <pc:sldMk cId="2200007205" sldId="307"/>
            <ac:picMk id="11" creationId="{700FEFD4-21AB-565C-D697-19BE400F4D34}"/>
          </ac:picMkLst>
        </pc:picChg>
      </pc:sldChg>
      <pc:sldChg chg="modSp">
        <pc:chgData name="Thomas Bordino (Student at CentraleSupelec)" userId="S::thomas.bordino@student-cs.fr::059e5d54-57bf-4e3d-9785-61ef755fb47f" providerId="AD" clId="Web-{7A8F71C4-B46C-4BEC-8D63-BA09F84B30BA}" dt="2024-03-27T07:10:10.537" v="1"/>
        <pc:sldMkLst>
          <pc:docMk/>
          <pc:sldMk cId="2638672420" sldId="309"/>
        </pc:sldMkLst>
        <pc:picChg chg="mod modCrop">
          <ac:chgData name="Thomas Bordino (Student at CentraleSupelec)" userId="S::thomas.bordino@student-cs.fr::059e5d54-57bf-4e3d-9785-61ef755fb47f" providerId="AD" clId="Web-{7A8F71C4-B46C-4BEC-8D63-BA09F84B30BA}" dt="2024-03-27T07:10:10.537" v="1"/>
          <ac:picMkLst>
            <pc:docMk/>
            <pc:sldMk cId="2638672420" sldId="309"/>
            <ac:picMk id="10" creationId="{A13C4113-E00C-6350-37F5-E8AF35783099}"/>
          </ac:picMkLst>
        </pc:picChg>
      </pc:sldChg>
      <pc:sldChg chg="addSp delSp modSp">
        <pc:chgData name="Thomas Bordino (Student at CentraleSupelec)" userId="S::thomas.bordino@student-cs.fr::059e5d54-57bf-4e3d-9785-61ef755fb47f" providerId="AD" clId="Web-{7A8F71C4-B46C-4BEC-8D63-BA09F84B30BA}" dt="2024-03-27T07:11:07.836" v="12" actId="14100"/>
        <pc:sldMkLst>
          <pc:docMk/>
          <pc:sldMk cId="2152692188" sldId="311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10:17.647" v="2" actId="1076"/>
          <ac:spMkLst>
            <pc:docMk/>
            <pc:sldMk cId="2152692188" sldId="311"/>
            <ac:spMk id="11" creationId="{BF5F86F5-962D-FA1D-23A6-B943C67FE263}"/>
          </ac:spMkLst>
        </pc:spChg>
        <pc:grpChg chg="del">
          <ac:chgData name="Thomas Bordino (Student at CentraleSupelec)" userId="S::thomas.bordino@student-cs.fr::059e5d54-57bf-4e3d-9785-61ef755fb47f" providerId="AD" clId="Web-{7A8F71C4-B46C-4BEC-8D63-BA09F84B30BA}" dt="2024-03-27T07:10:34.241" v="3"/>
          <ac:grpSpMkLst>
            <pc:docMk/>
            <pc:sldMk cId="2152692188" sldId="311"/>
            <ac:grpSpMk id="9" creationId="{A0C6C230-2FFC-357F-E1FA-6F7A598F93D5}"/>
          </ac:grpSpMkLst>
        </pc:grpChg>
        <pc:picChg chg="add mod">
          <ac:chgData name="Thomas Bordino (Student at CentraleSupelec)" userId="S::thomas.bordino@student-cs.fr::059e5d54-57bf-4e3d-9785-61ef755fb47f" providerId="AD" clId="Web-{7A8F71C4-B46C-4BEC-8D63-BA09F84B30BA}" dt="2024-03-27T07:10:41.022" v="8" actId="1076"/>
          <ac:picMkLst>
            <pc:docMk/>
            <pc:sldMk cId="2152692188" sldId="311"/>
            <ac:picMk id="4" creationId="{CDC26CBF-EF98-7A29-C50E-F5CF4A418F49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11:07.836" v="12" actId="14100"/>
          <ac:picMkLst>
            <pc:docMk/>
            <pc:sldMk cId="2152692188" sldId="311"/>
            <ac:picMk id="6" creationId="{9F87E64E-0962-C37D-6CD4-754FCCE54922}"/>
          </ac:picMkLst>
        </pc:picChg>
      </pc:sldChg>
      <pc:sldChg chg="ord">
        <pc:chgData name="Thomas Bordino (Student at CentraleSupelec)" userId="S::thomas.bordino@student-cs.fr::059e5d54-57bf-4e3d-9785-61ef755fb47f" providerId="AD" clId="Web-{7A8F71C4-B46C-4BEC-8D63-BA09F84B30BA}" dt="2024-03-27T07:38:55.537" v="165"/>
        <pc:sldMkLst>
          <pc:docMk/>
          <pc:sldMk cId="145748353" sldId="312"/>
        </pc:sldMkLst>
      </pc:sldChg>
      <pc:sldChg chg="ord">
        <pc:chgData name="Thomas Bordino (Student at CentraleSupelec)" userId="S::thomas.bordino@student-cs.fr::059e5d54-57bf-4e3d-9785-61ef755fb47f" providerId="AD" clId="Web-{7A8F71C4-B46C-4BEC-8D63-BA09F84B30BA}" dt="2024-03-27T07:38:55.537" v="164"/>
        <pc:sldMkLst>
          <pc:docMk/>
          <pc:sldMk cId="4142923065" sldId="313"/>
        </pc:sldMkLst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21:59.103" v="83" actId="1076"/>
        <pc:sldMkLst>
          <pc:docMk/>
          <pc:sldMk cId="2436156441" sldId="314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21:59.103" v="83" actId="1076"/>
          <ac:spMkLst>
            <pc:docMk/>
            <pc:sldMk cId="2436156441" sldId="314"/>
            <ac:spMk id="7" creationId="{288B07F2-4C63-C86B-A6FE-2EFF934E8946}"/>
          </ac:spMkLst>
        </pc:spChg>
        <pc:spChg chg="del mod">
          <ac:chgData name="Thomas Bordino (Student at CentraleSupelec)" userId="S::thomas.bordino@student-cs.fr::059e5d54-57bf-4e3d-9785-61ef755fb47f" providerId="AD" clId="Web-{7A8F71C4-B46C-4BEC-8D63-BA09F84B30BA}" dt="2024-03-27T07:11:21.867" v="17"/>
          <ac:spMkLst>
            <pc:docMk/>
            <pc:sldMk cId="2436156441" sldId="314"/>
            <ac:spMk id="11" creationId="{BF5F86F5-962D-FA1D-23A6-B943C67FE263}"/>
          </ac:spMkLst>
        </pc:spChg>
        <pc:picChg chg="del">
          <ac:chgData name="Thomas Bordino (Student at CentraleSupelec)" userId="S::thomas.bordino@student-cs.fr::059e5d54-57bf-4e3d-9785-61ef755fb47f" providerId="AD" clId="Web-{7A8F71C4-B46C-4BEC-8D63-BA09F84B30BA}" dt="2024-03-27T07:11:17.742" v="14"/>
          <ac:picMkLst>
            <pc:docMk/>
            <pc:sldMk cId="2436156441" sldId="314"/>
            <ac:picMk id="4" creationId="{CDC26CBF-EF98-7A29-C50E-F5CF4A418F49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1:02.039" v="59" actId="14100"/>
          <ac:picMkLst>
            <pc:docMk/>
            <pc:sldMk cId="2436156441" sldId="314"/>
            <ac:picMk id="5" creationId="{0E2CB8AF-5557-CDFF-4914-3AC170357626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11:18.586" v="15"/>
          <ac:picMkLst>
            <pc:docMk/>
            <pc:sldMk cId="2436156441" sldId="314"/>
            <ac:picMk id="6" creationId="{9F87E64E-0962-C37D-6CD4-754FCCE54922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0:59.227" v="58" actId="14100"/>
          <ac:picMkLst>
            <pc:docMk/>
            <pc:sldMk cId="2436156441" sldId="314"/>
            <ac:picMk id="8" creationId="{B35390D0-9302-0BB5-4E03-ADF0F8A04203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1:18.524" v="65" actId="14100"/>
          <ac:picMkLst>
            <pc:docMk/>
            <pc:sldMk cId="2436156441" sldId="314"/>
            <ac:picMk id="9" creationId="{5BEBC30F-1EF7-3E34-A694-5C1D77645891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1:13.586" v="64" actId="14100"/>
          <ac:picMkLst>
            <pc:docMk/>
            <pc:sldMk cId="2436156441" sldId="314"/>
            <ac:picMk id="10" creationId="{7C9F4F94-7145-1BF6-B2FF-BE2A00DC9880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1:23.977" v="68" actId="14100"/>
          <ac:picMkLst>
            <pc:docMk/>
            <pc:sldMk cId="2436156441" sldId="314"/>
            <ac:picMk id="12" creationId="{24065A0C-BE10-5207-F05E-3A1E2736756F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1:47.259" v="72" actId="14100"/>
          <ac:picMkLst>
            <pc:docMk/>
            <pc:sldMk cId="2436156441" sldId="314"/>
            <ac:picMk id="13" creationId="{9E57CB82-13A5-72B1-5530-A8582037BD98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25:42.906" v="116" actId="1076"/>
        <pc:sldMkLst>
          <pc:docMk/>
          <pc:sldMk cId="2691785319" sldId="315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24:11.841" v="86" actId="20577"/>
          <ac:spMkLst>
            <pc:docMk/>
            <pc:sldMk cId="2691785319" sldId="315"/>
            <ac:spMk id="7" creationId="{288B07F2-4C63-C86B-A6FE-2EFF934E8946}"/>
          </ac:spMkLst>
        </pc:spChg>
        <pc:picChg chg="add mod">
          <ac:chgData name="Thomas Bordino (Student at CentraleSupelec)" userId="S::thomas.bordino@student-cs.fr::059e5d54-57bf-4e3d-9785-61ef755fb47f" providerId="AD" clId="Web-{7A8F71C4-B46C-4BEC-8D63-BA09F84B30BA}" dt="2024-03-27T07:24:19.483" v="95" actId="1076"/>
          <ac:picMkLst>
            <pc:docMk/>
            <pc:sldMk cId="2691785319" sldId="315"/>
            <ac:picMk id="4" creationId="{1274F748-7253-2D88-ED8D-F6CFDE6D8EF9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3.310" v="87"/>
          <ac:picMkLst>
            <pc:docMk/>
            <pc:sldMk cId="2691785319" sldId="315"/>
            <ac:picMk id="5" creationId="{0E2CB8AF-5557-CDFF-4914-3AC170357626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4:36.717" v="100" actId="1076"/>
          <ac:picMkLst>
            <pc:docMk/>
            <pc:sldMk cId="2691785319" sldId="315"/>
            <ac:picMk id="6" creationId="{F7F0A0D2-E09D-5710-95E8-23765156E393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6.388" v="92"/>
          <ac:picMkLst>
            <pc:docMk/>
            <pc:sldMk cId="2691785319" sldId="315"/>
            <ac:picMk id="8" creationId="{B35390D0-9302-0BB5-4E03-ADF0F8A04203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4.841" v="88"/>
          <ac:picMkLst>
            <pc:docMk/>
            <pc:sldMk cId="2691785319" sldId="315"/>
            <ac:picMk id="9" creationId="{5BEBC30F-1EF7-3E34-A694-5C1D77645891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6.013" v="91"/>
          <ac:picMkLst>
            <pc:docMk/>
            <pc:sldMk cId="2691785319" sldId="315"/>
            <ac:picMk id="10" creationId="{7C9F4F94-7145-1BF6-B2FF-BE2A00DC9880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4:52.936" v="104" actId="14100"/>
          <ac:picMkLst>
            <pc:docMk/>
            <pc:sldMk cId="2691785319" sldId="315"/>
            <ac:picMk id="11" creationId="{68D1E4BD-5D0B-7C72-3129-795AC548DC9E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5.216" v="89"/>
          <ac:picMkLst>
            <pc:docMk/>
            <pc:sldMk cId="2691785319" sldId="315"/>
            <ac:picMk id="12" creationId="{24065A0C-BE10-5207-F05E-3A1E2736756F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4:15.685" v="90"/>
          <ac:picMkLst>
            <pc:docMk/>
            <pc:sldMk cId="2691785319" sldId="315"/>
            <ac:picMk id="13" creationId="{9E57CB82-13A5-72B1-5530-A8582037BD98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5:09.655" v="108" actId="14100"/>
          <ac:picMkLst>
            <pc:docMk/>
            <pc:sldMk cId="2691785319" sldId="315"/>
            <ac:picMk id="14" creationId="{5EEA49F3-AC46-CC4D-E221-06F47BC6B6F1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5:27.406" v="113" actId="1076"/>
          <ac:picMkLst>
            <pc:docMk/>
            <pc:sldMk cId="2691785319" sldId="315"/>
            <ac:picMk id="15" creationId="{61BA28B2-3E48-B355-B4AF-C074A7D1E67A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5:42.906" v="116" actId="1076"/>
          <ac:picMkLst>
            <pc:docMk/>
            <pc:sldMk cId="2691785319" sldId="315"/>
            <ac:picMk id="16" creationId="{2FF122D9-E515-D3E9-5466-267065B58B9B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28:45.974" v="147" actId="1076"/>
        <pc:sldMkLst>
          <pc:docMk/>
          <pc:sldMk cId="2940679564" sldId="316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25:52.610" v="119" actId="20577"/>
          <ac:spMkLst>
            <pc:docMk/>
            <pc:sldMk cId="2940679564" sldId="316"/>
            <ac:spMk id="7" creationId="{288B07F2-4C63-C86B-A6FE-2EFF934E8946}"/>
          </ac:spMkLst>
        </pc:spChg>
        <pc:picChg chg="del">
          <ac:chgData name="Thomas Bordino (Student at CentraleSupelec)" userId="S::thomas.bordino@student-cs.fr::059e5d54-57bf-4e3d-9785-61ef755fb47f" providerId="AD" clId="Web-{7A8F71C4-B46C-4BEC-8D63-BA09F84B30BA}" dt="2024-03-27T07:25:53.922" v="120"/>
          <ac:picMkLst>
            <pc:docMk/>
            <pc:sldMk cId="2940679564" sldId="316"/>
            <ac:picMk id="4" creationId="{1274F748-7253-2D88-ED8D-F6CFDE6D8EF9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7:35.222" v="128" actId="1076"/>
          <ac:picMkLst>
            <pc:docMk/>
            <pc:sldMk cId="2940679564" sldId="316"/>
            <ac:picMk id="5" creationId="{F5068520-57A0-7B1F-F2E1-574D9561AE38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5:54.250" v="121"/>
          <ac:picMkLst>
            <pc:docMk/>
            <pc:sldMk cId="2940679564" sldId="316"/>
            <ac:picMk id="6" creationId="{F7F0A0D2-E09D-5710-95E8-23765156E393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7:53.300" v="133" actId="1076"/>
          <ac:picMkLst>
            <pc:docMk/>
            <pc:sldMk cId="2940679564" sldId="316"/>
            <ac:picMk id="8" creationId="{349DFC42-2672-42F1-3F37-00ACD5236965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8:07.832" v="138" actId="1076"/>
          <ac:picMkLst>
            <pc:docMk/>
            <pc:sldMk cId="2940679564" sldId="316"/>
            <ac:picMk id="9" creationId="{8C0F97E3-3ABA-85C8-8322-B0BB127455EA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8:19.645" v="141" actId="1076"/>
          <ac:picMkLst>
            <pc:docMk/>
            <pc:sldMk cId="2940679564" sldId="316"/>
            <ac:picMk id="10" creationId="{D008132E-CDDE-DABD-6BFB-E2B8E2B2D916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5:54.875" v="122"/>
          <ac:picMkLst>
            <pc:docMk/>
            <pc:sldMk cId="2940679564" sldId="316"/>
            <ac:picMk id="11" creationId="{68D1E4BD-5D0B-7C72-3129-795AC548DC9E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8:32.567" v="144" actId="1076"/>
          <ac:picMkLst>
            <pc:docMk/>
            <pc:sldMk cId="2940679564" sldId="316"/>
            <ac:picMk id="12" creationId="{B9947E2B-1522-03DE-7188-3E2025DE3D34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28:45.974" v="147" actId="1076"/>
          <ac:picMkLst>
            <pc:docMk/>
            <pc:sldMk cId="2940679564" sldId="316"/>
            <ac:picMk id="13" creationId="{7615C9D7-7A8D-2A69-3E00-40DA534C0C94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5:55.953" v="125"/>
          <ac:picMkLst>
            <pc:docMk/>
            <pc:sldMk cId="2940679564" sldId="316"/>
            <ac:picMk id="14" creationId="{5EEA49F3-AC46-CC4D-E221-06F47BC6B6F1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5:55.282" v="124"/>
          <ac:picMkLst>
            <pc:docMk/>
            <pc:sldMk cId="2940679564" sldId="316"/>
            <ac:picMk id="15" creationId="{61BA28B2-3E48-B355-B4AF-C074A7D1E67A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25:54.938" v="123"/>
          <ac:picMkLst>
            <pc:docMk/>
            <pc:sldMk cId="2940679564" sldId="316"/>
            <ac:picMk id="16" creationId="{2FF122D9-E515-D3E9-5466-267065B58B9B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42:02.980" v="190" actId="1076"/>
        <pc:sldMkLst>
          <pc:docMk/>
          <pc:sldMk cId="2963023826" sldId="317"/>
        </pc:sldMkLst>
        <pc:picChg chg="add mod">
          <ac:chgData name="Thomas Bordino (Student at CentraleSupelec)" userId="S::thomas.bordino@student-cs.fr::059e5d54-57bf-4e3d-9785-61ef755fb47f" providerId="AD" clId="Web-{7A8F71C4-B46C-4BEC-8D63-BA09F84B30BA}" dt="2024-03-27T07:40:57.322" v="175" actId="1076"/>
          <ac:picMkLst>
            <pc:docMk/>
            <pc:sldMk cId="2963023826" sldId="317"/>
            <ac:picMk id="4" creationId="{401D9DB5-5BC2-E278-25CF-7743940E0D94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39:03.662" v="166"/>
          <ac:picMkLst>
            <pc:docMk/>
            <pc:sldMk cId="2963023826" sldId="317"/>
            <ac:picMk id="5" creationId="{0E2CB8AF-5557-CDFF-4914-3AC170357626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1:16.353" v="178" actId="1076"/>
          <ac:picMkLst>
            <pc:docMk/>
            <pc:sldMk cId="2963023826" sldId="317"/>
            <ac:picMk id="6" creationId="{28AF6100-05B0-EDD3-69B1-D9999365126F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39:07.725" v="172"/>
          <ac:picMkLst>
            <pc:docMk/>
            <pc:sldMk cId="2963023826" sldId="317"/>
            <ac:picMk id="8" creationId="{B35390D0-9302-0BB5-4E03-ADF0F8A04203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39:04.022" v="167"/>
          <ac:picMkLst>
            <pc:docMk/>
            <pc:sldMk cId="2963023826" sldId="317"/>
            <ac:picMk id="9" creationId="{5BEBC30F-1EF7-3E34-A694-5C1D77645891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39:05.490" v="171"/>
          <ac:picMkLst>
            <pc:docMk/>
            <pc:sldMk cId="2963023826" sldId="317"/>
            <ac:picMk id="10" creationId="{7C9F4F94-7145-1BF6-B2FF-BE2A00DC9880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1:27.447" v="181" actId="1076"/>
          <ac:picMkLst>
            <pc:docMk/>
            <pc:sldMk cId="2963023826" sldId="317"/>
            <ac:picMk id="11" creationId="{79351312-0676-A3C8-5E73-339A65C1E0CA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39:04.678" v="168"/>
          <ac:picMkLst>
            <pc:docMk/>
            <pc:sldMk cId="2963023826" sldId="317"/>
            <ac:picMk id="12" creationId="{24065A0C-BE10-5207-F05E-3A1E2736756F}"/>
          </ac:picMkLst>
        </pc:picChg>
        <pc:picChg chg="del mod">
          <ac:chgData name="Thomas Bordino (Student at CentraleSupelec)" userId="S::thomas.bordino@student-cs.fr::059e5d54-57bf-4e3d-9785-61ef755fb47f" providerId="AD" clId="Web-{7A8F71C4-B46C-4BEC-8D63-BA09F84B30BA}" dt="2024-03-27T07:39:04.990" v="170"/>
          <ac:picMkLst>
            <pc:docMk/>
            <pc:sldMk cId="2963023826" sldId="317"/>
            <ac:picMk id="13" creationId="{9E57CB82-13A5-72B1-5530-A8582037BD98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1:48.589" v="184" actId="1076"/>
          <ac:picMkLst>
            <pc:docMk/>
            <pc:sldMk cId="2963023826" sldId="317"/>
            <ac:picMk id="14" creationId="{A1C9D23A-9A8F-1FC8-DB64-472C5C36BA49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1:51.542" v="187" actId="1076"/>
          <ac:picMkLst>
            <pc:docMk/>
            <pc:sldMk cId="2963023826" sldId="317"/>
            <ac:picMk id="15" creationId="{E1268F42-9C92-E8E1-7722-88FD305B5C21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2:02.980" v="190" actId="1076"/>
          <ac:picMkLst>
            <pc:docMk/>
            <pc:sldMk cId="2963023826" sldId="317"/>
            <ac:picMk id="16" creationId="{D9F950B8-1EF2-DF94-5288-9D191933D8C1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44:53.062" v="221" actId="1076"/>
        <pc:sldMkLst>
          <pc:docMk/>
          <pc:sldMk cId="3092856921" sldId="318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43:39.342" v="203" actId="20577"/>
          <ac:spMkLst>
            <pc:docMk/>
            <pc:sldMk cId="3092856921" sldId="318"/>
            <ac:spMk id="7" creationId="{288B07F2-4C63-C86B-A6FE-2EFF934E8946}"/>
          </ac:spMkLst>
        </pc:sp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7"/>
          <ac:picMkLst>
            <pc:docMk/>
            <pc:sldMk cId="3092856921" sldId="318"/>
            <ac:picMk id="4" creationId="{401D9DB5-5BC2-E278-25CF-7743940E0D94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3:32.279" v="200" actId="1076"/>
          <ac:picMkLst>
            <pc:docMk/>
            <pc:sldMk cId="3092856921" sldId="318"/>
            <ac:picMk id="5" creationId="{A1E19640-A9F7-D395-091E-0264C30B4591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6"/>
          <ac:picMkLst>
            <pc:docMk/>
            <pc:sldMk cId="3092856921" sldId="318"/>
            <ac:picMk id="6" creationId="{28AF6100-05B0-EDD3-69B1-D9999365126F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3:52.873" v="206" actId="1076"/>
          <ac:picMkLst>
            <pc:docMk/>
            <pc:sldMk cId="3092856921" sldId="318"/>
            <ac:picMk id="8" creationId="{2C53D7AC-1B8D-D08E-4BAE-9B1BCCF5C2E8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4:06.420" v="211" actId="1076"/>
          <ac:picMkLst>
            <pc:docMk/>
            <pc:sldMk cId="3092856921" sldId="318"/>
            <ac:picMk id="9" creationId="{488BCBDC-DA15-BC5A-6080-2C0079EFE32B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4:21.499" v="214" actId="1076"/>
          <ac:picMkLst>
            <pc:docMk/>
            <pc:sldMk cId="3092856921" sldId="318"/>
            <ac:picMk id="10" creationId="{785AF11D-FD31-29E2-5F25-53B9B43AC05D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5"/>
          <ac:picMkLst>
            <pc:docMk/>
            <pc:sldMk cId="3092856921" sldId="318"/>
            <ac:picMk id="11" creationId="{79351312-0676-A3C8-5E73-339A65C1E0CA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4:36.359" v="217" actId="1076"/>
          <ac:picMkLst>
            <pc:docMk/>
            <pc:sldMk cId="3092856921" sldId="318"/>
            <ac:picMk id="12" creationId="{6D9A38DA-1DC5-F52A-D86E-63011B5DA9D5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4:53.062" v="221" actId="1076"/>
          <ac:picMkLst>
            <pc:docMk/>
            <pc:sldMk cId="3092856921" sldId="318"/>
            <ac:picMk id="13" creationId="{61398587-8D1E-63C0-2170-7132DDD393FA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4"/>
          <ac:picMkLst>
            <pc:docMk/>
            <pc:sldMk cId="3092856921" sldId="318"/>
            <ac:picMk id="14" creationId="{A1C9D23A-9A8F-1FC8-DB64-472C5C36BA49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3"/>
          <ac:picMkLst>
            <pc:docMk/>
            <pc:sldMk cId="3092856921" sldId="318"/>
            <ac:picMk id="15" creationId="{E1268F42-9C92-E8E1-7722-88FD305B5C21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2:09.214" v="192"/>
          <ac:picMkLst>
            <pc:docMk/>
            <pc:sldMk cId="3092856921" sldId="318"/>
            <ac:picMk id="16" creationId="{D9F950B8-1EF2-DF94-5288-9D191933D8C1}"/>
          </ac:picMkLst>
        </pc:picChg>
      </pc:sldChg>
      <pc:sldChg chg="addSp delSp modSp add replId">
        <pc:chgData name="Thomas Bordino (Student at CentraleSupelec)" userId="S::thomas.bordino@student-cs.fr::059e5d54-57bf-4e3d-9785-61ef755fb47f" providerId="AD" clId="Web-{7A8F71C4-B46C-4BEC-8D63-BA09F84B30BA}" dt="2024-03-27T07:49:01.538" v="255" actId="1076"/>
        <pc:sldMkLst>
          <pc:docMk/>
          <pc:sldMk cId="11263677" sldId="319"/>
        </pc:sldMkLst>
        <pc:spChg chg="mod">
          <ac:chgData name="Thomas Bordino (Student at CentraleSupelec)" userId="S::thomas.bordino@student-cs.fr::059e5d54-57bf-4e3d-9785-61ef755fb47f" providerId="AD" clId="Web-{7A8F71C4-B46C-4BEC-8D63-BA09F84B30BA}" dt="2024-03-27T07:45:00.484" v="224" actId="20577"/>
          <ac:spMkLst>
            <pc:docMk/>
            <pc:sldMk cId="11263677" sldId="319"/>
            <ac:spMk id="7" creationId="{288B07F2-4C63-C86B-A6FE-2EFF934E8946}"/>
          </ac:spMkLst>
        </pc:spChg>
        <pc:picChg chg="add del mod">
          <ac:chgData name="Thomas Bordino (Student at CentraleSupelec)" userId="S::thomas.bordino@student-cs.fr::059e5d54-57bf-4e3d-9785-61ef755fb47f" providerId="AD" clId="Web-{7A8F71C4-B46C-4BEC-8D63-BA09F84B30BA}" dt="2024-03-27T07:47:55.395" v="240"/>
          <ac:picMkLst>
            <pc:docMk/>
            <pc:sldMk cId="11263677" sldId="319"/>
            <ac:picMk id="4" creationId="{C8666476-94FF-2EF3-5190-F193866353CC}"/>
          </ac:picMkLst>
        </pc:picChg>
        <pc:picChg chg="del mod">
          <ac:chgData name="Thomas Bordino (Student at CentraleSupelec)" userId="S::thomas.bordino@student-cs.fr::059e5d54-57bf-4e3d-9785-61ef755fb47f" providerId="AD" clId="Web-{7A8F71C4-B46C-4BEC-8D63-BA09F84B30BA}" dt="2024-03-27T07:45:03.563" v="236"/>
          <ac:picMkLst>
            <pc:docMk/>
            <pc:sldMk cId="11263677" sldId="319"/>
            <ac:picMk id="5" creationId="{A1E19640-A9F7-D395-091E-0264C30B4591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7:56.520" v="241" actId="1076"/>
          <ac:picMkLst>
            <pc:docMk/>
            <pc:sldMk cId="11263677" sldId="319"/>
            <ac:picMk id="6" creationId="{8AA432D1-8493-2CD1-B639-F8B16528183D}"/>
          </ac:picMkLst>
        </pc:picChg>
        <pc:picChg chg="del mod">
          <ac:chgData name="Thomas Bordino (Student at CentraleSupelec)" userId="S::thomas.bordino@student-cs.fr::059e5d54-57bf-4e3d-9785-61ef755fb47f" providerId="AD" clId="Web-{7A8F71C4-B46C-4BEC-8D63-BA09F84B30BA}" dt="2024-03-27T07:45:03.563" v="235"/>
          <ac:picMkLst>
            <pc:docMk/>
            <pc:sldMk cId="11263677" sldId="319"/>
            <ac:picMk id="8" creationId="{2C53D7AC-1B8D-D08E-4BAE-9B1BCCF5C2E8}"/>
          </ac:picMkLst>
        </pc:picChg>
        <pc:picChg chg="del mod">
          <ac:chgData name="Thomas Bordino (Student at CentraleSupelec)" userId="S::thomas.bordino@student-cs.fr::059e5d54-57bf-4e3d-9785-61ef755fb47f" providerId="AD" clId="Web-{7A8F71C4-B46C-4BEC-8D63-BA09F84B30BA}" dt="2024-03-27T07:45:03.563" v="234"/>
          <ac:picMkLst>
            <pc:docMk/>
            <pc:sldMk cId="11263677" sldId="319"/>
            <ac:picMk id="9" creationId="{488BCBDC-DA15-BC5A-6080-2C0079EFE32B}"/>
          </ac:picMkLst>
        </pc:picChg>
        <pc:picChg chg="del mod">
          <ac:chgData name="Thomas Bordino (Student at CentraleSupelec)" userId="S::thomas.bordino@student-cs.fr::059e5d54-57bf-4e3d-9785-61ef755fb47f" providerId="AD" clId="Web-{7A8F71C4-B46C-4BEC-8D63-BA09F84B30BA}" dt="2024-03-27T07:45:03.563" v="233"/>
          <ac:picMkLst>
            <pc:docMk/>
            <pc:sldMk cId="11263677" sldId="319"/>
            <ac:picMk id="10" creationId="{785AF11D-FD31-29E2-5F25-53B9B43AC05D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8:08.786" v="244" actId="1076"/>
          <ac:picMkLst>
            <pc:docMk/>
            <pc:sldMk cId="11263677" sldId="319"/>
            <ac:picMk id="11" creationId="{584AA3DB-4823-09CB-B920-714281A8E748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5:03.563" v="232"/>
          <ac:picMkLst>
            <pc:docMk/>
            <pc:sldMk cId="11263677" sldId="319"/>
            <ac:picMk id="12" creationId="{6D9A38DA-1DC5-F52A-D86E-63011B5DA9D5}"/>
          </ac:picMkLst>
        </pc:picChg>
        <pc:picChg chg="del">
          <ac:chgData name="Thomas Bordino (Student at CentraleSupelec)" userId="S::thomas.bordino@student-cs.fr::059e5d54-57bf-4e3d-9785-61ef755fb47f" providerId="AD" clId="Web-{7A8F71C4-B46C-4BEC-8D63-BA09F84B30BA}" dt="2024-03-27T07:45:03.563" v="231"/>
          <ac:picMkLst>
            <pc:docMk/>
            <pc:sldMk cId="11263677" sldId="319"/>
            <ac:picMk id="13" creationId="{61398587-8D1E-63C0-2170-7132DDD393FA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8:21.787" v="247" actId="1076"/>
          <ac:picMkLst>
            <pc:docMk/>
            <pc:sldMk cId="11263677" sldId="319"/>
            <ac:picMk id="14" creationId="{D0C3BEFC-F917-FC26-7BD3-EB3681335F47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8:35.006" v="250" actId="1076"/>
          <ac:picMkLst>
            <pc:docMk/>
            <pc:sldMk cId="11263677" sldId="319"/>
            <ac:picMk id="15" creationId="{46FEC7C5-3340-253A-5124-070DD84DD312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8:47.553" v="252" actId="14100"/>
          <ac:picMkLst>
            <pc:docMk/>
            <pc:sldMk cId="11263677" sldId="319"/>
            <ac:picMk id="16" creationId="{4129323D-908A-AB59-6D7F-8B2409D24CBB}"/>
          </ac:picMkLst>
        </pc:picChg>
        <pc:picChg chg="add mod">
          <ac:chgData name="Thomas Bordino (Student at CentraleSupelec)" userId="S::thomas.bordino@student-cs.fr::059e5d54-57bf-4e3d-9785-61ef755fb47f" providerId="AD" clId="Web-{7A8F71C4-B46C-4BEC-8D63-BA09F84B30BA}" dt="2024-03-27T07:49:01.538" v="255" actId="1076"/>
          <ac:picMkLst>
            <pc:docMk/>
            <pc:sldMk cId="11263677" sldId="319"/>
            <ac:picMk id="17" creationId="{13233E23-F07C-21E6-1011-66396C13F37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6B114-B247-584B-A759-38D214B573E6}" type="datetime1">
              <a:rPr lang="fr-FR" smtClean="0"/>
              <a:pPr/>
              <a:t>27/03/2024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729580-D3F1-9D46-9FCE-B296DF92ECCD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68282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3590E6-FA6C-4B47-BD39-E9F5A6FFEC41}" type="datetime1">
              <a:rPr lang="fr-FR" smtClean="0"/>
              <a:pPr/>
              <a:t>27/03/2024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FDE502-8C40-5647-8954-9086A4F9DCDA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847343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FDE502-8C40-5647-8954-9086A4F9DCDA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0242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36495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ext Box 1"/>
          <p:cNvSpPr txBox="1">
            <a:spLocks noChangeArrowheads="1"/>
          </p:cNvSpPr>
          <p:nvPr/>
        </p:nvSpPr>
        <p:spPr bwMode="auto">
          <a:xfrm>
            <a:off x="2143126" y="695326"/>
            <a:ext cx="2571750" cy="3429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1586" tIns="45794" rIns="91586" bIns="45794" anchor="ctr"/>
          <a:lstStyle/>
          <a:p>
            <a:endParaRPr lang="ja-JP" altLang="en-US"/>
          </a:p>
        </p:txBody>
      </p:sp>
      <p:sp>
        <p:nvSpPr>
          <p:cNvPr id="11266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685801" y="4343401"/>
            <a:ext cx="5480050" cy="4108450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pPr>
              <a:spcBef>
                <a:spcPts val="451"/>
              </a:spcBef>
              <a:tabLst>
                <a:tab pos="0" algn="l"/>
                <a:tab pos="448392" algn="l"/>
                <a:tab pos="898375" algn="l"/>
                <a:tab pos="1348356" algn="l"/>
                <a:tab pos="1798339" algn="l"/>
                <a:tab pos="2248321" algn="l"/>
                <a:tab pos="2698303" algn="l"/>
                <a:tab pos="3148284" algn="l"/>
                <a:tab pos="3598268" algn="l"/>
                <a:tab pos="4048249" algn="l"/>
                <a:tab pos="4498231" algn="l"/>
                <a:tab pos="4948213" algn="l"/>
                <a:tab pos="5398196" algn="l"/>
                <a:tab pos="5848177" algn="l"/>
                <a:tab pos="6298160" algn="l"/>
                <a:tab pos="6748142" algn="l"/>
                <a:tab pos="7198124" algn="l"/>
                <a:tab pos="7648106" algn="l"/>
                <a:tab pos="8098088" algn="l"/>
                <a:tab pos="8548070" algn="l"/>
                <a:tab pos="8998053" algn="l"/>
              </a:tabLst>
            </a:pPr>
            <a:endParaRPr lang="en-GB">
              <a:ea typeface="SimSun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2FD3D5F-8BD3-4ADB-AE07-45C5B64168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F93E992B-42CD-4520-B470-1099404BF3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52040EB-8817-423F-880D-C4F2B4D9EC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03433FF8-F867-4F87-B9CF-F2CCA5F09A0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2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fo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946"/>
            <a:ext cx="3460986" cy="13886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3BB911D-4A40-4E11-866E-0F94EC3D5B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633750" y="1300149"/>
            <a:ext cx="740217" cy="379785"/>
          </a:xfrm>
          <a:prstGeom prst="rect">
            <a:avLst/>
          </a:prstGeom>
        </p:spPr>
      </p:pic>
      <p:pic>
        <p:nvPicPr>
          <p:cNvPr id="11" name="Picture 4" descr="See original image">
            <a:extLst>
              <a:ext uri="{FF2B5EF4-FFF2-40B4-BE49-F238E27FC236}">
                <a16:creationId xmlns:a16="http://schemas.microsoft.com/office/drawing/2014/main" id="{70C3CC8F-A187-4C37-B680-5DDA012489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178" y="1299197"/>
            <a:ext cx="381688" cy="38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FBCE0A2-9F2A-4582-AEB4-EBD254D397F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131" y="1299197"/>
            <a:ext cx="938576" cy="381688"/>
          </a:xfrm>
          <a:prstGeom prst="rect">
            <a:avLst/>
          </a:prstGeom>
        </p:spPr>
      </p:pic>
      <p:pic>
        <p:nvPicPr>
          <p:cNvPr id="13" name="Image 12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7E95DE26-0125-4775-B2A4-2E0517EC6B2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8029" y="1245075"/>
            <a:ext cx="1114265" cy="37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6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for sec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136" y="28136"/>
            <a:ext cx="1809750" cy="678493"/>
          </a:xfrm>
          <a:prstGeom prst="rect">
            <a:avLst/>
          </a:prstGeom>
        </p:spPr>
      </p:pic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for 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173459" y="6552000"/>
            <a:ext cx="4797083" cy="306000"/>
          </a:xfrm>
          <a:prstGeom prst="rect">
            <a:avLst/>
          </a:prstGeom>
        </p:spPr>
        <p:txBody>
          <a:bodyPr anchor="ctr"/>
          <a:lstStyle>
            <a:lvl1pPr algn="ctr">
              <a:defRPr sz="1000"/>
            </a:lvl1pPr>
          </a:lstStyle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pic>
        <p:nvPicPr>
          <p:cNvPr id="12" name="I 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2567323" y="602504"/>
            <a:ext cx="4009355" cy="4041938"/>
          </a:xfrm>
          <a:prstGeom prst="rect">
            <a:avLst/>
          </a:prstGeom>
        </p:spPr>
      </p:pic>
      <p:sp>
        <p:nvSpPr>
          <p:cNvPr id="13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1416148" cy="306000"/>
          </a:xfrm>
          <a:prstGeom prst="rect">
            <a:avLst/>
          </a:prstGeom>
        </p:spPr>
        <p:txBody>
          <a:bodyPr anchor="ctr"/>
          <a:lstStyle>
            <a:lvl1pPr>
              <a:defRPr sz="1000"/>
            </a:lvl1pPr>
          </a:lstStyle>
          <a:p>
            <a:r>
              <a:rPr lang="en-US"/>
              <a:t>2021-00-00</a:t>
            </a:r>
            <a:endParaRPr lang="fr-FR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DEBB21A-1953-4E84-8576-5A93B53E1FC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4470047" y="5586009"/>
            <a:ext cx="1745393" cy="895512"/>
          </a:xfrm>
          <a:prstGeom prst="rect">
            <a:avLst/>
          </a:prstGeom>
        </p:spPr>
      </p:pic>
      <p:pic>
        <p:nvPicPr>
          <p:cNvPr id="10" name="Picture 4" descr="See original image">
            <a:extLst>
              <a:ext uri="{FF2B5EF4-FFF2-40B4-BE49-F238E27FC236}">
                <a16:creationId xmlns:a16="http://schemas.microsoft.com/office/drawing/2014/main" id="{CDABD2DE-8EB0-4CFD-AE31-D3B38128426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25" y="5583765"/>
            <a:ext cx="900000" cy="9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DB7A347-14FD-494F-AD90-D865EBAAD3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2663" y="5583765"/>
            <a:ext cx="2213115" cy="900000"/>
          </a:xfrm>
          <a:prstGeom prst="rect">
            <a:avLst/>
          </a:prstGeom>
        </p:spPr>
      </p:pic>
      <p:pic>
        <p:nvPicPr>
          <p:cNvPr id="18" name="Image 17" descr="Une image contenant signe, alimentation, dessin, arrêt&#10;&#10;Description générée automatiquement">
            <a:extLst>
              <a:ext uri="{FF2B5EF4-FFF2-40B4-BE49-F238E27FC236}">
                <a16:creationId xmlns:a16="http://schemas.microsoft.com/office/drawing/2014/main" id="{F0E1ED4E-5FA8-4A0C-9777-283E7104B29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8222" y="5532956"/>
            <a:ext cx="2627381" cy="88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03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074855" y="6552228"/>
            <a:ext cx="1069145" cy="3057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000000"/>
                </a:solidFill>
              </a:defRPr>
            </a:lvl1pPr>
          </a:lstStyle>
          <a:p>
            <a:fld id="{AD1E3A3D-12A0-A14A-AD9F-0CE6AFFEFF3B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16" name="Line 2"/>
          <p:cNvSpPr>
            <a:spLocks noChangeShapeType="1"/>
          </p:cNvSpPr>
          <p:nvPr userDrawn="1"/>
        </p:nvSpPr>
        <p:spPr bwMode="auto">
          <a:xfrm flipV="1">
            <a:off x="0" y="6548114"/>
            <a:ext cx="9143999" cy="0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ja-JP" altLang="en-US"/>
          </a:p>
        </p:txBody>
      </p:sp>
      <p:sp>
        <p:nvSpPr>
          <p:cNvPr id="17" name="Rectangle 16"/>
          <p:cNvSpPr/>
          <p:nvPr userDrawn="1"/>
        </p:nvSpPr>
        <p:spPr>
          <a:xfrm rot="10800000" flipV="1">
            <a:off x="124092" y="287396"/>
            <a:ext cx="87840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>
              <a:solidFill>
                <a:srgbClr val="507FC5"/>
              </a:solidFill>
            </a:endParaRPr>
          </a:p>
        </p:txBody>
      </p:sp>
      <p:sp>
        <p:nvSpPr>
          <p:cNvPr id="18" name="Rectangle 17"/>
          <p:cNvSpPr/>
          <p:nvPr userDrawn="1"/>
        </p:nvSpPr>
        <p:spPr>
          <a:xfrm rot="10800000" flipV="1">
            <a:off x="304020" y="390875"/>
            <a:ext cx="7956000" cy="36000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  <a:p>
            <a:pPr algn="ctr"/>
            <a:endParaRPr lang="fr-FR" b="1"/>
          </a:p>
        </p:txBody>
      </p:sp>
      <p:sp>
        <p:nvSpPr>
          <p:cNvPr id="19" name="Espace réservé du pied de page 4"/>
          <p:cNvSpPr txBox="1">
            <a:spLocks/>
          </p:cNvSpPr>
          <p:nvPr userDrawn="1"/>
        </p:nvSpPr>
        <p:spPr>
          <a:xfrm>
            <a:off x="0" y="6552000"/>
            <a:ext cx="2370406" cy="30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1000"/>
              <a:t>loic.queval@geeps.centralesupelec.fr</a:t>
            </a:r>
            <a:endParaRPr lang="fr-FR" sz="9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55" r:id="rId3"/>
    <p:sldLayoutId id="2147483661" r:id="rId4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2.jpe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1.jpeg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/>
          <p:cNvSpPr txBox="1">
            <a:spLocks noChangeArrowheads="1"/>
          </p:cNvSpPr>
          <p:nvPr/>
        </p:nvSpPr>
        <p:spPr bwMode="auto">
          <a:xfrm>
            <a:off x="252000" y="963241"/>
            <a:ext cx="8640000" cy="4561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14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200">
                <a:solidFill>
                  <a:schemeClr val="tx1"/>
                </a:solidFill>
                <a:latin typeface="Arial" charset="0"/>
                <a:ea typeface="MS PGothic" pitchFamily="34" charset="-128"/>
                <a:cs typeface="Arial" charset="0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fr-FR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de-DE" sz="3200" b="1">
                <a:latin typeface="+mj-lt"/>
              </a:rPr>
              <a:t>Considering the superconductor in the circuit</a:t>
            </a: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endParaRPr lang="en-US" altLang="de-DE" b="1">
              <a:solidFill>
                <a:schemeClr val="tx2"/>
              </a:solidFill>
              <a:latin typeface="+mj-lt"/>
            </a:endParaRPr>
          </a:p>
          <a:p>
            <a:pPr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fr-FR" altLang="de-DE" u="sng">
                <a:latin typeface="+mj-lt"/>
              </a:rPr>
              <a:t>Thomas B., Henri A., Oussama H., Benoît l. Bilal Z. </a:t>
            </a:r>
            <a:endParaRPr lang="fr-FR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sz="180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None/>
            </a:pPr>
            <a:endParaRPr lang="en-US" altLang="de-DE" sz="18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endParaRPr lang="en-US" altLang="de-DE" sz="1600" b="1">
              <a:latin typeface="+mj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de-DE" sz="1800">
              <a:latin typeface="+mj-lt"/>
            </a:endParaRPr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err="1"/>
              <a:t>Superconducteur</a:t>
            </a:r>
            <a:r>
              <a:rPr lang="fr-FR"/>
              <a:t> dans circuit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7946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I. Complexification du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problème</a:t>
            </a:r>
            <a:endParaRPr lang="en-US" sz="3200" b="1">
              <a:solidFill>
                <a:srgbClr val="000000"/>
              </a:solidFill>
              <a:ea typeface="ＭＳ Ｐゴシック" charset="-128"/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355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255262" y="790282"/>
            <a:ext cx="302666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/>
              <a:t>Problem 1</a:t>
            </a:r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2693442-47FE-D804-C7A3-0E67B80AAF7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70" r="82113" b="5882"/>
          <a:stretch/>
        </p:blipFill>
        <p:spPr>
          <a:xfrm>
            <a:off x="2542494" y="1821278"/>
            <a:ext cx="1540394" cy="78657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13C4113-E00C-6350-37F5-E8AF357830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5085"/>
          <a:stretch/>
        </p:blipFill>
        <p:spPr>
          <a:xfrm>
            <a:off x="2350782" y="3955120"/>
            <a:ext cx="4696480" cy="2119594"/>
          </a:xfrm>
          <a:prstGeom prst="rect">
            <a:avLst/>
          </a:prstGeom>
        </p:spPr>
      </p:pic>
      <p:pic>
        <p:nvPicPr>
          <p:cNvPr id="4" name="Image 3" descr="Une image contenant texte, Police, blanc, typographie&#10;&#10;Description générée automatiquement">
            <a:extLst>
              <a:ext uri="{FF2B5EF4-FFF2-40B4-BE49-F238E27FC236}">
                <a16:creationId xmlns:a16="http://schemas.microsoft.com/office/drawing/2014/main" id="{C528A892-D07C-C921-E289-AEF5411848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522" r="223" b="12795"/>
          <a:stretch/>
        </p:blipFill>
        <p:spPr>
          <a:xfrm>
            <a:off x="2235133" y="2736713"/>
            <a:ext cx="4930583" cy="764285"/>
          </a:xfrm>
          <a:prstGeom prst="rect">
            <a:avLst/>
          </a:prstGeom>
        </p:spPr>
      </p:pic>
      <p:pic>
        <p:nvPicPr>
          <p:cNvPr id="5" name="Image 4" descr="Une image contenant texte, Police, typographie, blanc&#10;&#10;Description générée automatiquement">
            <a:extLst>
              <a:ext uri="{FF2B5EF4-FFF2-40B4-BE49-F238E27FC236}">
                <a16:creationId xmlns:a16="http://schemas.microsoft.com/office/drawing/2014/main" id="{EE38EAC3-E2BA-593F-1E5F-C4894E3368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721" t="1190" r="67996" b="7180"/>
          <a:stretch/>
        </p:blipFill>
        <p:spPr>
          <a:xfrm>
            <a:off x="4031852" y="1820539"/>
            <a:ext cx="541025" cy="803068"/>
          </a:xfrm>
          <a:prstGeom prst="rect">
            <a:avLst/>
          </a:prstGeom>
        </p:spPr>
      </p:pic>
      <p:pic>
        <p:nvPicPr>
          <p:cNvPr id="6" name="Image 5" descr="Une image contenant texte, Police, typographie, Graphique&#10;&#10;Description générée automatiquement">
            <a:extLst>
              <a:ext uri="{FF2B5EF4-FFF2-40B4-BE49-F238E27FC236}">
                <a16:creationId xmlns:a16="http://schemas.microsoft.com/office/drawing/2014/main" id="{61B856A5-0C8B-C08A-B89D-C1C39B1F66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16" t="2907" r="75361" b="6855"/>
          <a:stretch/>
        </p:blipFill>
        <p:spPr>
          <a:xfrm>
            <a:off x="4699484" y="1822721"/>
            <a:ext cx="716778" cy="790877"/>
          </a:xfrm>
          <a:prstGeom prst="rect">
            <a:avLst/>
          </a:prstGeom>
        </p:spPr>
      </p:pic>
      <p:pic>
        <p:nvPicPr>
          <p:cNvPr id="9" name="Image 8" descr="Une image contenant texte, Police, typographie, Graphique&#10;&#10;Description générée automatiquement">
            <a:extLst>
              <a:ext uri="{FF2B5EF4-FFF2-40B4-BE49-F238E27FC236}">
                <a16:creationId xmlns:a16="http://schemas.microsoft.com/office/drawing/2014/main" id="{886D9C28-CC35-8D57-D31C-0B25A3427F3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010" t="3529" r="73109" b="8863"/>
          <a:stretch/>
        </p:blipFill>
        <p:spPr>
          <a:xfrm>
            <a:off x="4513293" y="1905472"/>
            <a:ext cx="248129" cy="767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72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62633"/>
            <a:ext cx="1416148" cy="306000"/>
          </a:xfr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2450591" y="814666"/>
            <a:ext cx="4242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endParaRPr lang="en-US" sz="2800" b="1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F5F86F5-962D-FA1D-23A6-B943C67FE263}"/>
              </a:ext>
            </a:extLst>
          </p:cNvPr>
          <p:cNvSpPr txBox="1"/>
          <p:nvPr/>
        </p:nvSpPr>
        <p:spPr>
          <a:xfrm>
            <a:off x="738099" y="5575151"/>
            <a:ext cx="3216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50 particules et 30 itérations</a:t>
            </a:r>
          </a:p>
        </p:txBody>
      </p:sp>
      <p:pic>
        <p:nvPicPr>
          <p:cNvPr id="4" name="Image 3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CDC26CBF-EF98-7A29-C50E-F5CF4A418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772" y="1935169"/>
            <a:ext cx="4114801" cy="3194539"/>
          </a:xfrm>
          <a:prstGeom prst="rect">
            <a:avLst/>
          </a:prstGeom>
        </p:spPr>
      </p:pic>
      <p:pic>
        <p:nvPicPr>
          <p:cNvPr id="6" name="Image 5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9F87E64E-0962-C37D-6CD4-754FCCE549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349" y="1936658"/>
            <a:ext cx="4173889" cy="3191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9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r>
              <a:rPr lang="en-US" sz="2800" b="1"/>
              <a:t> </a:t>
            </a:r>
            <a:endParaRPr lang="en-US" sz="2800" b="1">
              <a:cs typeface="Calibri"/>
            </a:endParaRPr>
          </a:p>
        </p:txBody>
      </p:sp>
      <p:pic>
        <p:nvPicPr>
          <p:cNvPr id="5" name="Image 4" descr="Une image contenant text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0E2CB8AF-5557-CDFF-4914-3AC170357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9" y="1617541"/>
            <a:ext cx="2586880" cy="1965254"/>
          </a:xfrm>
          <a:prstGeom prst="rect">
            <a:avLst/>
          </a:prstGeom>
        </p:spPr>
      </p:pic>
      <p:pic>
        <p:nvPicPr>
          <p:cNvPr id="8" name="Image 7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B35390D0-9302-0BB5-4E03-ADF0F8A042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22" y="4144920"/>
            <a:ext cx="2588517" cy="1963916"/>
          </a:xfrm>
          <a:prstGeom prst="rect">
            <a:avLst/>
          </a:prstGeom>
        </p:spPr>
      </p:pic>
      <p:pic>
        <p:nvPicPr>
          <p:cNvPr id="6" name="Image 5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13BDC9FF-8E14-F411-7C52-F9FEDAD45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003" y="1604451"/>
            <a:ext cx="2526452" cy="1953235"/>
          </a:xfrm>
          <a:prstGeom prst="rect">
            <a:avLst/>
          </a:prstGeom>
        </p:spPr>
      </p:pic>
      <p:pic>
        <p:nvPicPr>
          <p:cNvPr id="14" name="Image 13" descr="Une image contenant texte, ligne, capture d’écran, Tracé&#10;&#10;Description générée automatiquement">
            <a:extLst>
              <a:ext uri="{FF2B5EF4-FFF2-40B4-BE49-F238E27FC236}">
                <a16:creationId xmlns:a16="http://schemas.microsoft.com/office/drawing/2014/main" id="{84B6E374-45C3-BA90-7D28-3A187F9CE3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94003" y="4144920"/>
            <a:ext cx="2615782" cy="1984584"/>
          </a:xfrm>
          <a:prstGeom prst="rect">
            <a:avLst/>
          </a:prstGeom>
        </p:spPr>
      </p:pic>
      <p:pic>
        <p:nvPicPr>
          <p:cNvPr id="16" name="Image 15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0E0B34AD-33CE-C6DB-4BBE-2BFF0C1A2C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118" y="1584077"/>
            <a:ext cx="2570029" cy="1973609"/>
          </a:xfrm>
          <a:prstGeom prst="rect">
            <a:avLst/>
          </a:prstGeom>
        </p:spPr>
      </p:pic>
      <p:pic>
        <p:nvPicPr>
          <p:cNvPr id="17" name="Image 16" descr="Une image contenant texte, Tracé, ligne, diagramme&#10;&#10;Description générée automatiquement">
            <a:extLst>
              <a:ext uri="{FF2B5EF4-FFF2-40B4-BE49-F238E27FC236}">
                <a16:creationId xmlns:a16="http://schemas.microsoft.com/office/drawing/2014/main" id="{344E26AF-77E4-CEA7-B4B2-5AD1E904B9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9641" y="4118321"/>
            <a:ext cx="2526453" cy="197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15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endParaRPr lang="en-US" sz="2800" b="1" err="1">
              <a:cs typeface="Calibri"/>
            </a:endParaRPr>
          </a:p>
        </p:txBody>
      </p:sp>
      <p:pic>
        <p:nvPicPr>
          <p:cNvPr id="11" name="Image 10" descr="Une image contenant texte, capture d’écran, Tracé, ligne&#10;&#10;Description générée automatiquement">
            <a:extLst>
              <a:ext uri="{FF2B5EF4-FFF2-40B4-BE49-F238E27FC236}">
                <a16:creationId xmlns:a16="http://schemas.microsoft.com/office/drawing/2014/main" id="{68D1E4BD-5D0B-7C72-3129-795AC548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3189" y="1499696"/>
            <a:ext cx="2585638" cy="1969452"/>
          </a:xfrm>
          <a:prstGeom prst="rect">
            <a:avLst/>
          </a:prstGeom>
        </p:spPr>
      </p:pic>
      <p:pic>
        <p:nvPicPr>
          <p:cNvPr id="14" name="Image 13" descr="Une image contenant texte, Tracé, diagramme, ligne&#10;&#10;Description générée automatiquement">
            <a:extLst>
              <a:ext uri="{FF2B5EF4-FFF2-40B4-BE49-F238E27FC236}">
                <a16:creationId xmlns:a16="http://schemas.microsoft.com/office/drawing/2014/main" id="{5EEA49F3-AC46-CC4D-E221-06F47BC6B6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2742" y="4015609"/>
            <a:ext cx="2585639" cy="1933991"/>
          </a:xfrm>
          <a:prstGeom prst="rect">
            <a:avLst/>
          </a:prstGeom>
        </p:spPr>
      </p:pic>
      <p:pic>
        <p:nvPicPr>
          <p:cNvPr id="8" name="Image 7" descr="Une image contenant text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29019D41-747A-3223-9D3C-B4609196FB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25" y="1503400"/>
            <a:ext cx="2585638" cy="1960539"/>
          </a:xfrm>
          <a:prstGeom prst="rect">
            <a:avLst/>
          </a:prstGeom>
        </p:spPr>
      </p:pic>
      <p:pic>
        <p:nvPicPr>
          <p:cNvPr id="9" name="Image 8" descr="Une image contenant texte, Tracé, capture d’écran, ligne&#10;&#10;Description générée automatiquement">
            <a:extLst>
              <a:ext uri="{FF2B5EF4-FFF2-40B4-BE49-F238E27FC236}">
                <a16:creationId xmlns:a16="http://schemas.microsoft.com/office/drawing/2014/main" id="{7B6B040A-0FE3-BC86-BA00-5905EB1D9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682" y="1499696"/>
            <a:ext cx="2426426" cy="1929304"/>
          </a:xfrm>
          <a:prstGeom prst="rect">
            <a:avLst/>
          </a:prstGeom>
        </p:spPr>
      </p:pic>
      <p:pic>
        <p:nvPicPr>
          <p:cNvPr id="10" name="Image 9" descr="Une image contenant text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B722B6DA-DA8A-03B2-FAFE-28C8497B01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325" y="4015609"/>
            <a:ext cx="2585638" cy="1929994"/>
          </a:xfrm>
          <a:prstGeom prst="rect">
            <a:avLst/>
          </a:prstGeom>
        </p:spPr>
      </p:pic>
      <p:pic>
        <p:nvPicPr>
          <p:cNvPr id="12" name="Image 11" descr="Une image contenant texte, Tracé, diagramme, ligne&#10;&#10;Description générée automatiquement">
            <a:extLst>
              <a:ext uri="{FF2B5EF4-FFF2-40B4-BE49-F238E27FC236}">
                <a16:creationId xmlns:a16="http://schemas.microsoft.com/office/drawing/2014/main" id="{BE52BFA4-FD28-FB85-3B1D-2C97CC7076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439" y="3991890"/>
            <a:ext cx="2521396" cy="195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7853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r>
              <a:rPr lang="en-US" sz="2800" b="1"/>
              <a:t> </a:t>
            </a:r>
            <a:endParaRPr lang="en-US" sz="2800" b="1">
              <a:cs typeface="Calibri"/>
            </a:endParaRPr>
          </a:p>
        </p:txBody>
      </p:sp>
      <p:pic>
        <p:nvPicPr>
          <p:cNvPr id="12" name="Image 11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B9947E2B-1522-03DE-7188-3E2025DE3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297" y="1530764"/>
            <a:ext cx="2542753" cy="1986923"/>
          </a:xfrm>
          <a:prstGeom prst="rect">
            <a:avLst/>
          </a:prstGeom>
        </p:spPr>
      </p:pic>
      <p:pic>
        <p:nvPicPr>
          <p:cNvPr id="13" name="Image 12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7615C9D7-7A8D-2A69-3E00-40DA534C0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296" y="3950274"/>
            <a:ext cx="2565961" cy="1986923"/>
          </a:xfrm>
          <a:prstGeom prst="rect">
            <a:avLst/>
          </a:prstGeom>
        </p:spPr>
      </p:pic>
      <p:pic>
        <p:nvPicPr>
          <p:cNvPr id="4" name="Image 3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F5C01C30-FF14-BA2F-B428-80AE04E50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611" y="1530764"/>
            <a:ext cx="2600325" cy="1990725"/>
          </a:xfrm>
          <a:prstGeom prst="rect">
            <a:avLst/>
          </a:prstGeom>
        </p:spPr>
      </p:pic>
      <p:pic>
        <p:nvPicPr>
          <p:cNvPr id="6" name="Image 5" descr="Une image contenant texte, Tracé, diagramme, nombre&#10;&#10;Description générée automatiquement">
            <a:extLst>
              <a:ext uri="{FF2B5EF4-FFF2-40B4-BE49-F238E27FC236}">
                <a16:creationId xmlns:a16="http://schemas.microsoft.com/office/drawing/2014/main" id="{D2D6974D-A01E-ABCF-35B8-73852CF80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9103" y="3929496"/>
            <a:ext cx="2600324" cy="2007701"/>
          </a:xfrm>
          <a:prstGeom prst="rect">
            <a:avLst/>
          </a:prstGeom>
        </p:spPr>
      </p:pic>
      <p:pic>
        <p:nvPicPr>
          <p:cNvPr id="11" name="Image 10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04A9DE54-DB19-4585-EEA6-90CA2D32C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103" y="1530763"/>
            <a:ext cx="2678027" cy="1986923"/>
          </a:xfrm>
          <a:prstGeom prst="rect">
            <a:avLst/>
          </a:prstGeom>
        </p:spPr>
      </p:pic>
      <p:pic>
        <p:nvPicPr>
          <p:cNvPr id="14" name="Image 13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90DBDF72-DB2B-E587-0D4A-421CAF77A3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3610" y="3955997"/>
            <a:ext cx="260032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679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063161" y="675022"/>
            <a:ext cx="30266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ea typeface="Calibri"/>
                <a:cs typeface="Calibri"/>
              </a:rPr>
              <a:t>Problem 2</a:t>
            </a:r>
            <a:endParaRPr lang="fr-FR"/>
          </a:p>
          <a:p>
            <a:endParaRPr lang="en-US" sz="2800" b="1">
              <a:ea typeface="Calibri"/>
              <a:cs typeface="Calibri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1CD179B-E5E2-17F5-75DB-91AA1D950E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285999" y="1197052"/>
            <a:ext cx="4572000" cy="1221162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DFD2C0E-7C01-FF4D-362C-4FCB088A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486" y="3831858"/>
            <a:ext cx="4467027" cy="2509206"/>
          </a:xfrm>
          <a:prstGeom prst="rect">
            <a:avLst/>
          </a:prstGeom>
        </p:spPr>
      </p:pic>
      <p:pic>
        <p:nvPicPr>
          <p:cNvPr id="4" name="Image 3" descr="Une image contenant texte, Police, blanc, typographie&#10;&#10;Description générée automatiquement">
            <a:extLst>
              <a:ext uri="{FF2B5EF4-FFF2-40B4-BE49-F238E27FC236}">
                <a16:creationId xmlns:a16="http://schemas.microsoft.com/office/drawing/2014/main" id="{ED909EB2-8ED0-0ADA-118B-2111162B29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04" r="-105"/>
          <a:stretch/>
        </p:blipFill>
        <p:spPr>
          <a:xfrm>
            <a:off x="2377338" y="2200386"/>
            <a:ext cx="4480661" cy="122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0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063161" y="675022"/>
            <a:ext cx="30266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ea typeface="Calibri"/>
                <a:cs typeface="Calibri"/>
              </a:rPr>
              <a:t>Problem 2</a:t>
            </a:r>
            <a:endParaRPr lang="fr-FR"/>
          </a:p>
          <a:p>
            <a:endParaRPr lang="en-US" sz="2800" b="1">
              <a:ea typeface="Calibri"/>
              <a:cs typeface="Calibri"/>
            </a:endParaRPr>
          </a:p>
        </p:txBody>
      </p:sp>
      <p:pic>
        <p:nvPicPr>
          <p:cNvPr id="10" name="Picture 9" descr="A close-up of some words&#10;&#10;Description automatically generated">
            <a:extLst>
              <a:ext uri="{FF2B5EF4-FFF2-40B4-BE49-F238E27FC236}">
                <a16:creationId xmlns:a16="http://schemas.microsoft.com/office/drawing/2014/main" id="{1C8F5FFA-F6DD-0FAB-2D19-0ABE2F905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350" y="1858284"/>
            <a:ext cx="6337300" cy="800100"/>
          </a:xfrm>
          <a:prstGeom prst="rect">
            <a:avLst/>
          </a:prstGeom>
        </p:spPr>
      </p:pic>
      <p:pic>
        <p:nvPicPr>
          <p:cNvPr id="12" name="Picture 11" descr="A math equations and numbers&#10;&#10;Description automatically generated">
            <a:extLst>
              <a:ext uri="{FF2B5EF4-FFF2-40B4-BE49-F238E27FC236}">
                <a16:creationId xmlns:a16="http://schemas.microsoft.com/office/drawing/2014/main" id="{C2BE0083-5E03-8DB7-A6DC-7E7FFE895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50" y="4788980"/>
            <a:ext cx="2616200" cy="1206500"/>
          </a:xfrm>
          <a:prstGeom prst="rect">
            <a:avLst/>
          </a:prstGeom>
        </p:spPr>
      </p:pic>
      <p:pic>
        <p:nvPicPr>
          <p:cNvPr id="14" name="Picture 13" descr="A diagram of a mathematical equation&#10;&#10;Description automatically generated">
            <a:extLst>
              <a:ext uri="{FF2B5EF4-FFF2-40B4-BE49-F238E27FC236}">
                <a16:creationId xmlns:a16="http://schemas.microsoft.com/office/drawing/2014/main" id="{6947AA16-9667-894E-DE3E-650105409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350" y="3133132"/>
            <a:ext cx="2971800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7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2450591" y="814666"/>
            <a:ext cx="4242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endParaRPr lang="en-US" sz="2800" b="1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F27F282-7C8D-6240-5F8E-8FCE2404E85C}"/>
              </a:ext>
            </a:extLst>
          </p:cNvPr>
          <p:cNvSpPr txBox="1"/>
          <p:nvPr/>
        </p:nvSpPr>
        <p:spPr>
          <a:xfrm>
            <a:off x="842271" y="5308963"/>
            <a:ext cx="3216639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/>
              <a:t>30 particules et 50 itérations</a:t>
            </a:r>
          </a:p>
        </p:txBody>
      </p:sp>
      <p:pic>
        <p:nvPicPr>
          <p:cNvPr id="4" name="Image 3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ED0F801-C403-9364-3D47-36EA3FCBB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644" y="2048481"/>
            <a:ext cx="3952574" cy="2963482"/>
          </a:xfrm>
          <a:prstGeom prst="rect">
            <a:avLst/>
          </a:prstGeom>
        </p:spPr>
      </p:pic>
      <p:pic>
        <p:nvPicPr>
          <p:cNvPr id="11" name="Image 10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700FEFD4-21AB-565C-D697-19BE400F4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976" y="2047706"/>
            <a:ext cx="3809181" cy="295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007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endParaRPr lang="en-US" sz="2800" b="1">
              <a:cs typeface="Calibri"/>
            </a:endParaRPr>
          </a:p>
        </p:txBody>
      </p:sp>
      <p:pic>
        <p:nvPicPr>
          <p:cNvPr id="4" name="Image 3" descr="Une image contenant texte, Tracé, diagramme, ligne&#10;&#10;Description générée automatiquement">
            <a:extLst>
              <a:ext uri="{FF2B5EF4-FFF2-40B4-BE49-F238E27FC236}">
                <a16:creationId xmlns:a16="http://schemas.microsoft.com/office/drawing/2014/main" id="{401D9DB5-5BC2-E278-25CF-7743940E0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41" y="1568414"/>
            <a:ext cx="2514600" cy="1899846"/>
          </a:xfrm>
          <a:prstGeom prst="rect">
            <a:avLst/>
          </a:prstGeom>
        </p:spPr>
      </p:pic>
      <p:pic>
        <p:nvPicPr>
          <p:cNvPr id="6" name="Image 5" descr="Une image contenant Tracé, diagramme, texte, capture d’écran&#10;&#10;Description générée automatiquement">
            <a:extLst>
              <a:ext uri="{FF2B5EF4-FFF2-40B4-BE49-F238E27FC236}">
                <a16:creationId xmlns:a16="http://schemas.microsoft.com/office/drawing/2014/main" id="{28AF6100-05B0-EDD3-69B1-D99993651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41" y="3813136"/>
            <a:ext cx="2514600" cy="1944508"/>
          </a:xfrm>
          <a:prstGeom prst="rect">
            <a:avLst/>
          </a:prstGeom>
        </p:spPr>
      </p:pic>
      <p:pic>
        <p:nvPicPr>
          <p:cNvPr id="5" name="Image 4" descr="Une image contenant Tracé, ligne, texte, diagramme&#10;&#10;Description générée automatiquement">
            <a:extLst>
              <a:ext uri="{FF2B5EF4-FFF2-40B4-BE49-F238E27FC236}">
                <a16:creationId xmlns:a16="http://schemas.microsoft.com/office/drawing/2014/main" id="{B15C0F0D-8EA9-432F-AA84-013EF5A267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6924" y="1568414"/>
            <a:ext cx="2562141" cy="1899846"/>
          </a:xfrm>
          <a:prstGeom prst="rect">
            <a:avLst/>
          </a:prstGeom>
        </p:spPr>
      </p:pic>
      <p:pic>
        <p:nvPicPr>
          <p:cNvPr id="8" name="Image 7" descr="Une image contenant Tracé, diagramme, texte, ligne&#10;&#10;Description générée automatiquement">
            <a:extLst>
              <a:ext uri="{FF2B5EF4-FFF2-40B4-BE49-F238E27FC236}">
                <a16:creationId xmlns:a16="http://schemas.microsoft.com/office/drawing/2014/main" id="{280591B2-B332-2D19-A20B-96EB52042A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6925" y="3813136"/>
            <a:ext cx="2562141" cy="1943100"/>
          </a:xfrm>
          <a:prstGeom prst="rect">
            <a:avLst/>
          </a:prstGeom>
        </p:spPr>
      </p:pic>
      <p:pic>
        <p:nvPicPr>
          <p:cNvPr id="9" name="Image 8" descr="Une image contenant Tracé, ligne, texte, diagramme&#10;&#10;Description générée automatiquement">
            <a:extLst>
              <a:ext uri="{FF2B5EF4-FFF2-40B4-BE49-F238E27FC236}">
                <a16:creationId xmlns:a16="http://schemas.microsoft.com/office/drawing/2014/main" id="{1E397379-E1BC-A40E-7C5D-7E263526F4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348" y="1568414"/>
            <a:ext cx="2581274" cy="1866401"/>
          </a:xfrm>
          <a:prstGeom prst="rect">
            <a:avLst/>
          </a:prstGeom>
        </p:spPr>
      </p:pic>
      <p:pic>
        <p:nvPicPr>
          <p:cNvPr id="10" name="Image 9" descr="Une image contenant texte, Tracé, capture d’écran, diagramme&#10;&#10;Description générée automatiquement">
            <a:extLst>
              <a:ext uri="{FF2B5EF4-FFF2-40B4-BE49-F238E27FC236}">
                <a16:creationId xmlns:a16="http://schemas.microsoft.com/office/drawing/2014/main" id="{503A3879-1731-AC92-43FF-61027784A7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2347" y="3813136"/>
            <a:ext cx="25812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23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62633"/>
            <a:ext cx="1416148" cy="306000"/>
          </a:xfr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endParaRPr lang="en-US" sz="2800" b="1">
              <a:cs typeface="Calibri"/>
            </a:endParaRPr>
          </a:p>
        </p:txBody>
      </p:sp>
      <p:pic>
        <p:nvPicPr>
          <p:cNvPr id="9" name="Image 8" descr="Une image contenant texte, Tracé, capture d’écran, diagramme&#10;&#10;Description générée automatiquement">
            <a:extLst>
              <a:ext uri="{FF2B5EF4-FFF2-40B4-BE49-F238E27FC236}">
                <a16:creationId xmlns:a16="http://schemas.microsoft.com/office/drawing/2014/main" id="{488BCBDC-DA15-BC5A-6080-2C0079EF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099" y="3912889"/>
            <a:ext cx="2601264" cy="2003615"/>
          </a:xfrm>
          <a:prstGeom prst="rect">
            <a:avLst/>
          </a:prstGeom>
        </p:spPr>
      </p:pic>
      <p:pic>
        <p:nvPicPr>
          <p:cNvPr id="4" name="Image 3" descr="Une image contenant text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1070F470-125E-8BDF-8ECE-A82B78C795A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45" t="-66" r="-1184" b="542"/>
          <a:stretch/>
        </p:blipFill>
        <p:spPr>
          <a:xfrm>
            <a:off x="3247099" y="1437213"/>
            <a:ext cx="2685751" cy="2033723"/>
          </a:xfrm>
          <a:prstGeom prst="rect">
            <a:avLst/>
          </a:prstGeom>
        </p:spPr>
      </p:pic>
      <p:pic>
        <p:nvPicPr>
          <p:cNvPr id="6" name="Image 5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AB646723-5F24-7A80-B339-9F9FADD84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39" y="1437213"/>
            <a:ext cx="2596208" cy="2032808"/>
          </a:xfrm>
          <a:prstGeom prst="rect">
            <a:avLst/>
          </a:prstGeom>
        </p:spPr>
      </p:pic>
      <p:pic>
        <p:nvPicPr>
          <p:cNvPr id="10" name="Image 9" descr="Une image contenant texte, Tracé, diagramme, ligne&#10;&#10;Description générée automatiquement">
            <a:extLst>
              <a:ext uri="{FF2B5EF4-FFF2-40B4-BE49-F238E27FC236}">
                <a16:creationId xmlns:a16="http://schemas.microsoft.com/office/drawing/2014/main" id="{59D2C73E-A658-97E0-8A87-4BEFE881C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039" y="3912890"/>
            <a:ext cx="2596208" cy="2003614"/>
          </a:xfrm>
          <a:prstGeom prst="rect">
            <a:avLst/>
          </a:prstGeom>
        </p:spPr>
      </p:pic>
      <p:pic>
        <p:nvPicPr>
          <p:cNvPr id="11" name="Image 10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34C1265B-953C-859E-0905-9D6614A1A4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702" y="1436298"/>
            <a:ext cx="2662320" cy="2033723"/>
          </a:xfrm>
          <a:prstGeom prst="rect">
            <a:avLst/>
          </a:prstGeom>
        </p:spPr>
      </p:pic>
      <p:pic>
        <p:nvPicPr>
          <p:cNvPr id="12" name="Image 11" descr="Une image contenant texte, Tracé, diagramme, ligne&#10;&#10;Description générée automatiquement">
            <a:extLst>
              <a:ext uri="{FF2B5EF4-FFF2-40B4-BE49-F238E27FC236}">
                <a16:creationId xmlns:a16="http://schemas.microsoft.com/office/drawing/2014/main" id="{ACB92FC5-B105-7CA2-83DE-5F642230AD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701" y="3915052"/>
            <a:ext cx="2601264" cy="200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56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010400" y="6562633"/>
            <a:ext cx="1416148" cy="306000"/>
          </a:xfr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Résultats</a:t>
            </a:r>
            <a:r>
              <a:rPr lang="en-US" sz="2800" b="1"/>
              <a:t> de </a:t>
            </a:r>
            <a:r>
              <a:rPr lang="en-US" sz="2800" b="1" err="1"/>
              <a:t>l’optimisation</a:t>
            </a:r>
            <a:r>
              <a:rPr lang="en-US" sz="2800" b="1"/>
              <a:t> </a:t>
            </a:r>
            <a:endParaRPr lang="en-US" sz="2800" b="1">
              <a:cs typeface="Calibri"/>
            </a:endParaRPr>
          </a:p>
        </p:txBody>
      </p:sp>
      <p:pic>
        <p:nvPicPr>
          <p:cNvPr id="6" name="Image 5" descr="Une image contenant texte, capture d’écran, Tracé, diagramme&#10;&#10;Description générée automatiquement">
            <a:extLst>
              <a:ext uri="{FF2B5EF4-FFF2-40B4-BE49-F238E27FC236}">
                <a16:creationId xmlns:a16="http://schemas.microsoft.com/office/drawing/2014/main" id="{8AA432D1-8493-2CD1-B639-F8B165281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8595" y="1570769"/>
            <a:ext cx="2527966" cy="2000881"/>
          </a:xfrm>
          <a:prstGeom prst="rect">
            <a:avLst/>
          </a:prstGeom>
        </p:spPr>
      </p:pic>
      <p:pic>
        <p:nvPicPr>
          <p:cNvPr id="11" name="Image 10" descr="Une image contenant texte, diagramme, Tracé, ligne&#10;&#10;Description générée automatiquement">
            <a:extLst>
              <a:ext uri="{FF2B5EF4-FFF2-40B4-BE49-F238E27FC236}">
                <a16:creationId xmlns:a16="http://schemas.microsoft.com/office/drawing/2014/main" id="{584AA3DB-4823-09CB-B920-714281A8E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2158" y="4007919"/>
            <a:ext cx="2508426" cy="1904828"/>
          </a:xfrm>
          <a:prstGeom prst="rect">
            <a:avLst/>
          </a:prstGeom>
        </p:spPr>
      </p:pic>
      <p:pic>
        <p:nvPicPr>
          <p:cNvPr id="4" name="Image 3" descr="Une image contenant texte, Tracé, diagramme, capture d’écran&#10;&#10;Description générée automatiquement">
            <a:extLst>
              <a:ext uri="{FF2B5EF4-FFF2-40B4-BE49-F238E27FC236}">
                <a16:creationId xmlns:a16="http://schemas.microsoft.com/office/drawing/2014/main" id="{FD4A6908-8A0D-4356-A1B4-C27610767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27" y="1598267"/>
            <a:ext cx="2488042" cy="1973383"/>
          </a:xfrm>
          <a:prstGeom prst="rect">
            <a:avLst/>
          </a:prstGeom>
        </p:spPr>
      </p:pic>
      <p:pic>
        <p:nvPicPr>
          <p:cNvPr id="5" name="Image 4" descr="Une image contenant texte, diagramme, ligne, Tracé&#10;&#10;Description générée automatiquement">
            <a:extLst>
              <a:ext uri="{FF2B5EF4-FFF2-40B4-BE49-F238E27FC236}">
                <a16:creationId xmlns:a16="http://schemas.microsoft.com/office/drawing/2014/main" id="{020CD642-AD7D-7E72-4257-E64B34AC48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827" y="4007920"/>
            <a:ext cx="2501679" cy="1904827"/>
          </a:xfrm>
          <a:prstGeom prst="rect">
            <a:avLst/>
          </a:prstGeom>
        </p:spPr>
      </p:pic>
      <p:pic>
        <p:nvPicPr>
          <p:cNvPr id="8" name="Image 7" descr="Une image contenant texte, capture d’écran, diagramme, Tracé&#10;&#10;Description générée automatiquement">
            <a:extLst>
              <a:ext uri="{FF2B5EF4-FFF2-40B4-BE49-F238E27FC236}">
                <a16:creationId xmlns:a16="http://schemas.microsoft.com/office/drawing/2014/main" id="{229A463F-0FD9-4C07-FF40-073F5F6097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2749" y="1598266"/>
            <a:ext cx="2527965" cy="1973384"/>
          </a:xfrm>
          <a:prstGeom prst="rect">
            <a:avLst/>
          </a:prstGeom>
        </p:spPr>
      </p:pic>
      <p:pic>
        <p:nvPicPr>
          <p:cNvPr id="9" name="Image 8" descr="Une image contenant texte, diagramme, Tracé, nombre&#10;&#10;Description générée automatiquement">
            <a:extLst>
              <a:ext uri="{FF2B5EF4-FFF2-40B4-BE49-F238E27FC236}">
                <a16:creationId xmlns:a16="http://schemas.microsoft.com/office/drawing/2014/main" id="{9A18F283-77DC-2284-7DDD-9D3FB676A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2749" y="4007919"/>
            <a:ext cx="2455166" cy="190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Text Box 1"/>
          <p:cNvSpPr txBox="1">
            <a:spLocks noChangeArrowheads="1"/>
          </p:cNvSpPr>
          <p:nvPr/>
        </p:nvSpPr>
        <p:spPr bwMode="auto">
          <a:xfrm>
            <a:off x="252000" y="1892970"/>
            <a:ext cx="8640000" cy="36242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II. </a:t>
            </a:r>
            <a:r>
              <a:rPr lang="en-US" sz="3200" b="1" err="1">
                <a:solidFill>
                  <a:srgbClr val="000000"/>
                </a:solidFill>
                <a:ea typeface="ＭＳ Ｐゴシック" charset="-128"/>
              </a:rPr>
              <a:t>Considérations</a:t>
            </a: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 annexes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63363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063161" y="675022"/>
            <a:ext cx="30266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ea typeface="Calibri"/>
                <a:cs typeface="Calibri"/>
              </a:rPr>
              <a:t>Problem 3</a:t>
            </a:r>
            <a:endParaRPr lang="fr-FR"/>
          </a:p>
          <a:p>
            <a:endParaRPr lang="en-US" sz="2800" b="1">
              <a:ea typeface="Calibri"/>
              <a:cs typeface="Calibri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0DFD2C0E-7C01-FF4D-362C-4FCB088AB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479" y="3949717"/>
            <a:ext cx="4111041" cy="2309243"/>
          </a:xfrm>
          <a:prstGeom prst="rect">
            <a:avLst/>
          </a:prstGeom>
        </p:spPr>
      </p:pic>
      <p:pic>
        <p:nvPicPr>
          <p:cNvPr id="12" name="Picture 11" descr="A close-up of a mathematical equation&#10;&#10;Description automatically generated">
            <a:extLst>
              <a:ext uri="{FF2B5EF4-FFF2-40B4-BE49-F238E27FC236}">
                <a16:creationId xmlns:a16="http://schemas.microsoft.com/office/drawing/2014/main" id="{54D1A415-47D3-8672-B21D-F602995F0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667" y="1777589"/>
            <a:ext cx="4830664" cy="129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746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3063161" y="675022"/>
            <a:ext cx="302666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ea typeface="Calibri"/>
                <a:cs typeface="Calibri"/>
              </a:rPr>
              <a:t>Problem 3</a:t>
            </a:r>
            <a:endParaRPr lang="fr-FR"/>
          </a:p>
          <a:p>
            <a:endParaRPr lang="en-US" sz="2800" b="1">
              <a:ea typeface="Calibri"/>
              <a:cs typeface="Calibri"/>
            </a:endParaRPr>
          </a:p>
        </p:txBody>
      </p:sp>
      <p:pic>
        <p:nvPicPr>
          <p:cNvPr id="10" name="Picture 9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B9C5B94E-46B8-6E8E-6D29-A84840711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50" y="1928999"/>
            <a:ext cx="7239099" cy="162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37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2AC299-9CA3-1006-4122-AE1F52F1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</a:t>
            </a:r>
            <a:r>
              <a:rPr lang="fr-FR" err="1"/>
              <a:t>title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0CFA69-9C6B-8337-2E2C-82562496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B07F2-4C63-C86B-A6FE-2EFF934E8946}"/>
              </a:ext>
            </a:extLst>
          </p:cNvPr>
          <p:cNvSpPr txBox="1"/>
          <p:nvPr/>
        </p:nvSpPr>
        <p:spPr>
          <a:xfrm>
            <a:off x="1343795" y="731915"/>
            <a:ext cx="6466754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1" err="1"/>
              <a:t>Optimisation</a:t>
            </a:r>
            <a:r>
              <a:rPr lang="en-US" sz="2800" b="1"/>
              <a:t> du courant dans le </a:t>
            </a:r>
            <a:r>
              <a:rPr lang="en-US" sz="2800" b="1" err="1"/>
              <a:t>supraconducteur</a:t>
            </a:r>
            <a:endParaRPr lang="en-US" sz="2800" b="1">
              <a:cs typeface="Calibri"/>
            </a:endParaRPr>
          </a:p>
        </p:txBody>
      </p:sp>
      <p:pic>
        <p:nvPicPr>
          <p:cNvPr id="12" name="Picture 11" descr="A graph with red lines&#10;&#10;Description automatically generated">
            <a:extLst>
              <a:ext uri="{FF2B5EF4-FFF2-40B4-BE49-F238E27FC236}">
                <a16:creationId xmlns:a16="http://schemas.microsoft.com/office/drawing/2014/main" id="{3A71287A-6934-338D-CA77-8DCD1FA9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8" y="1939413"/>
            <a:ext cx="5301220" cy="4057626"/>
          </a:xfrm>
          <a:prstGeom prst="rect">
            <a:avLst/>
          </a:prstGeom>
        </p:spPr>
      </p:pic>
      <p:pic>
        <p:nvPicPr>
          <p:cNvPr id="14" name="Picture 13" descr="A graph of data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9C8E6B0A-A4CB-7DB0-E91D-DE3651616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044395"/>
            <a:ext cx="3657600" cy="380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891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1350169" y="4441366"/>
            <a:ext cx="6443663" cy="8001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/>
          <a:lstStyle/>
          <a:p>
            <a:pPr algn="ctr"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3200" b="1">
                <a:solidFill>
                  <a:srgbClr val="000000"/>
                </a:solidFill>
                <a:ea typeface="ＭＳ Ｐゴシック" charset="-128"/>
              </a:rPr>
              <a:t>Merci !</a:t>
            </a:r>
          </a:p>
        </p:txBody>
      </p:sp>
      <p:sp>
        <p:nvSpPr>
          <p:cNvPr id="23" name="Espace réservé de la date 2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2024-27-03</a:t>
            </a:r>
            <a:endParaRPr lang="fr-FR"/>
          </a:p>
        </p:txBody>
      </p:sp>
      <p:sp>
        <p:nvSpPr>
          <p:cNvPr id="24" name="Espace réservé du pied de page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25" name="Espace réservé du numéro de diapositive 24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457200" y="1600200"/>
            <a:ext cx="8218488" cy="451485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ja-JP" altLang="en-US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52000" y="740228"/>
            <a:ext cx="8640000" cy="567738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0" tIns="0" rIns="0" bIns="0"/>
          <a:lstStyle/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altLang="ja-JP" sz="3200" err="1">
                <a:solidFill>
                  <a:srgbClr val="0070C0"/>
                </a:solidFill>
                <a:ea typeface="Lucida Sans Unicode" charset="0"/>
                <a:cs typeface="Lucida Sans Unicode" charset="0"/>
              </a:rPr>
              <a:t>References</a:t>
            </a:r>
            <a:endParaRPr lang="en-US" altLang="ja-JP" sz="3200">
              <a:solidFill>
                <a:srgbClr val="0070C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  <a:p>
            <a:pPr>
              <a:buClrTx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ja-JP" sz="2400">
              <a:solidFill>
                <a:srgbClr val="000000"/>
              </a:solidFill>
              <a:ea typeface="Lucida Sans Unicode" charset="0"/>
              <a:cs typeface="Lucida Sans Unicode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8392650"/>
              </p:ext>
            </p:extLst>
          </p:nvPr>
        </p:nvGraphicFramePr>
        <p:xfrm>
          <a:off x="365400" y="1499350"/>
          <a:ext cx="8413200" cy="3515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[1]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P.C. Krause, O.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Wasynczuk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S.D.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Sudhoff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 altLang="ja-JP" i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Analysis of electric machinery and drive systems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IEEE Press, 2002.</a:t>
                      </a:r>
                      <a:endParaRPr lang="fr-FR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[2]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H. </a:t>
                      </a:r>
                      <a:r>
                        <a:rPr lang="en-US" err="1"/>
                        <a:t>Ohsaki</a:t>
                      </a:r>
                      <a:r>
                        <a:rPr lang="en-US"/>
                        <a:t>, "Nonlinear </a:t>
                      </a:r>
                      <a:r>
                        <a:rPr lang="en-US" err="1"/>
                        <a:t>abc</a:t>
                      </a:r>
                      <a:r>
                        <a:rPr lang="en-US"/>
                        <a:t>-model for electrical machines using N-D lookup tables," </a:t>
                      </a:r>
                      <a:r>
                        <a:rPr lang="en-US" i="1"/>
                        <a:t>IEEE Transactions on Energy Conversion</a:t>
                      </a:r>
                      <a:r>
                        <a:rPr lang="en-US"/>
                        <a:t>, vol. 30, no. 1, pp. 316-322, March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[3]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L. </a:t>
                      </a:r>
                      <a:r>
                        <a:rPr lang="en-US" err="1"/>
                        <a:t>Quéval</a:t>
                      </a:r>
                      <a:r>
                        <a:rPr lang="en-US"/>
                        <a:t>, A. Coty, L. </a:t>
                      </a:r>
                      <a:r>
                        <a:rPr lang="en-US" err="1"/>
                        <a:t>Vido</a:t>
                      </a:r>
                      <a:r>
                        <a:rPr lang="en-US"/>
                        <a:t>, B. </a:t>
                      </a:r>
                      <a:r>
                        <a:rPr lang="en-US" err="1"/>
                        <a:t>Multon</a:t>
                      </a:r>
                      <a:r>
                        <a:rPr lang="en-US"/>
                        <a:t>, "Photovoltaic motors review, comparison and switched reluctance motor prototype," </a:t>
                      </a:r>
                      <a:r>
                        <a:rPr lang="en-US" i="1"/>
                        <a:t>10</a:t>
                      </a:r>
                      <a:r>
                        <a:rPr lang="en-US" i="1" baseline="30000"/>
                        <a:t>th</a:t>
                      </a:r>
                      <a:r>
                        <a:rPr lang="en-US" i="1"/>
                        <a:t> International Conference on Ecological Vehicles and Renewable Energies (EVER2015)</a:t>
                      </a:r>
                      <a:r>
                        <a:rPr lang="en-US"/>
                        <a:t>, Monaco, April 2015.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[4]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L. </a:t>
                      </a:r>
                      <a:r>
                        <a:rPr lang="en-US" altLang="ja-JP" err="1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Quéval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, 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Modeling and simulation of grid-connected superconducting wind turbine generators,</a:t>
                      </a:r>
                      <a:r>
                        <a:rPr lang="en-US"/>
                        <a:t>"</a:t>
                      </a:r>
                      <a:r>
                        <a:rPr lang="en-US" altLang="ja-JP">
                          <a:solidFill>
                            <a:srgbClr val="000000"/>
                          </a:solidFill>
                          <a:ea typeface="Lucida Sans Unicode" charset="0"/>
                          <a:cs typeface="Lucida Sans Unicode" charset="0"/>
                        </a:rPr>
                        <a:t> PhD thesis, The University of Tokyo, Tokyo, Japan, 2013.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854">
                <a:tc>
                  <a:txBody>
                    <a:bodyPr/>
                    <a:lstStyle/>
                    <a:p>
                      <a:pPr algn="l"/>
                      <a:r>
                        <a:rPr lang="fr-FR"/>
                        <a:t>[5]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COMSOL Multiphysics version 4.3a</a:t>
                      </a:r>
                      <a:r>
                        <a:rPr lang="en-US"/>
                        <a:t>"</a:t>
                      </a:r>
                      <a:r>
                        <a:rPr lang="en-US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[Online]. Available: www.comsol.com.</a:t>
                      </a:r>
                      <a:endParaRPr lang="en-US" altLang="ja-JP">
                        <a:solidFill>
                          <a:srgbClr val="000000"/>
                        </a:solidFill>
                        <a:ea typeface="Lucida Sans Unicode" charset="0"/>
                        <a:cs typeface="Lucida Sans Unicode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Short title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294967295"/>
          </p:nvPr>
        </p:nvSpPr>
        <p:spPr>
          <a:xfrm>
            <a:off x="8074855" y="6552228"/>
            <a:ext cx="1069145" cy="305772"/>
          </a:xfrm>
        </p:spPr>
        <p:txBody>
          <a:bodyPr/>
          <a:lstStyle/>
          <a:p>
            <a:fld id="{AD1E3A3D-12A0-A14A-AD9F-0CE6AFFEFF3B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7010400" y="6552000"/>
            <a:ext cx="2133600" cy="306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2021-00-00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64745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9CDF837C2D214AA6FED8D1FBBE80F5" ma:contentTypeVersion="12" ma:contentTypeDescription="Crée un document." ma:contentTypeScope="" ma:versionID="403eec7c5d4d7a5491f766f77aec365b">
  <xsd:schema xmlns:xsd="http://www.w3.org/2001/XMLSchema" xmlns:xs="http://www.w3.org/2001/XMLSchema" xmlns:p="http://schemas.microsoft.com/office/2006/metadata/properties" xmlns:ns2="672bba71-449e-4571-99fd-c3bee28b3c2b" xmlns:ns3="3347f374-512c-4c81-9c8a-b24f5e1576a8" targetNamespace="http://schemas.microsoft.com/office/2006/metadata/properties" ma:root="true" ma:fieldsID="ef16f0c3a8136a113a5cde00006b90bb" ns2:_="" ns3:_="">
    <xsd:import namespace="672bba71-449e-4571-99fd-c3bee28b3c2b"/>
    <xsd:import namespace="3347f374-512c-4c81-9c8a-b24f5e1576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2bba71-449e-4571-99fd-c3bee28b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b74adcb9-9639-454f-bd53-a051c6bc34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47f374-512c-4c81-9c8a-b24f5e1576a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72fa494-0a1a-4d61-93ad-243054af59fa}" ma:internalName="TaxCatchAll" ma:showField="CatchAllData" ma:web="3347f374-512c-4c81-9c8a-b24f5e1576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2bba71-449e-4571-99fd-c3bee28b3c2b">
      <Terms xmlns="http://schemas.microsoft.com/office/infopath/2007/PartnerControls"/>
    </lcf76f155ced4ddcb4097134ff3c332f>
    <TaxCatchAll xmlns="3347f374-512c-4c81-9c8a-b24f5e1576a8" xsi:nil="true"/>
  </documentManagement>
</p:properties>
</file>

<file path=customXml/itemProps1.xml><?xml version="1.0" encoding="utf-8"?>
<ds:datastoreItem xmlns:ds="http://schemas.openxmlformats.org/officeDocument/2006/customXml" ds:itemID="{B3FA2A11-5E75-4567-96C3-DE541E7A52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A32090-C905-4485-8637-619F4B458C20}"/>
</file>

<file path=customXml/itemProps3.xml><?xml version="1.0" encoding="utf-8"?>
<ds:datastoreItem xmlns:ds="http://schemas.openxmlformats.org/officeDocument/2006/customXml" ds:itemID="{FB90B879-DC45-4576-BD26-22026BB99AA7}">
  <ds:schemaRefs>
    <ds:schemaRef ds:uri="218d942a-1588-4b14-8e60-1455442023b0"/>
    <ds:schemaRef ds:uri="de53268d-be1b-4b5a-b9bf-e616a275ef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19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LGEP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Claude Marchand</dc:creator>
  <cp:revision>1</cp:revision>
  <cp:lastPrinted>2014-10-16T07:55:38Z</cp:lastPrinted>
  <dcterms:created xsi:type="dcterms:W3CDTF">2015-10-23T07:22:14Z</dcterms:created>
  <dcterms:modified xsi:type="dcterms:W3CDTF">2024-03-27T11:14:21Z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0x010100769CDF837C2D214AA6FED8D1FBBE80F5</vt:lpwstr>
  </property>
  <property fmtid="{D5CDD505-2E9C-101B-9397-08002B2CF9AE}" pid="3" name="MediaServiceImageTags">
    <vt:lpwstr/>
  </property>
</Properties>
</file>