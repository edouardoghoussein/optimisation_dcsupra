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7" r:id="rId5"/>
    <p:sldId id="325" r:id="rId6"/>
    <p:sldId id="327" r:id="rId7"/>
    <p:sldId id="358" r:id="rId8"/>
    <p:sldId id="326" r:id="rId9"/>
    <p:sldId id="318" r:id="rId10"/>
    <p:sldId id="360" r:id="rId11"/>
    <p:sldId id="292" r:id="rId12"/>
    <p:sldId id="333" r:id="rId13"/>
    <p:sldId id="359" r:id="rId14"/>
    <p:sldId id="334" r:id="rId15"/>
    <p:sldId id="300" r:id="rId16"/>
    <p:sldId id="291" r:id="rId17"/>
    <p:sldId id="363" r:id="rId18"/>
    <p:sldId id="364" r:id="rId19"/>
    <p:sldId id="370" r:id="rId20"/>
    <p:sldId id="305" r:id="rId21"/>
    <p:sldId id="362" r:id="rId22"/>
    <p:sldId id="312" r:id="rId23"/>
    <p:sldId id="367" r:id="rId24"/>
    <p:sldId id="365" r:id="rId25"/>
    <p:sldId id="369" r:id="rId26"/>
    <p:sldId id="337" r:id="rId27"/>
    <p:sldId id="340" r:id="rId28"/>
    <p:sldId id="349" r:id="rId29"/>
    <p:sldId id="357" r:id="rId30"/>
    <p:sldId id="361" r:id="rId31"/>
    <p:sldId id="348" r:id="rId32"/>
    <p:sldId id="351" r:id="rId33"/>
    <p:sldId id="352" r:id="rId34"/>
    <p:sldId id="371" r:id="rId35"/>
    <p:sldId id="372" r:id="rId36"/>
    <p:sldId id="368" r:id="rId37"/>
    <p:sldId id="345" r:id="rId38"/>
    <p:sldId id="267" r:id="rId39"/>
    <p:sldId id="295" r:id="rId40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4F8B"/>
    <a:srgbClr val="E9EDF2"/>
    <a:srgbClr val="7A1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47BB2-9F14-8642-B14D-CB81D437BD6A}" v="1201" dt="2024-03-29T14:22:19.514"/>
    <p1510:client id="{3F9043CD-A212-40EA-A561-CFC0398F6180}" v="4" dt="2024-03-29T12:35:54.597"/>
    <p1510:client id="{ACBD3F52-0D09-441C-93AF-6CA258D70A37}" v="1202" dt="2024-03-29T14:26:53.993"/>
    <p1510:client id="{B6DB0C39-6059-40EF-9DE3-576B24ABBDA7}" v="80" dt="2024-03-29T14:22:56.903"/>
    <p1510:client id="{C6433743-481E-482C-B6B6-B0AE31A3FC8F}" v="79" dt="2024-03-29T12:57:52.001"/>
    <p1510:client id="{CBE9E459-B8CC-45DC-A792-33822E816AC3}" v="118" dt="2024-03-29T13:19:21.117"/>
    <p1510:client id="{D2CA69CF-3DEA-58E3-E785-A09C99AA49C4}" v="212" dt="2024-03-29T14:18:08.849"/>
    <p1510:client id="{F71A0ABE-D3E6-4A84-AE7F-D72DD564D529}" v="421" dt="2024-03-29T13:20:13.899"/>
    <p1510:client id="{F79B081C-B202-452C-96F8-76A986ECADCD}" v="287" dt="2024-03-29T14:01:51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oît Lugardon (Student at CentraleSupelec)" userId="46a651e7-4433-4f81-9f97-edbcb86f0395" providerId="ADAL" clId="{F71A0ABE-D3E6-4A84-AE7F-D72DD564D529}"/>
    <pc:docChg chg="custSel addSld delSld modSld sldOrd">
      <pc:chgData name="Benoît Lugardon (Student at CentraleSupelec)" userId="46a651e7-4433-4f81-9f97-edbcb86f0395" providerId="ADAL" clId="{F71A0ABE-D3E6-4A84-AE7F-D72DD564D529}" dt="2024-03-29T13:20:13.899" v="423" actId="47"/>
      <pc:docMkLst>
        <pc:docMk/>
      </pc:docMkLst>
      <pc:sldChg chg="addSp delSp modSp mod">
        <pc:chgData name="Benoît Lugardon (Student at CentraleSupelec)" userId="46a651e7-4433-4f81-9f97-edbcb86f0395" providerId="ADAL" clId="{F71A0ABE-D3E6-4A84-AE7F-D72DD564D529}" dt="2024-03-29T13:03:52.942" v="313" actId="1076"/>
        <pc:sldMkLst>
          <pc:docMk/>
          <pc:sldMk cId="3718380089" sldId="305"/>
        </pc:sldMkLst>
        <pc:spChg chg="del">
          <ac:chgData name="Benoît Lugardon (Student at CentraleSupelec)" userId="46a651e7-4433-4f81-9f97-edbcb86f0395" providerId="ADAL" clId="{F71A0ABE-D3E6-4A84-AE7F-D72DD564D529}" dt="2024-03-29T13:03:02.690" v="302" actId="478"/>
          <ac:spMkLst>
            <pc:docMk/>
            <pc:sldMk cId="3718380089" sldId="305"/>
            <ac:spMk id="2" creationId="{49D20658-796B-C444-887C-E3A7AE8B3CE0}"/>
          </ac:spMkLst>
        </pc:spChg>
        <pc:spChg chg="del">
          <ac:chgData name="Benoît Lugardon (Student at CentraleSupelec)" userId="46a651e7-4433-4f81-9f97-edbcb86f0395" providerId="ADAL" clId="{F71A0ABE-D3E6-4A84-AE7F-D72DD564D529}" dt="2024-03-29T13:03:07.174" v="304" actId="478"/>
          <ac:spMkLst>
            <pc:docMk/>
            <pc:sldMk cId="3718380089" sldId="305"/>
            <ac:spMk id="4" creationId="{AE2E47DE-FECC-C41E-6FCD-BE2420A40DAA}"/>
          </ac:spMkLst>
        </pc:spChg>
        <pc:spChg chg="add del">
          <ac:chgData name="Benoît Lugardon (Student at CentraleSupelec)" userId="46a651e7-4433-4f81-9f97-edbcb86f0395" providerId="ADAL" clId="{F71A0ABE-D3E6-4A84-AE7F-D72DD564D529}" dt="2024-03-29T13:03:10.763" v="306" actId="478"/>
          <ac:spMkLst>
            <pc:docMk/>
            <pc:sldMk cId="3718380089" sldId="305"/>
            <ac:spMk id="5" creationId="{05E1306E-405E-C3DE-B476-A0AAF6E065ED}"/>
          </ac:spMkLst>
        </pc:spChg>
        <pc:spChg chg="del">
          <ac:chgData name="Benoît Lugardon (Student at CentraleSupelec)" userId="46a651e7-4433-4f81-9f97-edbcb86f0395" providerId="ADAL" clId="{F71A0ABE-D3E6-4A84-AE7F-D72DD564D529}" dt="2024-03-29T13:02:57.003" v="300" actId="478"/>
          <ac:spMkLst>
            <pc:docMk/>
            <pc:sldMk cId="3718380089" sldId="305"/>
            <ac:spMk id="10" creationId="{2AC100D7-5527-7AFD-A2A1-1A0225623EEC}"/>
          </ac:spMkLst>
        </pc:spChg>
        <pc:spChg chg="del">
          <ac:chgData name="Benoît Lugardon (Student at CentraleSupelec)" userId="46a651e7-4433-4f81-9f97-edbcb86f0395" providerId="ADAL" clId="{F71A0ABE-D3E6-4A84-AE7F-D72DD564D529}" dt="2024-03-29T13:03:05.074" v="303" actId="478"/>
          <ac:spMkLst>
            <pc:docMk/>
            <pc:sldMk cId="3718380089" sldId="305"/>
            <ac:spMk id="11" creationId="{93605C91-15F6-429C-4DB1-C7C084967576}"/>
          </ac:spMkLst>
        </pc:spChg>
        <pc:picChg chg="del">
          <ac:chgData name="Benoît Lugardon (Student at CentraleSupelec)" userId="46a651e7-4433-4f81-9f97-edbcb86f0395" providerId="ADAL" clId="{F71A0ABE-D3E6-4A84-AE7F-D72DD564D529}" dt="2024-03-29T13:02:59.832" v="301" actId="478"/>
          <ac:picMkLst>
            <pc:docMk/>
            <pc:sldMk cId="3718380089" sldId="305"/>
            <ac:picMk id="3" creationId="{A638DD00-547D-59ED-FDEF-2DDA83767994}"/>
          </ac:picMkLst>
        </pc:picChg>
        <pc:picChg chg="del">
          <ac:chgData name="Benoît Lugardon (Student at CentraleSupelec)" userId="46a651e7-4433-4f81-9f97-edbcb86f0395" providerId="ADAL" clId="{F71A0ABE-D3E6-4A84-AE7F-D72DD564D529}" dt="2024-03-29T13:02:53.889" v="299" actId="478"/>
          <ac:picMkLst>
            <pc:docMk/>
            <pc:sldMk cId="3718380089" sldId="305"/>
            <ac:picMk id="8" creationId="{A9813C41-F403-E73B-E4E2-DE16B741ED86}"/>
          </ac:picMkLst>
        </pc:picChg>
        <pc:picChg chg="add mod">
          <ac:chgData name="Benoît Lugardon (Student at CentraleSupelec)" userId="46a651e7-4433-4f81-9f97-edbcb86f0395" providerId="ADAL" clId="{F71A0ABE-D3E6-4A84-AE7F-D72DD564D529}" dt="2024-03-29T13:03:52.942" v="313" actId="1076"/>
          <ac:picMkLst>
            <pc:docMk/>
            <pc:sldMk cId="3718380089" sldId="305"/>
            <ac:picMk id="14" creationId="{2E813210-5EDB-5375-3649-0D9BA7AC273D}"/>
          </ac:picMkLst>
        </pc:picChg>
      </pc:sldChg>
      <pc:sldChg chg="modSp mod">
        <pc:chgData name="Benoît Lugardon (Student at CentraleSupelec)" userId="46a651e7-4433-4f81-9f97-edbcb86f0395" providerId="ADAL" clId="{F71A0ABE-D3E6-4A84-AE7F-D72DD564D529}" dt="2024-03-29T12:59:14.521" v="298" actId="20577"/>
        <pc:sldMkLst>
          <pc:docMk/>
          <pc:sldMk cId="189499821" sldId="312"/>
        </pc:sldMkLst>
        <pc:spChg chg="mod">
          <ac:chgData name="Benoît Lugardon (Student at CentraleSupelec)" userId="46a651e7-4433-4f81-9f97-edbcb86f0395" providerId="ADAL" clId="{F71A0ABE-D3E6-4A84-AE7F-D72DD564D529}" dt="2024-03-29T12:59:04.985" v="295" actId="20577"/>
          <ac:spMkLst>
            <pc:docMk/>
            <pc:sldMk cId="189499821" sldId="312"/>
            <ac:spMk id="2" creationId="{E5C11466-342A-872F-5135-0FB652B47AC0}"/>
          </ac:spMkLst>
        </pc:spChg>
        <pc:spChg chg="mod">
          <ac:chgData name="Benoît Lugardon (Student at CentraleSupelec)" userId="46a651e7-4433-4f81-9f97-edbcb86f0395" providerId="ADAL" clId="{F71A0ABE-D3E6-4A84-AE7F-D72DD564D529}" dt="2024-03-29T12:59:14.521" v="298" actId="20577"/>
          <ac:spMkLst>
            <pc:docMk/>
            <pc:sldMk cId="189499821" sldId="312"/>
            <ac:spMk id="9" creationId="{3909E233-F596-CB67-5D39-4C5F5C85202C}"/>
          </ac:spMkLst>
        </pc:spChg>
      </pc:sldChg>
      <pc:sldChg chg="modSp mod">
        <pc:chgData name="Benoît Lugardon (Student at CentraleSupelec)" userId="46a651e7-4433-4f81-9f97-edbcb86f0395" providerId="ADAL" clId="{F71A0ABE-D3E6-4A84-AE7F-D72DD564D529}" dt="2024-03-29T12:48:18.415" v="17" actId="20577"/>
        <pc:sldMkLst>
          <pc:docMk/>
          <pc:sldMk cId="245099751" sldId="335"/>
        </pc:sldMkLst>
        <pc:spChg chg="mod">
          <ac:chgData name="Benoît Lugardon (Student at CentraleSupelec)" userId="46a651e7-4433-4f81-9f97-edbcb86f0395" providerId="ADAL" clId="{F71A0ABE-D3E6-4A84-AE7F-D72DD564D529}" dt="2024-03-29T12:47:24.846" v="6" actId="207"/>
          <ac:spMkLst>
            <pc:docMk/>
            <pc:sldMk cId="245099751" sldId="335"/>
            <ac:spMk id="13" creationId="{AA33CB69-4DCD-8098-AC46-8E4F0355D2EE}"/>
          </ac:spMkLst>
        </pc:spChg>
        <pc:spChg chg="mod">
          <ac:chgData name="Benoît Lugardon (Student at CentraleSupelec)" userId="46a651e7-4433-4f81-9f97-edbcb86f0395" providerId="ADAL" clId="{F71A0ABE-D3E6-4A84-AE7F-D72DD564D529}" dt="2024-03-29T12:47:54.921" v="10" actId="1076"/>
          <ac:spMkLst>
            <pc:docMk/>
            <pc:sldMk cId="245099751" sldId="335"/>
            <ac:spMk id="14" creationId="{95C60FC9-2AF0-CE88-58F7-B3A212CF926A}"/>
          </ac:spMkLst>
        </pc:spChg>
        <pc:graphicFrameChg chg="mod">
          <ac:chgData name="Benoît Lugardon (Student at CentraleSupelec)" userId="46a651e7-4433-4f81-9f97-edbcb86f0395" providerId="ADAL" clId="{F71A0ABE-D3E6-4A84-AE7F-D72DD564D529}" dt="2024-03-29T12:48:18.415" v="17" actId="20577"/>
          <ac:graphicFrameMkLst>
            <pc:docMk/>
            <pc:sldMk cId="245099751" sldId="335"/>
            <ac:graphicFrameMk id="4" creationId="{1061485C-FB14-098E-073B-1E099998166A}"/>
          </ac:graphicFrameMkLst>
        </pc:graphicFrameChg>
      </pc:sldChg>
      <pc:sldChg chg="addSp modSp mod ord">
        <pc:chgData name="Benoît Lugardon (Student at CentraleSupelec)" userId="46a651e7-4433-4f81-9f97-edbcb86f0395" providerId="ADAL" clId="{F71A0ABE-D3E6-4A84-AE7F-D72DD564D529}" dt="2024-03-29T13:09:31.469" v="421" actId="20577"/>
        <pc:sldMkLst>
          <pc:docMk/>
          <pc:sldMk cId="1722543359" sldId="364"/>
        </pc:sldMkLst>
        <pc:spChg chg="add mod">
          <ac:chgData name="Benoît Lugardon (Student at CentraleSupelec)" userId="46a651e7-4433-4f81-9f97-edbcb86f0395" providerId="ADAL" clId="{F71A0ABE-D3E6-4A84-AE7F-D72DD564D529}" dt="2024-03-29T13:09:31.469" v="421" actId="20577"/>
          <ac:spMkLst>
            <pc:docMk/>
            <pc:sldMk cId="1722543359" sldId="364"/>
            <ac:spMk id="5" creationId="{67973B3B-46D8-1ED6-8209-0D652B669CAD}"/>
          </ac:spMkLst>
        </pc:spChg>
        <pc:picChg chg="mod">
          <ac:chgData name="Benoît Lugardon (Student at CentraleSupelec)" userId="46a651e7-4433-4f81-9f97-edbcb86f0395" providerId="ADAL" clId="{F71A0ABE-D3E6-4A84-AE7F-D72DD564D529}" dt="2024-03-29T13:07:06.213" v="319" actId="1076"/>
          <ac:picMkLst>
            <pc:docMk/>
            <pc:sldMk cId="1722543359" sldId="364"/>
            <ac:picMk id="4" creationId="{76573BDF-B955-3A8F-3BD4-5C7FC0B93697}"/>
          </ac:picMkLst>
        </pc:picChg>
      </pc:sldChg>
      <pc:sldChg chg="new">
        <pc:chgData name="Benoît Lugardon (Student at CentraleSupelec)" userId="46a651e7-4433-4f81-9f97-edbcb86f0395" providerId="ADAL" clId="{F71A0ABE-D3E6-4A84-AE7F-D72DD564D529}" dt="2024-03-29T13:11:14.602" v="422" actId="680"/>
        <pc:sldMkLst>
          <pc:docMk/>
          <pc:sldMk cId="732538898" sldId="365"/>
        </pc:sldMkLst>
      </pc:sldChg>
      <pc:sldChg chg="new del">
        <pc:chgData name="Benoît Lugardon (Student at CentraleSupelec)" userId="46a651e7-4433-4f81-9f97-edbcb86f0395" providerId="ADAL" clId="{F71A0ABE-D3E6-4A84-AE7F-D72DD564D529}" dt="2024-03-29T13:06:33.574" v="315" actId="47"/>
        <pc:sldMkLst>
          <pc:docMk/>
          <pc:sldMk cId="2466239065" sldId="365"/>
        </pc:sldMkLst>
      </pc:sldChg>
      <pc:sldChg chg="del">
        <pc:chgData name="Benoît Lugardon (Student at CentraleSupelec)" userId="46a651e7-4433-4f81-9f97-edbcb86f0395" providerId="ADAL" clId="{F71A0ABE-D3E6-4A84-AE7F-D72DD564D529}" dt="2024-03-29T13:20:13.899" v="423" actId="47"/>
        <pc:sldMkLst>
          <pc:docMk/>
          <pc:sldMk cId="661987481" sldId="366"/>
        </pc:sldMkLst>
      </pc:sldChg>
    </pc:docChg>
  </pc:docChgLst>
  <pc:docChgLst>
    <pc:chgData name="Henri Arvis (Student at CentraleSupelec)" userId="2eec99dc-37bd-428a-ae0e-36fa30341aa6" providerId="ADAL" clId="{10247BB2-9F14-8642-B14D-CB81D437BD6A}"/>
    <pc:docChg chg="undo custSel addSld delSld modSld">
      <pc:chgData name="Henri Arvis (Student at CentraleSupelec)" userId="2eec99dc-37bd-428a-ae0e-36fa30341aa6" providerId="ADAL" clId="{10247BB2-9F14-8642-B14D-CB81D437BD6A}" dt="2024-03-29T14:22:19.514" v="1200" actId="14100"/>
      <pc:docMkLst>
        <pc:docMk/>
      </pc:docMkLst>
      <pc:sldChg chg="modSp mod">
        <pc:chgData name="Henri Arvis (Student at CentraleSupelec)" userId="2eec99dc-37bd-428a-ae0e-36fa30341aa6" providerId="ADAL" clId="{10247BB2-9F14-8642-B14D-CB81D437BD6A}" dt="2024-03-29T13:44:49.268" v="969" actId="20577"/>
        <pc:sldMkLst>
          <pc:docMk/>
          <pc:sldMk cId="709355255" sldId="291"/>
        </pc:sldMkLst>
        <pc:spChg chg="mod">
          <ac:chgData name="Henri Arvis (Student at CentraleSupelec)" userId="2eec99dc-37bd-428a-ae0e-36fa30341aa6" providerId="ADAL" clId="{10247BB2-9F14-8642-B14D-CB81D437BD6A}" dt="2024-03-29T13:44:49.268" v="969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modSp">
        <pc:chgData name="Henri Arvis (Student at CentraleSupelec)" userId="2eec99dc-37bd-428a-ae0e-36fa30341aa6" providerId="ADAL" clId="{10247BB2-9F14-8642-B14D-CB81D437BD6A}" dt="2024-03-29T13:10:54.062" v="812" actId="931"/>
        <pc:sldMkLst>
          <pc:docMk/>
          <pc:sldMk cId="336249700" sldId="292"/>
        </pc:sldMkLst>
        <pc:picChg chg="mod">
          <ac:chgData name="Henri Arvis (Student at CentraleSupelec)" userId="2eec99dc-37bd-428a-ae0e-36fa30341aa6" providerId="ADAL" clId="{10247BB2-9F14-8642-B14D-CB81D437BD6A}" dt="2024-03-29T13:10:54.062" v="812" actId="931"/>
          <ac:picMkLst>
            <pc:docMk/>
            <pc:sldMk cId="336249700" sldId="292"/>
            <ac:picMk id="16" creationId="{24ADE87F-03ED-4333-19DA-4E0192CECD8F}"/>
          </ac:picMkLst>
        </pc:picChg>
      </pc:sldChg>
      <pc:sldChg chg="modSp mod">
        <pc:chgData name="Henri Arvis (Student at CentraleSupelec)" userId="2eec99dc-37bd-428a-ae0e-36fa30341aa6" providerId="ADAL" clId="{10247BB2-9F14-8642-B14D-CB81D437BD6A}" dt="2024-03-29T12:35:56.442" v="6" actId="20577"/>
        <pc:sldMkLst>
          <pc:docMk/>
          <pc:sldMk cId="3718380089" sldId="305"/>
        </pc:sldMkLst>
        <pc:spChg chg="mod">
          <ac:chgData name="Henri Arvis (Student at CentraleSupelec)" userId="2eec99dc-37bd-428a-ae0e-36fa30341aa6" providerId="ADAL" clId="{10247BB2-9F14-8642-B14D-CB81D437BD6A}" dt="2024-03-29T12:35:56.442" v="6" actId="20577"/>
          <ac:spMkLst>
            <pc:docMk/>
            <pc:sldMk cId="3718380089" sldId="305"/>
            <ac:spMk id="9" creationId="{3909E233-F596-CB67-5D39-4C5F5C85202C}"/>
          </ac:spMkLst>
        </pc:spChg>
      </pc:sldChg>
      <pc:sldChg chg="modSp">
        <pc:chgData name="Henri Arvis (Student at CentraleSupelec)" userId="2eec99dc-37bd-428a-ae0e-36fa30341aa6" providerId="ADAL" clId="{10247BB2-9F14-8642-B14D-CB81D437BD6A}" dt="2024-03-29T12:58:21.917" v="411" actId="931"/>
        <pc:sldMkLst>
          <pc:docMk/>
          <pc:sldMk cId="189499821" sldId="312"/>
        </pc:sldMkLst>
        <pc:spChg chg="mod">
          <ac:chgData name="Henri Arvis (Student at CentraleSupelec)" userId="2eec99dc-37bd-428a-ae0e-36fa30341aa6" providerId="ADAL" clId="{10247BB2-9F14-8642-B14D-CB81D437BD6A}" dt="2024-03-29T12:58:21.917" v="411" actId="931"/>
          <ac:spMkLst>
            <pc:docMk/>
            <pc:sldMk cId="189499821" sldId="312"/>
            <ac:spMk id="2" creationId="{E5C11466-342A-872F-5135-0FB652B47AC0}"/>
          </ac:spMkLst>
        </pc:spChg>
      </pc:sldChg>
      <pc:sldChg chg="del">
        <pc:chgData name="Henri Arvis (Student at CentraleSupelec)" userId="2eec99dc-37bd-428a-ae0e-36fa30341aa6" providerId="ADAL" clId="{10247BB2-9F14-8642-B14D-CB81D437BD6A}" dt="2024-03-29T12:36:49.209" v="19" actId="2696"/>
        <pc:sldMkLst>
          <pc:docMk/>
          <pc:sldMk cId="716337515" sldId="315"/>
        </pc:sldMkLst>
      </pc:sldChg>
      <pc:sldChg chg="del">
        <pc:chgData name="Henri Arvis (Student at CentraleSupelec)" userId="2eec99dc-37bd-428a-ae0e-36fa30341aa6" providerId="ADAL" clId="{10247BB2-9F14-8642-B14D-CB81D437BD6A}" dt="2024-03-29T12:36:49.707" v="24" actId="2696"/>
        <pc:sldMkLst>
          <pc:docMk/>
          <pc:sldMk cId="25144930" sldId="316"/>
        </pc:sldMkLst>
      </pc:sldChg>
      <pc:sldChg chg="del">
        <pc:chgData name="Henri Arvis (Student at CentraleSupelec)" userId="2eec99dc-37bd-428a-ae0e-36fa30341aa6" providerId="ADAL" clId="{10247BB2-9F14-8642-B14D-CB81D437BD6A}" dt="2024-03-29T12:36:48.919" v="17" actId="2696"/>
        <pc:sldMkLst>
          <pc:docMk/>
          <pc:sldMk cId="538913974" sldId="317"/>
        </pc:sldMkLst>
      </pc:sldChg>
      <pc:sldChg chg="del">
        <pc:chgData name="Henri Arvis (Student at CentraleSupelec)" userId="2eec99dc-37bd-428a-ae0e-36fa30341aa6" providerId="ADAL" clId="{10247BB2-9F14-8642-B14D-CB81D437BD6A}" dt="2024-03-29T12:36:50.278" v="27" actId="2696"/>
        <pc:sldMkLst>
          <pc:docMk/>
          <pc:sldMk cId="2845138122" sldId="319"/>
        </pc:sldMkLst>
      </pc:sldChg>
      <pc:sldChg chg="del">
        <pc:chgData name="Henri Arvis (Student at CentraleSupelec)" userId="2eec99dc-37bd-428a-ae0e-36fa30341aa6" providerId="ADAL" clId="{10247BB2-9F14-8642-B14D-CB81D437BD6A}" dt="2024-03-29T12:36:50.050" v="26" actId="2696"/>
        <pc:sldMkLst>
          <pc:docMk/>
          <pc:sldMk cId="1781541367" sldId="320"/>
        </pc:sldMkLst>
      </pc:sldChg>
      <pc:sldChg chg="del">
        <pc:chgData name="Henri Arvis (Student at CentraleSupelec)" userId="2eec99dc-37bd-428a-ae0e-36fa30341aa6" providerId="ADAL" clId="{10247BB2-9F14-8642-B14D-CB81D437BD6A}" dt="2024-03-29T12:36:48.612" v="16" actId="2696"/>
        <pc:sldMkLst>
          <pc:docMk/>
          <pc:sldMk cId="1510582457" sldId="321"/>
        </pc:sldMkLst>
      </pc:sldChg>
      <pc:sldChg chg="del">
        <pc:chgData name="Henri Arvis (Student at CentraleSupelec)" userId="2eec99dc-37bd-428a-ae0e-36fa30341aa6" providerId="ADAL" clId="{10247BB2-9F14-8642-B14D-CB81D437BD6A}" dt="2024-03-29T12:36:48.607" v="15" actId="2696"/>
        <pc:sldMkLst>
          <pc:docMk/>
          <pc:sldMk cId="2968194240" sldId="322"/>
        </pc:sldMkLst>
      </pc:sldChg>
      <pc:sldChg chg="modSp del mod">
        <pc:chgData name="Henri Arvis (Student at CentraleSupelec)" userId="2eec99dc-37bd-428a-ae0e-36fa30341aa6" providerId="ADAL" clId="{10247BB2-9F14-8642-B14D-CB81D437BD6A}" dt="2024-03-29T12:36:48.923" v="18" actId="2696"/>
        <pc:sldMkLst>
          <pc:docMk/>
          <pc:sldMk cId="1025595918" sldId="336"/>
        </pc:sldMkLst>
        <pc:spChg chg="mod">
          <ac:chgData name="Henri Arvis (Student at CentraleSupelec)" userId="2eec99dc-37bd-428a-ae0e-36fa30341aa6" providerId="ADAL" clId="{10247BB2-9F14-8642-B14D-CB81D437BD6A}" dt="2024-03-29T12:36:10.464" v="14" actId="20577"/>
          <ac:spMkLst>
            <pc:docMk/>
            <pc:sldMk cId="1025595918" sldId="336"/>
            <ac:spMk id="3073" creationId="{00000000-0000-0000-0000-000000000000}"/>
          </ac:spMkLst>
        </pc:spChg>
      </pc:sldChg>
      <pc:sldChg chg="modSp mod">
        <pc:chgData name="Henri Arvis (Student at CentraleSupelec)" userId="2eec99dc-37bd-428a-ae0e-36fa30341aa6" providerId="ADAL" clId="{10247BB2-9F14-8642-B14D-CB81D437BD6A}" dt="2024-03-29T12:37:09.591" v="30" actId="20577"/>
        <pc:sldMkLst>
          <pc:docMk/>
          <pc:sldMk cId="2671760962" sldId="337"/>
        </pc:sldMkLst>
        <pc:spChg chg="mod">
          <ac:chgData name="Henri Arvis (Student at CentraleSupelec)" userId="2eec99dc-37bd-428a-ae0e-36fa30341aa6" providerId="ADAL" clId="{10247BB2-9F14-8642-B14D-CB81D437BD6A}" dt="2024-03-29T12:37:09.591" v="30" actId="20577"/>
          <ac:spMkLst>
            <pc:docMk/>
            <pc:sldMk cId="2671760962" sldId="337"/>
            <ac:spMk id="3073" creationId="{00000000-0000-0000-0000-000000000000}"/>
          </ac:spMkLst>
        </pc:spChg>
      </pc:sldChg>
      <pc:sldChg chg="del">
        <pc:chgData name="Henri Arvis (Student at CentraleSupelec)" userId="2eec99dc-37bd-428a-ae0e-36fa30341aa6" providerId="ADAL" clId="{10247BB2-9F14-8642-B14D-CB81D437BD6A}" dt="2024-03-29T12:36:49.241" v="20" actId="2696"/>
        <pc:sldMkLst>
          <pc:docMk/>
          <pc:sldMk cId="1859501311" sldId="338"/>
        </pc:sldMkLst>
      </pc:sldChg>
      <pc:sldChg chg="modSp mod">
        <pc:chgData name="Henri Arvis (Student at CentraleSupelec)" userId="2eec99dc-37bd-428a-ae0e-36fa30341aa6" providerId="ADAL" clId="{10247BB2-9F14-8642-B14D-CB81D437BD6A}" dt="2024-03-29T13:54:12.471" v="1122" actId="20577"/>
        <pc:sldMkLst>
          <pc:docMk/>
          <pc:sldMk cId="3920489592" sldId="340"/>
        </pc:sldMkLst>
        <pc:spChg chg="mod">
          <ac:chgData name="Henri Arvis (Student at CentraleSupelec)" userId="2eec99dc-37bd-428a-ae0e-36fa30341aa6" providerId="ADAL" clId="{10247BB2-9F14-8642-B14D-CB81D437BD6A}" dt="2024-03-29T13:54:12.471" v="1122" actId="20577"/>
          <ac:spMkLst>
            <pc:docMk/>
            <pc:sldMk cId="3920489592" sldId="340"/>
            <ac:spMk id="9" creationId="{3909E233-F596-CB67-5D39-4C5F5C85202C}"/>
          </ac:spMkLst>
        </pc:spChg>
      </pc:sldChg>
      <pc:sldChg chg="del">
        <pc:chgData name="Henri Arvis (Student at CentraleSupelec)" userId="2eec99dc-37bd-428a-ae0e-36fa30341aa6" providerId="ADAL" clId="{10247BB2-9F14-8642-B14D-CB81D437BD6A}" dt="2024-03-29T12:36:49.568" v="23" actId="2696"/>
        <pc:sldMkLst>
          <pc:docMk/>
          <pc:sldMk cId="4177319945" sldId="341"/>
        </pc:sldMkLst>
      </pc:sldChg>
      <pc:sldChg chg="del">
        <pc:chgData name="Henri Arvis (Student at CentraleSupelec)" userId="2eec99dc-37bd-428a-ae0e-36fa30341aa6" providerId="ADAL" clId="{10247BB2-9F14-8642-B14D-CB81D437BD6A}" dt="2024-03-29T12:36:49.383" v="21" actId="2696"/>
        <pc:sldMkLst>
          <pc:docMk/>
          <pc:sldMk cId="4250713239" sldId="342"/>
        </pc:sldMkLst>
      </pc:sldChg>
      <pc:sldChg chg="addSp modSp mod">
        <pc:chgData name="Henri Arvis (Student at CentraleSupelec)" userId="2eec99dc-37bd-428a-ae0e-36fa30341aa6" providerId="ADAL" clId="{10247BB2-9F14-8642-B14D-CB81D437BD6A}" dt="2024-03-29T14:10:53.620" v="1199" actId="1076"/>
        <pc:sldMkLst>
          <pc:docMk/>
          <pc:sldMk cId="206632142" sldId="343"/>
        </pc:sldMkLst>
        <pc:spChg chg="mod">
          <ac:chgData name="Henri Arvis (Student at CentraleSupelec)" userId="2eec99dc-37bd-428a-ae0e-36fa30341aa6" providerId="ADAL" clId="{10247BB2-9F14-8642-B14D-CB81D437BD6A}" dt="2024-03-29T14:06:27.461" v="1128" actId="1076"/>
          <ac:spMkLst>
            <pc:docMk/>
            <pc:sldMk cId="206632142" sldId="343"/>
            <ac:spMk id="7" creationId="{5C3DB8F8-9F4D-6E30-5947-11290A576E21}"/>
          </ac:spMkLst>
        </pc:spChg>
        <pc:spChg chg="mod">
          <ac:chgData name="Henri Arvis (Student at CentraleSupelec)" userId="2eec99dc-37bd-428a-ae0e-36fa30341aa6" providerId="ADAL" clId="{10247BB2-9F14-8642-B14D-CB81D437BD6A}" dt="2024-03-29T14:07:01.728" v="1140" actId="255"/>
          <ac:spMkLst>
            <pc:docMk/>
            <pc:sldMk cId="206632142" sldId="343"/>
            <ac:spMk id="9" creationId="{D4F58500-088E-1F58-A6C0-3F028DCCD442}"/>
          </ac:spMkLst>
        </pc:spChg>
        <pc:spChg chg="mod">
          <ac:chgData name="Henri Arvis (Student at CentraleSupelec)" userId="2eec99dc-37bd-428a-ae0e-36fa30341aa6" providerId="ADAL" clId="{10247BB2-9F14-8642-B14D-CB81D437BD6A}" dt="2024-03-29T14:07:01.728" v="1140" actId="255"/>
          <ac:spMkLst>
            <pc:docMk/>
            <pc:sldMk cId="206632142" sldId="343"/>
            <ac:spMk id="10" creationId="{70276F66-C6B1-61CB-FF02-B8243C5D8126}"/>
          </ac:spMkLst>
        </pc:spChg>
        <pc:spChg chg="mod">
          <ac:chgData name="Henri Arvis (Student at CentraleSupelec)" userId="2eec99dc-37bd-428a-ae0e-36fa30341aa6" providerId="ADAL" clId="{10247BB2-9F14-8642-B14D-CB81D437BD6A}" dt="2024-03-29T14:07:33.710" v="1163" actId="20577"/>
          <ac:spMkLst>
            <pc:docMk/>
            <pc:sldMk cId="206632142" sldId="343"/>
            <ac:spMk id="17" creationId="{B39ABF6B-D124-F152-14F7-4EA6F7C29831}"/>
          </ac:spMkLst>
        </pc:spChg>
        <pc:spChg chg="mod">
          <ac:chgData name="Henri Arvis (Student at CentraleSupelec)" userId="2eec99dc-37bd-428a-ae0e-36fa30341aa6" providerId="ADAL" clId="{10247BB2-9F14-8642-B14D-CB81D437BD6A}" dt="2024-03-29T14:07:01.728" v="1140" actId="255"/>
          <ac:spMkLst>
            <pc:docMk/>
            <pc:sldMk cId="206632142" sldId="343"/>
            <ac:spMk id="18" creationId="{D8A795FD-68CC-F9B9-5AA4-04DDE6768E33}"/>
          </ac:spMkLst>
        </pc:spChg>
        <pc:spChg chg="mod">
          <ac:chgData name="Henri Arvis (Student at CentraleSupelec)" userId="2eec99dc-37bd-428a-ae0e-36fa30341aa6" providerId="ADAL" clId="{10247BB2-9F14-8642-B14D-CB81D437BD6A}" dt="2024-03-29T14:07:01.728" v="1140" actId="255"/>
          <ac:spMkLst>
            <pc:docMk/>
            <pc:sldMk cId="206632142" sldId="343"/>
            <ac:spMk id="19" creationId="{35A9491F-8FE4-F128-FC01-655786EF6CDA}"/>
          </ac:spMkLst>
        </pc:spChg>
        <pc:spChg chg="add mod">
          <ac:chgData name="Henri Arvis (Student at CentraleSupelec)" userId="2eec99dc-37bd-428a-ae0e-36fa30341aa6" providerId="ADAL" clId="{10247BB2-9F14-8642-B14D-CB81D437BD6A}" dt="2024-03-29T14:08:34.440" v="1168" actId="14100"/>
          <ac:spMkLst>
            <pc:docMk/>
            <pc:sldMk cId="206632142" sldId="343"/>
            <ac:spMk id="24" creationId="{F21D7BC8-4610-5C9C-B7F4-81B97B916EED}"/>
          </ac:spMkLst>
        </pc:spChg>
        <pc:spChg chg="add mod">
          <ac:chgData name="Henri Arvis (Student at CentraleSupelec)" userId="2eec99dc-37bd-428a-ae0e-36fa30341aa6" providerId="ADAL" clId="{10247BB2-9F14-8642-B14D-CB81D437BD6A}" dt="2024-03-29T14:10:53.620" v="1199" actId="1076"/>
          <ac:spMkLst>
            <pc:docMk/>
            <pc:sldMk cId="206632142" sldId="343"/>
            <ac:spMk id="25" creationId="{C2C10CCE-BFF6-F9AA-C200-6625AE643409}"/>
          </ac:spMkLst>
        </pc:spChg>
        <pc:grpChg chg="add mod">
          <ac:chgData name="Henri Arvis (Student at CentraleSupelec)" userId="2eec99dc-37bd-428a-ae0e-36fa30341aa6" providerId="ADAL" clId="{10247BB2-9F14-8642-B14D-CB81D437BD6A}" dt="2024-03-29T14:07:11.305" v="1142" actId="1076"/>
          <ac:grpSpMkLst>
            <pc:docMk/>
            <pc:sldMk cId="206632142" sldId="343"/>
            <ac:grpSpMk id="3" creationId="{60153140-35DE-A7C6-3237-C75C2821D34C}"/>
          </ac:grpSpMkLst>
        </pc:grpChg>
        <pc:picChg chg="mod">
          <ac:chgData name="Henri Arvis (Student at CentraleSupelec)" userId="2eec99dc-37bd-428a-ae0e-36fa30341aa6" providerId="ADAL" clId="{10247BB2-9F14-8642-B14D-CB81D437BD6A}" dt="2024-03-29T14:07:41.643" v="1165" actId="1076"/>
          <ac:picMkLst>
            <pc:docMk/>
            <pc:sldMk cId="206632142" sldId="343"/>
            <ac:picMk id="8" creationId="{2DB6CF3E-EF5E-B225-408B-0B9D1C671556}"/>
          </ac:picMkLst>
        </pc:pic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11" creationId="{C52C7E23-0866-62CD-E91D-B1BDD96EE8F9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12" creationId="{137DC186-21D6-8AC3-FABA-8834917F9075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13" creationId="{91E086F7-6AFA-9503-696E-0A9B9969A54F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14" creationId="{2784A012-6F11-8CEE-EE50-CDD6BB914952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15" creationId="{290BDB2E-89B2-CDD2-C118-498D9D18210E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16" creationId="{BEC82A20-FBDF-AD6B-0764-6873A18896F8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20" creationId="{E7767508-85E8-24BA-6868-6206F3BFDD0E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21" creationId="{70969A3E-B35D-D4BE-8A2B-9277282CF873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22" creationId="{8AFE8AA2-841A-3EA2-5715-249865EF9491}"/>
          </ac:cxnSpMkLst>
        </pc:cxnChg>
        <pc:cxnChg chg="mod">
          <ac:chgData name="Henri Arvis (Student at CentraleSupelec)" userId="2eec99dc-37bd-428a-ae0e-36fa30341aa6" providerId="ADAL" clId="{10247BB2-9F14-8642-B14D-CB81D437BD6A}" dt="2024-03-29T14:07:01.728" v="1140" actId="255"/>
          <ac:cxnSpMkLst>
            <pc:docMk/>
            <pc:sldMk cId="206632142" sldId="343"/>
            <ac:cxnSpMk id="23" creationId="{B939D602-8B0C-3C26-E26E-A08CCA3DCA81}"/>
          </ac:cxnSpMkLst>
        </pc:cxnChg>
      </pc:sldChg>
      <pc:sldChg chg="del">
        <pc:chgData name="Henri Arvis (Student at CentraleSupelec)" userId="2eec99dc-37bd-428a-ae0e-36fa30341aa6" providerId="ADAL" clId="{10247BB2-9F14-8642-B14D-CB81D437BD6A}" dt="2024-03-29T12:36:49.563" v="22" actId="2696"/>
        <pc:sldMkLst>
          <pc:docMk/>
          <pc:sldMk cId="866641586" sldId="344"/>
        </pc:sldMkLst>
      </pc:sldChg>
      <pc:sldChg chg="modSp">
        <pc:chgData name="Henri Arvis (Student at CentraleSupelec)" userId="2eec99dc-37bd-428a-ae0e-36fa30341aa6" providerId="ADAL" clId="{10247BB2-9F14-8642-B14D-CB81D437BD6A}" dt="2024-03-29T13:10:54.062" v="812" actId="931"/>
        <pc:sldMkLst>
          <pc:docMk/>
          <pc:sldMk cId="364204294" sldId="345"/>
        </pc:sldMkLst>
        <pc:spChg chg="mod">
          <ac:chgData name="Henri Arvis (Student at CentraleSupelec)" userId="2eec99dc-37bd-428a-ae0e-36fa30341aa6" providerId="ADAL" clId="{10247BB2-9F14-8642-B14D-CB81D437BD6A}" dt="2024-03-29T13:10:54.062" v="812" actId="931"/>
          <ac:spMkLst>
            <pc:docMk/>
            <pc:sldMk cId="364204294" sldId="345"/>
            <ac:spMk id="3073" creationId="{00000000-0000-0000-0000-000000000000}"/>
          </ac:spMkLst>
        </pc:spChg>
      </pc:sldChg>
      <pc:sldChg chg="addSp delSp modSp mod">
        <pc:chgData name="Henri Arvis (Student at CentraleSupelec)" userId="2eec99dc-37bd-428a-ae0e-36fa30341aa6" providerId="ADAL" clId="{10247BB2-9F14-8642-B14D-CB81D437BD6A}" dt="2024-03-29T13:08:54.120" v="808" actId="1076"/>
        <pc:sldMkLst>
          <pc:docMk/>
          <pc:sldMk cId="3936228529" sldId="348"/>
        </pc:sldMkLst>
        <pc:spChg chg="del">
          <ac:chgData name="Henri Arvis (Student at CentraleSupelec)" userId="2eec99dc-37bd-428a-ae0e-36fa30341aa6" providerId="ADAL" clId="{10247BB2-9F14-8642-B14D-CB81D437BD6A}" dt="2024-03-29T13:08:25.280" v="800" actId="478"/>
          <ac:spMkLst>
            <pc:docMk/>
            <pc:sldMk cId="3936228529" sldId="348"/>
            <ac:spMk id="2" creationId="{E5C11466-342A-872F-5135-0FB652B47AC0}"/>
          </ac:spMkLst>
        </pc:spChg>
        <pc:spChg chg="mod">
          <ac:chgData name="Henri Arvis (Student at CentraleSupelec)" userId="2eec99dc-37bd-428a-ae0e-36fa30341aa6" providerId="ADAL" clId="{10247BB2-9F14-8642-B14D-CB81D437BD6A}" dt="2024-03-29T13:08:31.478" v="801" actId="20577"/>
          <ac:spMkLst>
            <pc:docMk/>
            <pc:sldMk cId="3936228529" sldId="348"/>
            <ac:spMk id="9" creationId="{3909E233-F596-CB67-5D39-4C5F5C85202C}"/>
          </ac:spMkLst>
        </pc:spChg>
        <pc:graphicFrameChg chg="del">
          <ac:chgData name="Henri Arvis (Student at CentraleSupelec)" userId="2eec99dc-37bd-428a-ae0e-36fa30341aa6" providerId="ADAL" clId="{10247BB2-9F14-8642-B14D-CB81D437BD6A}" dt="2024-03-29T13:08:33.607" v="802" actId="478"/>
          <ac:graphicFrameMkLst>
            <pc:docMk/>
            <pc:sldMk cId="3936228529" sldId="348"/>
            <ac:graphicFrameMk id="4" creationId="{B5B444A2-6240-FED3-1955-7A6B203C5764}"/>
          </ac:graphicFrameMkLst>
        </pc:graphicFrameChg>
        <pc:picChg chg="add mod">
          <ac:chgData name="Henri Arvis (Student at CentraleSupelec)" userId="2eec99dc-37bd-428a-ae0e-36fa30341aa6" providerId="ADAL" clId="{10247BB2-9F14-8642-B14D-CB81D437BD6A}" dt="2024-03-29T13:08:54.120" v="808" actId="1076"/>
          <ac:picMkLst>
            <pc:docMk/>
            <pc:sldMk cId="3936228529" sldId="348"/>
            <ac:picMk id="8" creationId="{7A196CC3-3CEA-A3A2-BF96-9A7BE25F91D5}"/>
          </ac:picMkLst>
        </pc:picChg>
      </pc:sldChg>
      <pc:sldChg chg="addSp modSp mod">
        <pc:chgData name="Henri Arvis (Student at CentraleSupelec)" userId="2eec99dc-37bd-428a-ae0e-36fa30341aa6" providerId="ADAL" clId="{10247BB2-9F14-8642-B14D-CB81D437BD6A}" dt="2024-03-29T12:47:58.218" v="350" actId="20577"/>
        <pc:sldMkLst>
          <pc:docMk/>
          <pc:sldMk cId="1675246936" sldId="349"/>
        </pc:sldMkLst>
        <pc:spChg chg="mod">
          <ac:chgData name="Henri Arvis (Student at CentraleSupelec)" userId="2eec99dc-37bd-428a-ae0e-36fa30341aa6" providerId="ADAL" clId="{10247BB2-9F14-8642-B14D-CB81D437BD6A}" dt="2024-03-29T12:47:58.218" v="350" actId="20577"/>
          <ac:spMkLst>
            <pc:docMk/>
            <pc:sldMk cId="1675246936" sldId="349"/>
            <ac:spMk id="101" creationId="{00000000-0000-0000-0000-000000000000}"/>
          </ac:spMkLst>
        </pc:spChg>
        <pc:picChg chg="add mod">
          <ac:chgData name="Henri Arvis (Student at CentraleSupelec)" userId="2eec99dc-37bd-428a-ae0e-36fa30341aa6" providerId="ADAL" clId="{10247BB2-9F14-8642-B14D-CB81D437BD6A}" dt="2024-03-29T12:39:21.885" v="35" actId="1076"/>
          <ac:picMkLst>
            <pc:docMk/>
            <pc:sldMk cId="1675246936" sldId="349"/>
            <ac:picMk id="7" creationId="{4213D750-A35C-B281-0DC8-9C617633690E}"/>
          </ac:picMkLst>
        </pc:picChg>
      </pc:sldChg>
      <pc:sldChg chg="del">
        <pc:chgData name="Henri Arvis (Student at CentraleSupelec)" userId="2eec99dc-37bd-428a-ae0e-36fa30341aa6" providerId="ADAL" clId="{10247BB2-9F14-8642-B14D-CB81D437BD6A}" dt="2024-03-29T12:36:49.876" v="25" actId="2696"/>
        <pc:sldMkLst>
          <pc:docMk/>
          <pc:sldMk cId="1703254768" sldId="350"/>
        </pc:sldMkLst>
      </pc:sldChg>
      <pc:sldChg chg="addSp delSp modSp mod">
        <pc:chgData name="Henri Arvis (Student at CentraleSupelec)" userId="2eec99dc-37bd-428a-ae0e-36fa30341aa6" providerId="ADAL" clId="{10247BB2-9F14-8642-B14D-CB81D437BD6A}" dt="2024-03-29T14:22:19.514" v="1200" actId="14100"/>
        <pc:sldMkLst>
          <pc:docMk/>
          <pc:sldMk cId="2617815803" sldId="351"/>
        </pc:sldMkLst>
        <pc:grpChg chg="del">
          <ac:chgData name="Henri Arvis (Student at CentraleSupelec)" userId="2eec99dc-37bd-428a-ae0e-36fa30341aa6" providerId="ADAL" clId="{10247BB2-9F14-8642-B14D-CB81D437BD6A}" dt="2024-03-29T13:09:40.681" v="811" actId="478"/>
          <ac:grpSpMkLst>
            <pc:docMk/>
            <pc:sldMk cId="2617815803" sldId="351"/>
            <ac:grpSpMk id="10" creationId="{BF51CF99-C9AB-EA9C-4C27-5BB025AEA0F2}"/>
          </ac:grpSpMkLst>
        </pc:grpChg>
        <pc:graphicFrameChg chg="mod modGraphic">
          <ac:chgData name="Henri Arvis (Student at CentraleSupelec)" userId="2eec99dc-37bd-428a-ae0e-36fa30341aa6" providerId="ADAL" clId="{10247BB2-9F14-8642-B14D-CB81D437BD6A}" dt="2024-03-29T14:22:19.514" v="1200" actId="14100"/>
          <ac:graphicFrameMkLst>
            <pc:docMk/>
            <pc:sldMk cId="2617815803" sldId="351"/>
            <ac:graphicFrameMk id="5" creationId="{317470FA-1917-FB12-A0BD-7385B1959B3F}"/>
          </ac:graphicFrameMkLst>
        </pc:graphicFrameChg>
        <pc:picChg chg="add mod">
          <ac:chgData name="Henri Arvis (Student at CentraleSupelec)" userId="2eec99dc-37bd-428a-ae0e-36fa30341aa6" providerId="ADAL" clId="{10247BB2-9F14-8642-B14D-CB81D437BD6A}" dt="2024-03-29T13:11:41.145" v="823" actId="1076"/>
          <ac:picMkLst>
            <pc:docMk/>
            <pc:sldMk cId="2617815803" sldId="351"/>
            <ac:picMk id="11" creationId="{89AFB21B-1E53-AD16-A174-6ED1F3F5E025}"/>
          </ac:picMkLst>
        </pc:picChg>
      </pc:sldChg>
      <pc:sldChg chg="modSp">
        <pc:chgData name="Henri Arvis (Student at CentraleSupelec)" userId="2eec99dc-37bd-428a-ae0e-36fa30341aa6" providerId="ADAL" clId="{10247BB2-9F14-8642-B14D-CB81D437BD6A}" dt="2024-03-29T13:51:51.918" v="1111" actId="931"/>
        <pc:sldMkLst>
          <pc:docMk/>
          <pc:sldMk cId="3940828943" sldId="352"/>
        </pc:sldMkLst>
        <pc:picChg chg="mod">
          <ac:chgData name="Henri Arvis (Student at CentraleSupelec)" userId="2eec99dc-37bd-428a-ae0e-36fa30341aa6" providerId="ADAL" clId="{10247BB2-9F14-8642-B14D-CB81D437BD6A}" dt="2024-03-29T13:51:51.918" v="1111" actId="931"/>
          <ac:picMkLst>
            <pc:docMk/>
            <pc:sldMk cId="3940828943" sldId="352"/>
            <ac:picMk id="15" creationId="{581B76D4-486F-744F-7553-917DD6EA7C18}"/>
          </ac:picMkLst>
        </pc:picChg>
      </pc:sldChg>
      <pc:sldChg chg="modSp">
        <pc:chgData name="Henri Arvis (Student at CentraleSupelec)" userId="2eec99dc-37bd-428a-ae0e-36fa30341aa6" providerId="ADAL" clId="{10247BB2-9F14-8642-B14D-CB81D437BD6A}" dt="2024-03-29T13:10:54.062" v="812" actId="931"/>
        <pc:sldMkLst>
          <pc:docMk/>
          <pc:sldMk cId="2956332010" sldId="355"/>
        </pc:sldMkLst>
        <pc:picChg chg="mod">
          <ac:chgData name="Henri Arvis (Student at CentraleSupelec)" userId="2eec99dc-37bd-428a-ae0e-36fa30341aa6" providerId="ADAL" clId="{10247BB2-9F14-8642-B14D-CB81D437BD6A}" dt="2024-03-29T13:10:54.062" v="812" actId="931"/>
          <ac:picMkLst>
            <pc:docMk/>
            <pc:sldMk cId="2956332010" sldId="355"/>
            <ac:picMk id="4" creationId="{E2126CC9-31C9-E504-E9DE-772ECF8D59BC}"/>
          </ac:picMkLst>
        </pc:picChg>
      </pc:sldChg>
      <pc:sldChg chg="addSp delSp modSp mod">
        <pc:chgData name="Henri Arvis (Student at CentraleSupelec)" userId="2eec99dc-37bd-428a-ae0e-36fa30341aa6" providerId="ADAL" clId="{10247BB2-9F14-8642-B14D-CB81D437BD6A}" dt="2024-03-29T13:43:11.900" v="965" actId="1076"/>
        <pc:sldMkLst>
          <pc:docMk/>
          <pc:sldMk cId="704721571" sldId="357"/>
        </pc:sldMkLst>
        <pc:spChg chg="mod">
          <ac:chgData name="Henri Arvis (Student at CentraleSupelec)" userId="2eec99dc-37bd-428a-ae0e-36fa30341aa6" providerId="ADAL" clId="{10247BB2-9F14-8642-B14D-CB81D437BD6A}" dt="2024-03-29T13:01:37.355" v="570" actId="20577"/>
          <ac:spMkLst>
            <pc:docMk/>
            <pc:sldMk cId="704721571" sldId="357"/>
            <ac:spMk id="19" creationId="{BEE1CF88-3FE7-58FE-7839-4FC687B2F4BC}"/>
          </ac:spMkLst>
        </pc:spChg>
        <pc:spChg chg="mod">
          <ac:chgData name="Henri Arvis (Student at CentraleSupelec)" userId="2eec99dc-37bd-428a-ae0e-36fa30341aa6" providerId="ADAL" clId="{10247BB2-9F14-8642-B14D-CB81D437BD6A}" dt="2024-03-29T13:01:37.355" v="570" actId="20577"/>
          <ac:spMkLst>
            <pc:docMk/>
            <pc:sldMk cId="704721571" sldId="357"/>
            <ac:spMk id="20" creationId="{AFEAE3EA-42FB-AC24-1AE1-E60E38ADDD4D}"/>
          </ac:spMkLst>
        </pc:spChg>
        <pc:spChg chg="mod">
          <ac:chgData name="Henri Arvis (Student at CentraleSupelec)" userId="2eec99dc-37bd-428a-ae0e-36fa30341aa6" providerId="ADAL" clId="{10247BB2-9F14-8642-B14D-CB81D437BD6A}" dt="2024-03-29T13:01:39.063" v="572" actId="20577"/>
          <ac:spMkLst>
            <pc:docMk/>
            <pc:sldMk cId="704721571" sldId="357"/>
            <ac:spMk id="27" creationId="{93F6EFC6-6CF4-C444-B9CE-72C67F474B39}"/>
          </ac:spMkLst>
        </pc:spChg>
        <pc:spChg chg="mod">
          <ac:chgData name="Henri Arvis (Student at CentraleSupelec)" userId="2eec99dc-37bd-428a-ae0e-36fa30341aa6" providerId="ADAL" clId="{10247BB2-9F14-8642-B14D-CB81D437BD6A}" dt="2024-03-29T13:01:37.355" v="570" actId="20577"/>
          <ac:spMkLst>
            <pc:docMk/>
            <pc:sldMk cId="704721571" sldId="357"/>
            <ac:spMk id="28" creationId="{FC744D6B-2C07-94F4-AB0E-3C2054B88A81}"/>
          </ac:spMkLst>
        </pc:spChg>
        <pc:spChg chg="del mod">
          <ac:chgData name="Henri Arvis (Student at CentraleSupelec)" userId="2eec99dc-37bd-428a-ae0e-36fa30341aa6" providerId="ADAL" clId="{10247BB2-9F14-8642-B14D-CB81D437BD6A}" dt="2024-03-29T12:51:04.986" v="377" actId="478"/>
          <ac:spMkLst>
            <pc:docMk/>
            <pc:sldMk cId="704721571" sldId="357"/>
            <ac:spMk id="30" creationId="{341C4171-3FFD-4D56-4936-0FEC00411E02}"/>
          </ac:spMkLst>
        </pc:spChg>
        <pc:spChg chg="mod">
          <ac:chgData name="Henri Arvis (Student at CentraleSupelec)" userId="2eec99dc-37bd-428a-ae0e-36fa30341aa6" providerId="ADAL" clId="{10247BB2-9F14-8642-B14D-CB81D437BD6A}" dt="2024-03-29T13:01:37.355" v="570" actId="20577"/>
          <ac:spMkLst>
            <pc:docMk/>
            <pc:sldMk cId="704721571" sldId="357"/>
            <ac:spMk id="31" creationId="{F799BD91-BDC0-569C-3554-6EEB2E6F9AE1}"/>
          </ac:spMkLst>
        </pc:spChg>
        <pc:spChg chg="mod">
          <ac:chgData name="Henri Arvis (Student at CentraleSupelec)" userId="2eec99dc-37bd-428a-ae0e-36fa30341aa6" providerId="ADAL" clId="{10247BB2-9F14-8642-B14D-CB81D437BD6A}" dt="2024-03-29T13:41:27.708" v="950" actId="14100"/>
          <ac:spMkLst>
            <pc:docMk/>
            <pc:sldMk cId="704721571" sldId="357"/>
            <ac:spMk id="101" creationId="{00000000-0000-0000-0000-000000000000}"/>
          </ac:spMkLst>
        </pc:spChg>
        <pc:grpChg chg="mod">
          <ac:chgData name="Henri Arvis (Student at CentraleSupelec)" userId="2eec99dc-37bd-428a-ae0e-36fa30341aa6" providerId="ADAL" clId="{10247BB2-9F14-8642-B14D-CB81D437BD6A}" dt="2024-03-29T13:01:48.696" v="573" actId="1076"/>
          <ac:grpSpMkLst>
            <pc:docMk/>
            <pc:sldMk cId="704721571" sldId="357"/>
            <ac:grpSpMk id="18" creationId="{58C5C74E-4CA7-2FDB-8309-1A8F3155E34C}"/>
          </ac:grpSpMkLst>
        </pc:grpChg>
        <pc:picChg chg="add mod">
          <ac:chgData name="Henri Arvis (Student at CentraleSupelec)" userId="2eec99dc-37bd-428a-ae0e-36fa30341aa6" providerId="ADAL" clId="{10247BB2-9F14-8642-B14D-CB81D437BD6A}" dt="2024-03-29T13:43:11.900" v="965" actId="1076"/>
          <ac:picMkLst>
            <pc:docMk/>
            <pc:sldMk cId="704721571" sldId="357"/>
            <ac:picMk id="4" creationId="{98C8C974-6409-8518-9837-C2056D5FE525}"/>
          </ac:picMkLst>
        </pc:pic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21" creationId="{8DE31379-6F16-F1DD-E187-F936850EDF21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22" creationId="{50F44451-7B27-8D6B-A4CB-FED35A5A5252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23" creationId="{D33240FF-EBCB-5EA9-D619-1CA9672ADE24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24" creationId="{46DA3575-9FF0-7C99-C958-F4879C7654E7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25" creationId="{5E728223-CB0D-C4C5-08E5-AED247862282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26" creationId="{C9AEBDD5-B3F0-E75E-2F69-AA903E6B85FB}"/>
          </ac:cxnSpMkLst>
        </pc:cxnChg>
        <pc:cxnChg chg="del mod">
          <ac:chgData name="Henri Arvis (Student at CentraleSupelec)" userId="2eec99dc-37bd-428a-ae0e-36fa30341aa6" providerId="ADAL" clId="{10247BB2-9F14-8642-B14D-CB81D437BD6A}" dt="2024-03-29T12:51:14.492" v="378" actId="478"/>
          <ac:cxnSpMkLst>
            <pc:docMk/>
            <pc:sldMk cId="704721571" sldId="357"/>
            <ac:cxnSpMk id="29" creationId="{5859D1E5-CC6C-C290-29CC-8D8A1302536A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96" creationId="{5EF00786-41FB-026F-B46F-504E54110B7F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97" creationId="{E38C90F9-E990-D462-A90E-CF88B0FD65BB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98" creationId="{4DD7904D-22B7-F18D-BF8C-82D83925BF4C}"/>
          </ac:cxnSpMkLst>
        </pc:cxnChg>
        <pc:cxnChg chg="mod">
          <ac:chgData name="Henri Arvis (Student at CentraleSupelec)" userId="2eec99dc-37bd-428a-ae0e-36fa30341aa6" providerId="ADAL" clId="{10247BB2-9F14-8642-B14D-CB81D437BD6A}" dt="2024-03-29T13:01:37.355" v="570" actId="20577"/>
          <ac:cxnSpMkLst>
            <pc:docMk/>
            <pc:sldMk cId="704721571" sldId="357"/>
            <ac:cxnSpMk id="99" creationId="{139473B9-25F7-51E5-BB2B-CDF410846168}"/>
          </ac:cxnSpMkLst>
        </pc:cxnChg>
      </pc:sldChg>
      <pc:sldChg chg="addSp modSp mod">
        <pc:chgData name="Henri Arvis (Student at CentraleSupelec)" userId="2eec99dc-37bd-428a-ae0e-36fa30341aa6" providerId="ADAL" clId="{10247BB2-9F14-8642-B14D-CB81D437BD6A}" dt="2024-03-29T12:58:31.911" v="415" actId="1076"/>
        <pc:sldMkLst>
          <pc:docMk/>
          <pc:sldMk cId="2336585786" sldId="360"/>
        </pc:sldMkLst>
        <pc:spChg chg="mod">
          <ac:chgData name="Henri Arvis (Student at CentraleSupelec)" userId="2eec99dc-37bd-428a-ae0e-36fa30341aa6" providerId="ADAL" clId="{10247BB2-9F14-8642-B14D-CB81D437BD6A}" dt="2024-03-29T12:57:54.016" v="410" actId="20577"/>
          <ac:spMkLst>
            <pc:docMk/>
            <pc:sldMk cId="2336585786" sldId="360"/>
            <ac:spMk id="7" creationId="{5C3DB8F8-9F4D-6E30-5947-11290A576E21}"/>
          </ac:spMkLst>
        </pc:spChg>
        <pc:picChg chg="add mod">
          <ac:chgData name="Henri Arvis (Student at CentraleSupelec)" userId="2eec99dc-37bd-428a-ae0e-36fa30341aa6" providerId="ADAL" clId="{10247BB2-9F14-8642-B14D-CB81D437BD6A}" dt="2024-03-29T12:58:31.911" v="415" actId="1076"/>
          <ac:picMkLst>
            <pc:docMk/>
            <pc:sldMk cId="2336585786" sldId="360"/>
            <ac:picMk id="6" creationId="{EBB920EC-D277-594C-0915-29CD7411B8E0}"/>
          </ac:picMkLst>
        </pc:picChg>
      </pc:sldChg>
      <pc:sldChg chg="addSp delSp modSp add mod">
        <pc:chgData name="Henri Arvis (Student at CentraleSupelec)" userId="2eec99dc-37bd-428a-ae0e-36fa30341aa6" providerId="ADAL" clId="{10247BB2-9F14-8642-B14D-CB81D437BD6A}" dt="2024-03-29T13:43:06.051" v="964" actId="1076"/>
        <pc:sldMkLst>
          <pc:docMk/>
          <pc:sldMk cId="980974851" sldId="361"/>
        </pc:sldMkLst>
        <pc:spChg chg="mod">
          <ac:chgData name="Henri Arvis (Student at CentraleSupelec)" userId="2eec99dc-37bd-428a-ae0e-36fa30341aa6" providerId="ADAL" clId="{10247BB2-9F14-8642-B14D-CB81D437BD6A}" dt="2024-03-29T13:42:18.795" v="956" actId="20577"/>
          <ac:spMkLst>
            <pc:docMk/>
            <pc:sldMk cId="980974851" sldId="361"/>
            <ac:spMk id="101" creationId="{00000000-0000-0000-0000-000000000000}"/>
          </ac:spMkLst>
        </pc:spChg>
        <pc:grpChg chg="del">
          <ac:chgData name="Henri Arvis (Student at CentraleSupelec)" userId="2eec99dc-37bd-428a-ae0e-36fa30341aa6" providerId="ADAL" clId="{10247BB2-9F14-8642-B14D-CB81D437BD6A}" dt="2024-03-29T13:03:15.696" v="671" actId="478"/>
          <ac:grpSpMkLst>
            <pc:docMk/>
            <pc:sldMk cId="980974851" sldId="361"/>
            <ac:grpSpMk id="18" creationId="{58C5C74E-4CA7-2FDB-8309-1A8F3155E34C}"/>
          </ac:grpSpMkLst>
        </pc:grpChg>
        <pc:picChg chg="del">
          <ac:chgData name="Henri Arvis (Student at CentraleSupelec)" userId="2eec99dc-37bd-428a-ae0e-36fa30341aa6" providerId="ADAL" clId="{10247BB2-9F14-8642-B14D-CB81D437BD6A}" dt="2024-03-29T13:03:30.213" v="680" actId="478"/>
          <ac:picMkLst>
            <pc:docMk/>
            <pc:sldMk cId="980974851" sldId="361"/>
            <ac:picMk id="4" creationId="{98C8C974-6409-8518-9837-C2056D5FE525}"/>
          </ac:picMkLst>
        </pc:picChg>
        <pc:picChg chg="add mod">
          <ac:chgData name="Henri Arvis (Student at CentraleSupelec)" userId="2eec99dc-37bd-428a-ae0e-36fa30341aa6" providerId="ADAL" clId="{10247BB2-9F14-8642-B14D-CB81D437BD6A}" dt="2024-03-29T13:43:06.051" v="964" actId="1076"/>
          <ac:picMkLst>
            <pc:docMk/>
            <pc:sldMk cId="980974851" sldId="361"/>
            <ac:picMk id="5" creationId="{7F2276ED-019A-9EE4-9B98-571C52C437CE}"/>
          </ac:picMkLst>
        </pc:picChg>
        <pc:picChg chg="add mod">
          <ac:chgData name="Henri Arvis (Student at CentraleSupelec)" userId="2eec99dc-37bd-428a-ae0e-36fa30341aa6" providerId="ADAL" clId="{10247BB2-9F14-8642-B14D-CB81D437BD6A}" dt="2024-03-29T13:42:29.576" v="960" actId="1076"/>
          <ac:picMkLst>
            <pc:docMk/>
            <pc:sldMk cId="980974851" sldId="361"/>
            <ac:picMk id="8" creationId="{47B99EBB-D13F-DC4B-9E19-D05F0D487120}"/>
          </ac:picMkLst>
        </pc:picChg>
        <pc:cxnChg chg="mod">
          <ac:chgData name="Henri Arvis (Student at CentraleSupelec)" userId="2eec99dc-37bd-428a-ae0e-36fa30341aa6" providerId="ADAL" clId="{10247BB2-9F14-8642-B14D-CB81D437BD6A}" dt="2024-03-29T13:03:15.696" v="671" actId="478"/>
          <ac:cxnSpMkLst>
            <pc:docMk/>
            <pc:sldMk cId="980974851" sldId="361"/>
            <ac:cxnSpMk id="24" creationId="{46DA3575-9FF0-7C99-C958-F4879C7654E7}"/>
          </ac:cxnSpMkLst>
        </pc:cxnChg>
      </pc:sldChg>
      <pc:sldChg chg="addSp delSp modSp mod">
        <pc:chgData name="Henri Arvis (Student at CentraleSupelec)" userId="2eec99dc-37bd-428a-ae0e-36fa30341aa6" providerId="ADAL" clId="{10247BB2-9F14-8642-B14D-CB81D437BD6A}" dt="2024-03-29T13:52:02.542" v="1116" actId="1076"/>
        <pc:sldMkLst>
          <pc:docMk/>
          <pc:sldMk cId="1163076754" sldId="370"/>
        </pc:sldMkLst>
        <pc:spChg chg="add del mod">
          <ac:chgData name="Henri Arvis (Student at CentraleSupelec)" userId="2eec99dc-37bd-428a-ae0e-36fa30341aa6" providerId="ADAL" clId="{10247BB2-9F14-8642-B14D-CB81D437BD6A}" dt="2024-03-29T13:48:04.451" v="973" actId="478"/>
          <ac:spMkLst>
            <pc:docMk/>
            <pc:sldMk cId="1163076754" sldId="370"/>
            <ac:spMk id="8" creationId="{F2F28A43-5C28-2588-7144-FDF4D03B81FC}"/>
          </ac:spMkLst>
        </pc:spChg>
        <pc:spChg chg="add mod">
          <ac:chgData name="Henri Arvis (Student at CentraleSupelec)" userId="2eec99dc-37bd-428a-ae0e-36fa30341aa6" providerId="ADAL" clId="{10247BB2-9F14-8642-B14D-CB81D437BD6A}" dt="2024-03-29T13:49:18.580" v="1110" actId="255"/>
          <ac:spMkLst>
            <pc:docMk/>
            <pc:sldMk cId="1163076754" sldId="370"/>
            <ac:spMk id="9" creationId="{E9D1E87F-40DD-0EC9-303B-478BCF5D3451}"/>
          </ac:spMkLst>
        </pc:spChg>
        <pc:picChg chg="add mod">
          <ac:chgData name="Henri Arvis (Student at CentraleSupelec)" userId="2eec99dc-37bd-428a-ae0e-36fa30341aa6" providerId="ADAL" clId="{10247BB2-9F14-8642-B14D-CB81D437BD6A}" dt="2024-03-29T13:52:02.542" v="1116" actId="1076"/>
          <ac:picMkLst>
            <pc:docMk/>
            <pc:sldMk cId="1163076754" sldId="370"/>
            <ac:picMk id="11" creationId="{A57D5B38-5229-C09D-CACD-78B2F5433F76}"/>
          </ac:picMkLst>
        </pc:picChg>
      </pc:sldChg>
      <pc:sldChg chg="delSp add">
        <pc:chgData name="Henri Arvis (Student at CentraleSupelec)" userId="2eec99dc-37bd-428a-ae0e-36fa30341aa6" providerId="ADAL" clId="{10247BB2-9F14-8642-B14D-CB81D437BD6A}" dt="2024-03-29T13:51:51.918" v="1111" actId="931"/>
        <pc:sldMkLst>
          <pc:docMk/>
          <pc:sldMk cId="1209698684" sldId="371"/>
        </pc:sldMkLst>
        <pc:picChg chg="del">
          <ac:chgData name="Henri Arvis (Student at CentraleSupelec)" userId="2eec99dc-37bd-428a-ae0e-36fa30341aa6" providerId="ADAL" clId="{10247BB2-9F14-8642-B14D-CB81D437BD6A}" dt="2024-03-29T13:51:51.918" v="1111" actId="931"/>
          <ac:picMkLst>
            <pc:docMk/>
            <pc:sldMk cId="1209698684" sldId="371"/>
            <ac:picMk id="5" creationId="{E5C65F96-FB35-6369-95CF-0D86F0F262E8}"/>
          </ac:picMkLst>
        </pc:picChg>
        <pc:picChg chg="del">
          <ac:chgData name="Henri Arvis (Student at CentraleSupelec)" userId="2eec99dc-37bd-428a-ae0e-36fa30341aa6" providerId="ADAL" clId="{10247BB2-9F14-8642-B14D-CB81D437BD6A}" dt="2024-03-29T13:51:51.918" v="1111" actId="931"/>
          <ac:picMkLst>
            <pc:docMk/>
            <pc:sldMk cId="1209698684" sldId="371"/>
            <ac:picMk id="13" creationId="{09C97963-02B0-2AD8-C0ED-7BE81F13057D}"/>
          </ac:picMkLst>
        </pc:picChg>
      </pc:sldChg>
    </pc:docChg>
  </pc:docChgLst>
  <pc:docChgLst>
    <pc:chgData name="Thomas Bordino (Student at CentraleSupelec)" userId="S::thomas.bordino@student-cs.fr::059e5d54-57bf-4e3d-9785-61ef755fb47f" providerId="AD" clId="Web-{3F9043CD-A212-40EA-A561-CFC0398F6180}"/>
    <pc:docChg chg="modSld sldOrd">
      <pc:chgData name="Thomas Bordino (Student at CentraleSupelec)" userId="S::thomas.bordino@student-cs.fr::059e5d54-57bf-4e3d-9785-61ef755fb47f" providerId="AD" clId="Web-{3F9043CD-A212-40EA-A561-CFC0398F6180}" dt="2024-03-29T12:35:54.597" v="3"/>
      <pc:docMkLst>
        <pc:docMk/>
      </pc:docMkLst>
      <pc:sldChg chg="addSp delSp">
        <pc:chgData name="Thomas Bordino (Student at CentraleSupelec)" userId="S::thomas.bordino@student-cs.fr::059e5d54-57bf-4e3d-9785-61ef755fb47f" providerId="AD" clId="Web-{3F9043CD-A212-40EA-A561-CFC0398F6180}" dt="2024-03-29T12:35:54.597" v="3"/>
        <pc:sldMkLst>
          <pc:docMk/>
          <pc:sldMk cId="336249700" sldId="292"/>
        </pc:sldMkLst>
        <pc:picChg chg="add del">
          <ac:chgData name="Thomas Bordino (Student at CentraleSupelec)" userId="S::thomas.bordino@student-cs.fr::059e5d54-57bf-4e3d-9785-61ef755fb47f" providerId="AD" clId="Web-{3F9043CD-A212-40EA-A561-CFC0398F6180}" dt="2024-03-29T12:35:54.597" v="3"/>
          <ac:picMkLst>
            <pc:docMk/>
            <pc:sldMk cId="336249700" sldId="292"/>
            <ac:picMk id="5" creationId="{B0B8A313-EDAA-EB24-9548-4CE5B953E757}"/>
          </ac:picMkLst>
        </pc:picChg>
      </pc:sldChg>
      <pc:sldChg chg="ord">
        <pc:chgData name="Thomas Bordino (Student at CentraleSupelec)" userId="S::thomas.bordino@student-cs.fr::059e5d54-57bf-4e3d-9785-61ef755fb47f" providerId="AD" clId="Web-{3F9043CD-A212-40EA-A561-CFC0398F6180}" dt="2024-03-29T12:32:28.729" v="1"/>
        <pc:sldMkLst>
          <pc:docMk/>
          <pc:sldMk cId="1050361377" sldId="358"/>
        </pc:sldMkLst>
      </pc:sldChg>
    </pc:docChg>
  </pc:docChgLst>
  <pc:docChgLst>
    <pc:chgData name="Oussama Hajji (Student at CentraleSupelec)" userId="S::oussama.hajji@student-cs.fr::8d49fa34-21a1-424f-a08a-6290230f7954" providerId="AD" clId="Web-{D2CA69CF-3DEA-58E3-E785-A09C99AA49C4}"/>
    <pc:docChg chg="modSld">
      <pc:chgData name="Oussama Hajji (Student at CentraleSupelec)" userId="S::oussama.hajji@student-cs.fr::8d49fa34-21a1-424f-a08a-6290230f7954" providerId="AD" clId="Web-{D2CA69CF-3DEA-58E3-E785-A09C99AA49C4}" dt="2024-03-29T14:18:08.849" v="172" actId="1076"/>
      <pc:docMkLst>
        <pc:docMk/>
      </pc:docMkLst>
      <pc:sldChg chg="addSp delSp modSp">
        <pc:chgData name="Oussama Hajji (Student at CentraleSupelec)" userId="S::oussama.hajji@student-cs.fr::8d49fa34-21a1-424f-a08a-6290230f7954" providerId="AD" clId="Web-{D2CA69CF-3DEA-58E3-E785-A09C99AA49C4}" dt="2024-03-29T12:51:33.041" v="119"/>
        <pc:sldMkLst>
          <pc:docMk/>
          <pc:sldMk cId="336249700" sldId="292"/>
        </pc:sldMkLst>
        <pc:spChg chg="del mod">
          <ac:chgData name="Oussama Hajji (Student at CentraleSupelec)" userId="S::oussama.hajji@student-cs.fr::8d49fa34-21a1-424f-a08a-6290230f7954" providerId="AD" clId="Web-{D2CA69CF-3DEA-58E3-E785-A09C99AA49C4}" dt="2024-03-29T12:34:49.443" v="14"/>
          <ac:spMkLst>
            <pc:docMk/>
            <pc:sldMk cId="336249700" sldId="292"/>
            <ac:spMk id="3" creationId="{6E7953DA-BF19-1CF5-BF69-67D20775C3C8}"/>
          </ac:spMkLst>
        </pc:spChg>
        <pc:spChg chg="del mod">
          <ac:chgData name="Oussama Hajji (Student at CentraleSupelec)" userId="S::oussama.hajji@student-cs.fr::8d49fa34-21a1-424f-a08a-6290230f7954" providerId="AD" clId="Web-{D2CA69CF-3DEA-58E3-E785-A09C99AA49C4}" dt="2024-03-29T12:51:30.791" v="118"/>
          <ac:spMkLst>
            <pc:docMk/>
            <pc:sldMk cId="336249700" sldId="292"/>
            <ac:spMk id="20" creationId="{31D6BBD8-0F94-7AC3-78AA-A49DD9A73526}"/>
          </ac:spMkLst>
        </pc:spChg>
        <pc:spChg chg="mod">
          <ac:chgData name="Oussama Hajji (Student at CentraleSupelec)" userId="S::oussama.hajji@student-cs.fr::8d49fa34-21a1-424f-a08a-6290230f7954" providerId="AD" clId="Web-{D2CA69CF-3DEA-58E3-E785-A09C99AA49C4}" dt="2024-03-29T12:36:59.633" v="31" actId="1076"/>
          <ac:spMkLst>
            <pc:docMk/>
            <pc:sldMk cId="336249700" sldId="292"/>
            <ac:spMk id="101" creationId="{00000000-0000-0000-0000-000000000000}"/>
          </ac:spMkLst>
        </pc:spChg>
        <pc:picChg chg="del">
          <ac:chgData name="Oussama Hajji (Student at CentraleSupelec)" userId="S::oussama.hajji@student-cs.fr::8d49fa34-21a1-424f-a08a-6290230f7954" providerId="AD" clId="Web-{D2CA69CF-3DEA-58E3-E785-A09C99AA49C4}" dt="2024-03-29T12:34:41.146" v="12"/>
          <ac:picMkLst>
            <pc:docMk/>
            <pc:sldMk cId="336249700" sldId="292"/>
            <ac:picMk id="4" creationId="{0A88691F-0E10-7E35-98E3-E01BBD3F8329}"/>
          </ac:picMkLst>
        </pc:picChg>
        <pc:picChg chg="add del mod modCrop">
          <ac:chgData name="Oussama Hajji (Student at CentraleSupelec)" userId="S::oussama.hajji@student-cs.fr::8d49fa34-21a1-424f-a08a-6290230f7954" providerId="AD" clId="Web-{D2CA69CF-3DEA-58E3-E785-A09C99AA49C4}" dt="2024-03-29T12:46:11.894" v="59"/>
          <ac:picMkLst>
            <pc:docMk/>
            <pc:sldMk cId="336249700" sldId="292"/>
            <ac:picMk id="5" creationId="{B0B8A313-EDAA-EB24-9548-4CE5B953E757}"/>
          </ac:picMkLst>
        </pc:picChg>
        <pc:picChg chg="del">
          <ac:chgData name="Oussama Hajji (Student at CentraleSupelec)" userId="S::oussama.hajji@student-cs.fr::8d49fa34-21a1-424f-a08a-6290230f7954" providerId="AD" clId="Web-{D2CA69CF-3DEA-58E3-E785-A09C99AA49C4}" dt="2024-03-29T12:34:14.771" v="4"/>
          <ac:picMkLst>
            <pc:docMk/>
            <pc:sldMk cId="336249700" sldId="292"/>
            <ac:picMk id="8" creationId="{C9F7BB90-B01B-C6EB-0FA2-9FEDA92175D3}"/>
          </ac:picMkLst>
        </pc:picChg>
        <pc:picChg chg="add del mod">
          <ac:chgData name="Oussama Hajji (Student at CentraleSupelec)" userId="S::oussama.hajji@student-cs.fr::8d49fa34-21a1-424f-a08a-6290230f7954" providerId="AD" clId="Web-{D2CA69CF-3DEA-58E3-E785-A09C99AA49C4}" dt="2024-03-29T12:46:14.176" v="61"/>
          <ac:picMkLst>
            <pc:docMk/>
            <pc:sldMk cId="336249700" sldId="292"/>
            <ac:picMk id="9" creationId="{706E66AD-6A32-9409-635B-58EB69A3746A}"/>
          </ac:picMkLst>
        </pc:picChg>
        <pc:picChg chg="add del mod">
          <ac:chgData name="Oussama Hajji (Student at CentraleSupelec)" userId="S::oussama.hajji@student-cs.fr::8d49fa34-21a1-424f-a08a-6290230f7954" providerId="AD" clId="Web-{D2CA69CF-3DEA-58E3-E785-A09C99AA49C4}" dt="2024-03-29T12:39:48.121" v="42"/>
          <ac:picMkLst>
            <pc:docMk/>
            <pc:sldMk cId="336249700" sldId="292"/>
            <ac:picMk id="10" creationId="{9CF71525-E280-F701-458E-F2D4E20ACDBA}"/>
          </ac:picMkLst>
        </pc:picChg>
        <pc:picChg chg="del">
          <ac:chgData name="Oussama Hajji (Student at CentraleSupelec)" userId="S::oussama.hajji@student-cs.fr::8d49fa34-21a1-424f-a08a-6290230f7954" providerId="AD" clId="Web-{D2CA69CF-3DEA-58E3-E785-A09C99AA49C4}" dt="2024-03-29T12:34:11.161" v="2"/>
          <ac:picMkLst>
            <pc:docMk/>
            <pc:sldMk cId="336249700" sldId="292"/>
            <ac:picMk id="11" creationId="{5B35F8D9-C810-91B6-995D-A9B161C870E3}"/>
          </ac:picMkLst>
        </pc:picChg>
        <pc:picChg chg="add del">
          <ac:chgData name="Oussama Hajji (Student at CentraleSupelec)" userId="S::oussama.hajji@student-cs.fr::8d49fa34-21a1-424f-a08a-6290230f7954" providerId="AD" clId="Web-{D2CA69CF-3DEA-58E3-E785-A09C99AA49C4}" dt="2024-03-29T12:34:30.693" v="10"/>
          <ac:picMkLst>
            <pc:docMk/>
            <pc:sldMk cId="336249700" sldId="292"/>
            <ac:picMk id="12" creationId="{6713F1ED-0374-48E8-5BE7-49FCBED1C17D}"/>
          </ac:picMkLst>
        </pc:picChg>
        <pc:picChg chg="add del mod">
          <ac:chgData name="Oussama Hajji (Student at CentraleSupelec)" userId="S::oussama.hajji@student-cs.fr::8d49fa34-21a1-424f-a08a-6290230f7954" providerId="AD" clId="Web-{D2CA69CF-3DEA-58E3-E785-A09C99AA49C4}" dt="2024-03-29T12:46:13.254" v="60"/>
          <ac:picMkLst>
            <pc:docMk/>
            <pc:sldMk cId="336249700" sldId="292"/>
            <ac:picMk id="13" creationId="{2C384543-83EE-D84F-0D20-E9BA019ADD4D}"/>
          </ac:picMkLst>
        </pc:picChg>
        <pc:picChg chg="add mod">
          <ac:chgData name="Oussama Hajji (Student at CentraleSupelec)" userId="S::oussama.hajji@student-cs.fr::8d49fa34-21a1-424f-a08a-6290230f7954" providerId="AD" clId="Web-{D2CA69CF-3DEA-58E3-E785-A09C99AA49C4}" dt="2024-03-29T12:50:18.196" v="101" actId="1076"/>
          <ac:picMkLst>
            <pc:docMk/>
            <pc:sldMk cId="336249700" sldId="292"/>
            <ac:picMk id="15" creationId="{7710DE28-7EDB-9A55-7C42-02E1DDFFCAC8}"/>
          </ac:picMkLst>
        </pc:picChg>
        <pc:picChg chg="add mod">
          <ac:chgData name="Oussama Hajji (Student at CentraleSupelec)" userId="S::oussama.hajji@student-cs.fr::8d49fa34-21a1-424f-a08a-6290230f7954" providerId="AD" clId="Web-{D2CA69CF-3DEA-58E3-E785-A09C99AA49C4}" dt="2024-03-29T12:49:19.461" v="94" actId="14100"/>
          <ac:picMkLst>
            <pc:docMk/>
            <pc:sldMk cId="336249700" sldId="292"/>
            <ac:picMk id="16" creationId="{24ADE87F-03ED-4333-19DA-4E0192CECD8F}"/>
          </ac:picMkLst>
        </pc:picChg>
        <pc:picChg chg="add mod">
          <ac:chgData name="Oussama Hajji (Student at CentraleSupelec)" userId="S::oussama.hajji@student-cs.fr::8d49fa34-21a1-424f-a08a-6290230f7954" providerId="AD" clId="Web-{D2CA69CF-3DEA-58E3-E785-A09C99AA49C4}" dt="2024-03-29T12:51:15.432" v="117" actId="14100"/>
          <ac:picMkLst>
            <pc:docMk/>
            <pc:sldMk cId="336249700" sldId="292"/>
            <ac:picMk id="18" creationId="{ADC9E80A-BFB6-27B0-D7C5-B6D6AE89DBB0}"/>
          </ac:picMkLst>
        </pc:picChg>
        <pc:picChg chg="add mod">
          <ac:chgData name="Oussama Hajji (Student at CentraleSupelec)" userId="S::oussama.hajji@student-cs.fr::8d49fa34-21a1-424f-a08a-6290230f7954" providerId="AD" clId="Web-{D2CA69CF-3DEA-58E3-E785-A09C99AA49C4}" dt="2024-03-29T12:51:03.291" v="112" actId="14100"/>
          <ac:picMkLst>
            <pc:docMk/>
            <pc:sldMk cId="336249700" sldId="292"/>
            <ac:picMk id="19" creationId="{48EF1FBA-739D-E10A-213A-A944F02857A6}"/>
          </ac:picMkLst>
        </pc:picChg>
        <pc:picChg chg="add mod">
          <ac:chgData name="Oussama Hajji (Student at CentraleSupelec)" userId="S::oussama.hajji@student-cs.fr::8d49fa34-21a1-424f-a08a-6290230f7954" providerId="AD" clId="Web-{D2CA69CF-3DEA-58E3-E785-A09C99AA49C4}" dt="2024-03-29T12:50:39.743" v="106" actId="14100"/>
          <ac:picMkLst>
            <pc:docMk/>
            <pc:sldMk cId="336249700" sldId="292"/>
            <ac:picMk id="22" creationId="{C936C920-B120-04F5-80EF-2E1E36A8A719}"/>
          </ac:picMkLst>
        </pc:picChg>
        <pc:picChg chg="add mod">
          <ac:chgData name="Oussama Hajji (Student at CentraleSupelec)" userId="S::oussama.hajji@student-cs.fr::8d49fa34-21a1-424f-a08a-6290230f7954" providerId="AD" clId="Web-{D2CA69CF-3DEA-58E3-E785-A09C99AA49C4}" dt="2024-03-29T12:49:38.289" v="95" actId="1076"/>
          <ac:picMkLst>
            <pc:docMk/>
            <pc:sldMk cId="336249700" sldId="292"/>
            <ac:picMk id="23" creationId="{DC7A096D-A95E-10C5-FD6F-F4C491A14671}"/>
          </ac:picMkLst>
        </pc:picChg>
        <pc:cxnChg chg="del">
          <ac:chgData name="Oussama Hajji (Student at CentraleSupelec)" userId="S::oussama.hajji@student-cs.fr::8d49fa34-21a1-424f-a08a-6290230f7954" providerId="AD" clId="Web-{D2CA69CF-3DEA-58E3-E785-A09C99AA49C4}" dt="2024-03-29T12:34:13.349" v="3"/>
          <ac:cxnSpMkLst>
            <pc:docMk/>
            <pc:sldMk cId="336249700" sldId="292"/>
            <ac:cxnSpMk id="14" creationId="{72603376-F454-E639-85CB-8044F3590084}"/>
          </ac:cxnSpMkLst>
        </pc:cxnChg>
        <pc:cxnChg chg="del mod">
          <ac:chgData name="Oussama Hajji (Student at CentraleSupelec)" userId="S::oussama.hajji@student-cs.fr::8d49fa34-21a1-424f-a08a-6290230f7954" providerId="AD" clId="Web-{D2CA69CF-3DEA-58E3-E785-A09C99AA49C4}" dt="2024-03-29T12:51:33.041" v="119"/>
          <ac:cxnSpMkLst>
            <pc:docMk/>
            <pc:sldMk cId="336249700" sldId="292"/>
            <ac:cxnSpMk id="17" creationId="{E3A9719A-A670-2990-BEEE-CA278F2BFC4A}"/>
          </ac:cxnSpMkLst>
        </pc:cxnChg>
      </pc:sldChg>
      <pc:sldChg chg="modSp">
        <pc:chgData name="Oussama Hajji (Student at CentraleSupelec)" userId="S::oussama.hajji@student-cs.fr::8d49fa34-21a1-424f-a08a-6290230f7954" providerId="AD" clId="Web-{D2CA69CF-3DEA-58E3-E785-A09C99AA49C4}" dt="2024-03-29T12:31:08.158" v="1" actId="1076"/>
        <pc:sldMkLst>
          <pc:docMk/>
          <pc:sldMk cId="4128212754" sldId="325"/>
        </pc:sldMkLst>
        <pc:spChg chg="mod">
          <ac:chgData name="Oussama Hajji (Student at CentraleSupelec)" userId="S::oussama.hajji@student-cs.fr::8d49fa34-21a1-424f-a08a-6290230f7954" providerId="AD" clId="Web-{D2CA69CF-3DEA-58E3-E785-A09C99AA49C4}" dt="2024-03-29T12:31:08.158" v="1" actId="1076"/>
          <ac:spMkLst>
            <pc:docMk/>
            <pc:sldMk cId="4128212754" sldId="325"/>
            <ac:spMk id="3" creationId="{00000000-0000-0000-0000-000000000000}"/>
          </ac:spMkLst>
        </pc:spChg>
      </pc:sldChg>
      <pc:sldChg chg="modSp">
        <pc:chgData name="Oussama Hajji (Student at CentraleSupelec)" userId="S::oussama.hajji@student-cs.fr::8d49fa34-21a1-424f-a08a-6290230f7954" providerId="AD" clId="Web-{D2CA69CF-3DEA-58E3-E785-A09C99AA49C4}" dt="2024-03-29T14:18:08.849" v="172" actId="1076"/>
        <pc:sldMkLst>
          <pc:docMk/>
          <pc:sldMk cId="206632142" sldId="343"/>
        </pc:sldMkLst>
        <pc:spChg chg="mod">
          <ac:chgData name="Oussama Hajji (Student at CentraleSupelec)" userId="S::oussama.hajji@student-cs.fr::8d49fa34-21a1-424f-a08a-6290230f7954" providerId="AD" clId="Web-{D2CA69CF-3DEA-58E3-E785-A09C99AA49C4}" dt="2024-03-29T14:15:46.706" v="167" actId="1076"/>
          <ac:spMkLst>
            <pc:docMk/>
            <pc:sldMk cId="206632142" sldId="343"/>
            <ac:spMk id="7" creationId="{5C3DB8F8-9F4D-6E30-5947-11290A576E21}"/>
          </ac:spMkLst>
        </pc:spChg>
        <pc:picChg chg="mod">
          <ac:chgData name="Oussama Hajji (Student at CentraleSupelec)" userId="S::oussama.hajji@student-cs.fr::8d49fa34-21a1-424f-a08a-6290230f7954" providerId="AD" clId="Web-{D2CA69CF-3DEA-58E3-E785-A09C99AA49C4}" dt="2024-03-29T14:18:08.849" v="172" actId="1076"/>
          <ac:picMkLst>
            <pc:docMk/>
            <pc:sldMk cId="206632142" sldId="343"/>
            <ac:picMk id="8" creationId="{2DB6CF3E-EF5E-B225-408B-0B9D1C671556}"/>
          </ac:picMkLst>
        </pc:picChg>
      </pc:sldChg>
      <pc:sldChg chg="addSp modSp">
        <pc:chgData name="Oussama Hajji (Student at CentraleSupelec)" userId="S::oussama.hajji@student-cs.fr::8d49fa34-21a1-424f-a08a-6290230f7954" providerId="AD" clId="Web-{D2CA69CF-3DEA-58E3-E785-A09C99AA49C4}" dt="2024-03-29T13:24:44.456" v="166" actId="1076"/>
        <pc:sldMkLst>
          <pc:docMk/>
          <pc:sldMk cId="364204294" sldId="345"/>
        </pc:sldMkLst>
        <pc:spChg chg="add mod">
          <ac:chgData name="Oussama Hajji (Student at CentraleSupelec)" userId="S::oussama.hajji@student-cs.fr::8d49fa34-21a1-424f-a08a-6290230f7954" providerId="AD" clId="Web-{D2CA69CF-3DEA-58E3-E785-A09C99AA49C4}" dt="2024-03-29T13:24:35.331" v="164" actId="1076"/>
          <ac:spMkLst>
            <pc:docMk/>
            <pc:sldMk cId="364204294" sldId="345"/>
            <ac:spMk id="4" creationId="{C225A781-9920-3A43-82E1-5D826024A321}"/>
          </ac:spMkLst>
        </pc:spChg>
        <pc:spChg chg="mod">
          <ac:chgData name="Oussama Hajji (Student at CentraleSupelec)" userId="S::oussama.hajji@student-cs.fr::8d49fa34-21a1-424f-a08a-6290230f7954" providerId="AD" clId="Web-{D2CA69CF-3DEA-58E3-E785-A09C99AA49C4}" dt="2024-03-29T13:24:44.456" v="166" actId="1076"/>
          <ac:spMkLst>
            <pc:docMk/>
            <pc:sldMk cId="364204294" sldId="345"/>
            <ac:spMk id="3073" creationId="{00000000-0000-0000-0000-000000000000}"/>
          </ac:spMkLst>
        </pc:spChg>
      </pc:sldChg>
    </pc:docChg>
  </pc:docChgLst>
  <pc:docChgLst>
    <pc:chgData name="Thomas Bordino (Student at CentraleSupelec)" userId="S::thomas.bordino@student-cs.fr::059e5d54-57bf-4e3d-9785-61ef755fb47f" providerId="AD" clId="Web-{F79B081C-B202-452C-96F8-76A986ECADCD}"/>
    <pc:docChg chg="addSld modSld">
      <pc:chgData name="Thomas Bordino (Student at CentraleSupelec)" userId="S::thomas.bordino@student-cs.fr::059e5d54-57bf-4e3d-9785-61ef755fb47f" providerId="AD" clId="Web-{F79B081C-B202-452C-96F8-76A986ECADCD}" dt="2024-03-29T14:01:50.971" v="226" actId="20577"/>
      <pc:docMkLst>
        <pc:docMk/>
      </pc:docMkLst>
      <pc:sldChg chg="modSp">
        <pc:chgData name="Thomas Bordino (Student at CentraleSupelec)" userId="S::thomas.bordino@student-cs.fr::059e5d54-57bf-4e3d-9785-61ef755fb47f" providerId="AD" clId="Web-{F79B081C-B202-452C-96F8-76A986ECADCD}" dt="2024-03-29T13:28:48.307" v="1" actId="20577"/>
        <pc:sldMkLst>
          <pc:docMk/>
          <pc:sldMk cId="3827946629" sldId="257"/>
        </pc:sldMkLst>
        <pc:spChg chg="mod">
          <ac:chgData name="Thomas Bordino (Student at CentraleSupelec)" userId="S::thomas.bordino@student-cs.fr::059e5d54-57bf-4e3d-9785-61ef755fb47f" providerId="AD" clId="Web-{F79B081C-B202-452C-96F8-76A986ECADCD}" dt="2024-03-29T13:28:48.307" v="1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">
        <pc:chgData name="Thomas Bordino (Student at CentraleSupelec)" userId="S::thomas.bordino@student-cs.fr::059e5d54-57bf-4e3d-9785-61ef755fb47f" providerId="AD" clId="Web-{F79B081C-B202-452C-96F8-76A986ECADCD}" dt="2024-03-29T14:01:50.971" v="226" actId="20577"/>
        <pc:sldMkLst>
          <pc:docMk/>
          <pc:sldMk cId="4128212754" sldId="325"/>
        </pc:sldMkLst>
        <pc:spChg chg="mod">
          <ac:chgData name="Thomas Bordino (Student at CentraleSupelec)" userId="S::thomas.bordino@student-cs.fr::059e5d54-57bf-4e3d-9785-61ef755fb47f" providerId="AD" clId="Web-{F79B081C-B202-452C-96F8-76A986ECADCD}" dt="2024-03-29T14:01:50.971" v="226" actId="20577"/>
          <ac:spMkLst>
            <pc:docMk/>
            <pc:sldMk cId="4128212754" sldId="325"/>
            <ac:spMk id="3" creationId="{00000000-0000-0000-0000-000000000000}"/>
          </ac:spMkLst>
        </pc:spChg>
      </pc:sldChg>
      <pc:sldChg chg="modSp">
        <pc:chgData name="Thomas Bordino (Student at CentraleSupelec)" userId="S::thomas.bordino@student-cs.fr::059e5d54-57bf-4e3d-9785-61ef755fb47f" providerId="AD" clId="Web-{F79B081C-B202-452C-96F8-76A986ECADCD}" dt="2024-03-29T14:01:40.283" v="224" actId="20577"/>
        <pc:sldMkLst>
          <pc:docMk/>
          <pc:sldMk cId="860910329" sldId="326"/>
        </pc:sldMkLst>
        <pc:spChg chg="mod">
          <ac:chgData name="Thomas Bordino (Student at CentraleSupelec)" userId="S::thomas.bordino@student-cs.fr::059e5d54-57bf-4e3d-9785-61ef755fb47f" providerId="AD" clId="Web-{F79B081C-B202-452C-96F8-76A986ECADCD}" dt="2024-03-29T14:01:40.283" v="224" actId="20577"/>
          <ac:spMkLst>
            <pc:docMk/>
            <pc:sldMk cId="860910329" sldId="326"/>
            <ac:spMk id="3073" creationId="{00000000-0000-0000-0000-000000000000}"/>
          </ac:spMkLst>
        </pc:spChg>
      </pc:sldChg>
      <pc:sldChg chg="addSp modSp">
        <pc:chgData name="Thomas Bordino (Student at CentraleSupelec)" userId="S::thomas.bordino@student-cs.fr::059e5d54-57bf-4e3d-9785-61ef755fb47f" providerId="AD" clId="Web-{F79B081C-B202-452C-96F8-76A986ECADCD}" dt="2024-03-29T13:38:59.141" v="80" actId="1076"/>
        <pc:sldMkLst>
          <pc:docMk/>
          <pc:sldMk cId="364204294" sldId="345"/>
        </pc:sldMkLst>
        <pc:spChg chg="mod">
          <ac:chgData name="Thomas Bordino (Student at CentraleSupelec)" userId="S::thomas.bordino@student-cs.fr::059e5d54-57bf-4e3d-9785-61ef755fb47f" providerId="AD" clId="Web-{F79B081C-B202-452C-96F8-76A986ECADCD}" dt="2024-03-29T13:38:59.141" v="80" actId="1076"/>
          <ac:spMkLst>
            <pc:docMk/>
            <pc:sldMk cId="364204294" sldId="345"/>
            <ac:spMk id="4" creationId="{C225A781-9920-3A43-82E1-5D826024A321}"/>
          </ac:spMkLst>
        </pc:spChg>
        <pc:spChg chg="add">
          <ac:chgData name="Thomas Bordino (Student at CentraleSupelec)" userId="S::thomas.bordino@student-cs.fr::059e5d54-57bf-4e3d-9785-61ef755fb47f" providerId="AD" clId="Web-{F79B081C-B202-452C-96F8-76A986ECADCD}" dt="2024-03-29T13:32:22.033" v="7"/>
          <ac:spMkLst>
            <pc:docMk/>
            <pc:sldMk cId="364204294" sldId="345"/>
            <ac:spMk id="5" creationId="{4747628F-82AC-921D-DBA6-F7DFB70E38A9}"/>
          </ac:spMkLst>
        </pc:spChg>
      </pc:sldChg>
      <pc:sldChg chg="addSp delSp modSp">
        <pc:chgData name="Thomas Bordino (Student at CentraleSupelec)" userId="S::thomas.bordino@student-cs.fr::059e5d54-57bf-4e3d-9785-61ef755fb47f" providerId="AD" clId="Web-{F79B081C-B202-452C-96F8-76A986ECADCD}" dt="2024-03-29T13:51:26.933" v="189" actId="1076"/>
        <pc:sldMkLst>
          <pc:docMk/>
          <pc:sldMk cId="3940828943" sldId="352"/>
        </pc:sldMkLst>
        <pc:spChg chg="del">
          <ac:chgData name="Thomas Bordino (Student at CentraleSupelec)" userId="S::thomas.bordino@student-cs.fr::059e5d54-57bf-4e3d-9785-61ef755fb47f" providerId="AD" clId="Web-{F79B081C-B202-452C-96F8-76A986ECADCD}" dt="2024-03-29T13:40:09.847" v="81"/>
          <ac:spMkLst>
            <pc:docMk/>
            <pc:sldMk cId="3940828943" sldId="352"/>
            <ac:spMk id="3" creationId="{C0EC2EF2-87B3-E209-36F7-24EC460B0EA0}"/>
          </ac:spMkLst>
        </pc:spChg>
        <pc:spChg chg="del">
          <ac:chgData name="Thomas Bordino (Student at CentraleSupelec)" userId="S::thomas.bordino@student-cs.fr::059e5d54-57bf-4e3d-9785-61ef755fb47f" providerId="AD" clId="Web-{F79B081C-B202-452C-96F8-76A986ECADCD}" dt="2024-03-29T13:40:14.112" v="83"/>
          <ac:spMkLst>
            <pc:docMk/>
            <pc:sldMk cId="3940828943" sldId="352"/>
            <ac:spMk id="30" creationId="{11C1EBAF-F94F-16D6-1881-D7580D104D87}"/>
          </ac:spMkLst>
        </pc:spChg>
        <pc:spChg chg="del">
          <ac:chgData name="Thomas Bordino (Student at CentraleSupelec)" userId="S::thomas.bordino@student-cs.fr::059e5d54-57bf-4e3d-9785-61ef755fb47f" providerId="AD" clId="Web-{F79B081C-B202-452C-96F8-76A986ECADCD}" dt="2024-03-29T13:40:15.441" v="84"/>
          <ac:spMkLst>
            <pc:docMk/>
            <pc:sldMk cId="3940828943" sldId="352"/>
            <ac:spMk id="31" creationId="{C246742A-C155-CAC3-36B0-5872B9443B40}"/>
          </ac:spMkLst>
        </pc:spChg>
        <pc:spChg chg="del">
          <ac:chgData name="Thomas Bordino (Student at CentraleSupelec)" userId="S::thomas.bordino@student-cs.fr::059e5d54-57bf-4e3d-9785-61ef755fb47f" providerId="AD" clId="Web-{F79B081C-B202-452C-96F8-76A986ECADCD}" dt="2024-03-29T13:40:17.112" v="85"/>
          <ac:spMkLst>
            <pc:docMk/>
            <pc:sldMk cId="3940828943" sldId="352"/>
            <ac:spMk id="32" creationId="{A6508853-900F-C204-C71E-22D8E9D191C8}"/>
          </ac:spMkLst>
        </pc:spChg>
        <pc:grpChg chg="del">
          <ac:chgData name="Thomas Bordino (Student at CentraleSupelec)" userId="S::thomas.bordino@student-cs.fr::059e5d54-57bf-4e3d-9785-61ef755fb47f" providerId="AD" clId="Web-{F79B081C-B202-452C-96F8-76A986ECADCD}" dt="2024-03-29T13:50:11.118" v="171"/>
          <ac:grpSpMkLst>
            <pc:docMk/>
            <pc:sldMk cId="3940828943" sldId="352"/>
            <ac:grpSpMk id="2" creationId="{4994085C-3881-5F74-3727-FB7A0FA039DE}"/>
          </ac:grpSpMkLst>
        </pc:grpChg>
        <pc:picChg chg="add mod">
          <ac:chgData name="Thomas Bordino (Student at CentraleSupelec)" userId="S::thomas.bordino@student-cs.fr::059e5d54-57bf-4e3d-9785-61ef755fb47f" providerId="AD" clId="Web-{F79B081C-B202-452C-96F8-76A986ECADCD}" dt="2024-03-29T13:50:50.245" v="181" actId="1076"/>
          <ac:picMkLst>
            <pc:docMk/>
            <pc:sldMk cId="3940828943" sldId="352"/>
            <ac:picMk id="5" creationId="{E5C65F96-FB35-6369-95CF-0D86F0F262E8}"/>
          </ac:picMkLst>
        </pc:picChg>
        <pc:picChg chg="add mod">
          <ac:chgData name="Thomas Bordino (Student at CentraleSupelec)" userId="S::thomas.bordino@student-cs.fr::059e5d54-57bf-4e3d-9785-61ef755fb47f" providerId="AD" clId="Web-{F79B081C-B202-452C-96F8-76A986ECADCD}" dt="2024-03-29T13:51:14.292" v="186" actId="1076"/>
          <ac:picMkLst>
            <pc:docMk/>
            <pc:sldMk cId="3940828943" sldId="352"/>
            <ac:picMk id="13" creationId="{09C97963-02B0-2AD8-C0ED-7BE81F13057D}"/>
          </ac:picMkLst>
        </pc:picChg>
        <pc:picChg chg="add mod">
          <ac:chgData name="Thomas Bordino (Student at CentraleSupelec)" userId="S::thomas.bordino@student-cs.fr::059e5d54-57bf-4e3d-9785-61ef755fb47f" providerId="AD" clId="Web-{F79B081C-B202-452C-96F8-76A986ECADCD}" dt="2024-03-29T13:51:26.933" v="189" actId="1076"/>
          <ac:picMkLst>
            <pc:docMk/>
            <pc:sldMk cId="3940828943" sldId="352"/>
            <ac:picMk id="15" creationId="{581B76D4-486F-744F-7553-917DD6EA7C18}"/>
          </ac:picMkLst>
        </pc:picChg>
        <pc:picChg chg="del">
          <ac:chgData name="Thomas Bordino (Student at CentraleSupelec)" userId="S::thomas.bordino@student-cs.fr::059e5d54-57bf-4e3d-9785-61ef755fb47f" providerId="AD" clId="Web-{F79B081C-B202-452C-96F8-76A986ECADCD}" dt="2024-03-29T13:40:11.753" v="82"/>
          <ac:picMkLst>
            <pc:docMk/>
            <pc:sldMk cId="3940828943" sldId="352"/>
            <ac:picMk id="28" creationId="{4FE3B971-AD8E-686C-9B2B-C8DD5444932F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F79B081C-B202-452C-96F8-76A986ECADCD}" dt="2024-03-29T13:47:06.142" v="162" actId="1076"/>
        <pc:sldMkLst>
          <pc:docMk/>
          <pc:sldMk cId="732538898" sldId="365"/>
        </pc:sldMkLst>
        <pc:spChg chg="add del mod">
          <ac:chgData name="Thomas Bordino (Student at CentraleSupelec)" userId="S::thomas.bordino@student-cs.fr::059e5d54-57bf-4e3d-9785-61ef755fb47f" providerId="AD" clId="Web-{F79B081C-B202-452C-96F8-76A986ECADCD}" dt="2024-03-29T13:43:46.901" v="149"/>
          <ac:spMkLst>
            <pc:docMk/>
            <pc:sldMk cId="732538898" sldId="365"/>
            <ac:spMk id="13" creationId="{9D8D499F-3625-A14B-8A90-F20E9F0E5C7D}"/>
          </ac:spMkLst>
        </pc:spChg>
        <pc:spChg chg="add del mod">
          <ac:chgData name="Thomas Bordino (Student at CentraleSupelec)" userId="S::thomas.bordino@student-cs.fr::059e5d54-57bf-4e3d-9785-61ef755fb47f" providerId="AD" clId="Web-{F79B081C-B202-452C-96F8-76A986ECADCD}" dt="2024-03-29T13:43:46.901" v="148"/>
          <ac:spMkLst>
            <pc:docMk/>
            <pc:sldMk cId="732538898" sldId="365"/>
            <ac:spMk id="17" creationId="{A44D8B04-570C-B170-11D0-271BE3B133A7}"/>
          </ac:spMkLst>
        </pc:spChg>
        <pc:spChg chg="add del mod">
          <ac:chgData name="Thomas Bordino (Student at CentraleSupelec)" userId="S::thomas.bordino@student-cs.fr::059e5d54-57bf-4e3d-9785-61ef755fb47f" providerId="AD" clId="Web-{F79B081C-B202-452C-96F8-76A986ECADCD}" dt="2024-03-29T13:43:46.901" v="147"/>
          <ac:spMkLst>
            <pc:docMk/>
            <pc:sldMk cId="732538898" sldId="365"/>
            <ac:spMk id="21" creationId="{527199C8-789B-551F-6E8D-E56C7845DD3F}"/>
          </ac:spMkLst>
        </pc:spChg>
        <pc:spChg chg="add del mod">
          <ac:chgData name="Thomas Bordino (Student at CentraleSupelec)" userId="S::thomas.bordino@student-cs.fr::059e5d54-57bf-4e3d-9785-61ef755fb47f" providerId="AD" clId="Web-{F79B081C-B202-452C-96F8-76A986ECADCD}" dt="2024-03-29T13:43:46.901" v="146"/>
          <ac:spMkLst>
            <pc:docMk/>
            <pc:sldMk cId="732538898" sldId="365"/>
            <ac:spMk id="25" creationId="{E4A9CD19-7DD3-9A85-AA69-A5B03F2AAB97}"/>
          </ac:spMkLst>
        </pc:spChg>
        <pc:spChg chg="add del mod">
          <ac:chgData name="Thomas Bordino (Student at CentraleSupelec)" userId="S::thomas.bordino@student-cs.fr::059e5d54-57bf-4e3d-9785-61ef755fb47f" providerId="AD" clId="Web-{F79B081C-B202-452C-96F8-76A986ECADCD}" dt="2024-03-29T13:43:46.901" v="145"/>
          <ac:spMkLst>
            <pc:docMk/>
            <pc:sldMk cId="732538898" sldId="365"/>
            <ac:spMk id="27" creationId="{A612495E-672F-90C3-AC95-D6F6BA87FB18}"/>
          </ac:spMkLst>
        </pc:spChg>
        <pc:spChg chg="add del mod">
          <ac:chgData name="Thomas Bordino (Student at CentraleSupelec)" userId="S::thomas.bordino@student-cs.fr::059e5d54-57bf-4e3d-9785-61ef755fb47f" providerId="AD" clId="Web-{F79B081C-B202-452C-96F8-76A986ECADCD}" dt="2024-03-29T13:43:46.901" v="144"/>
          <ac:spMkLst>
            <pc:docMk/>
            <pc:sldMk cId="732538898" sldId="365"/>
            <ac:spMk id="29" creationId="{94405EB1-826B-EF67-6CA9-9074F412146C}"/>
          </ac:spMkLst>
        </pc:spChg>
        <pc:grpChg chg="add del">
          <ac:chgData name="Thomas Bordino (Student at CentraleSupelec)" userId="S::thomas.bordino@student-cs.fr::059e5d54-57bf-4e3d-9785-61ef755fb47f" providerId="AD" clId="Web-{F79B081C-B202-452C-96F8-76A986ECADCD}" dt="2024-03-29T13:40:31.238" v="87"/>
          <ac:grpSpMkLst>
            <pc:docMk/>
            <pc:sldMk cId="732538898" sldId="365"/>
            <ac:grpSpMk id="7" creationId="{4A109BB2-BC50-C7AC-CEB5-A572331A09E9}"/>
          </ac:grpSpMkLst>
        </pc:grpChg>
        <pc:grpChg chg="add del">
          <ac:chgData name="Thomas Bordino (Student at CentraleSupelec)" userId="S::thomas.bordino@student-cs.fr::059e5d54-57bf-4e3d-9785-61ef755fb47f" providerId="AD" clId="Web-{F79B081C-B202-452C-96F8-76A986ECADCD}" dt="2024-03-29T13:43:46.901" v="150"/>
          <ac:grpSpMkLst>
            <pc:docMk/>
            <pc:sldMk cId="732538898" sldId="365"/>
            <ac:grpSpMk id="11" creationId="{8171B242-01A9-0EF5-784B-EF902FF87206}"/>
          </ac:grpSpMkLst>
        </pc:grpChg>
        <pc:picChg chg="add mod">
          <ac:chgData name="Thomas Bordino (Student at CentraleSupelec)" userId="S::thomas.bordino@student-cs.fr::059e5d54-57bf-4e3d-9785-61ef755fb47f" providerId="AD" clId="Web-{F79B081C-B202-452C-96F8-76A986ECADCD}" dt="2024-03-29T13:47:06.142" v="162" actId="1076"/>
          <ac:picMkLst>
            <pc:docMk/>
            <pc:sldMk cId="732538898" sldId="365"/>
            <ac:picMk id="4" creationId="{0184E41D-CF0A-ECD2-6FCC-CFC6A853E816}"/>
          </ac:picMkLst>
        </pc:picChg>
        <pc:picChg chg="del mod topLvl">
          <ac:chgData name="Thomas Bordino (Student at CentraleSupelec)" userId="S::thomas.bordino@student-cs.fr::059e5d54-57bf-4e3d-9785-61ef755fb47f" providerId="AD" clId="Web-{F79B081C-B202-452C-96F8-76A986ECADCD}" dt="2024-03-29T13:40:51.879" v="94"/>
          <ac:picMkLst>
            <pc:docMk/>
            <pc:sldMk cId="732538898" sldId="365"/>
            <ac:picMk id="5" creationId="{BAC2CA7E-C059-48A7-1FD1-281A58110B5A}"/>
          </ac:picMkLst>
        </pc:picChg>
        <pc:picChg chg="del topLvl">
          <ac:chgData name="Thomas Bordino (Student at CentraleSupelec)" userId="S::thomas.bordino@student-cs.fr::059e5d54-57bf-4e3d-9785-61ef755fb47f" providerId="AD" clId="Web-{F79B081C-B202-452C-96F8-76A986ECADCD}" dt="2024-03-29T13:40:31.238" v="87"/>
          <ac:picMkLst>
            <pc:docMk/>
            <pc:sldMk cId="732538898" sldId="365"/>
            <ac:picMk id="6" creationId="{77788001-20CB-C6D1-6900-BFEABE673E8B}"/>
          </ac:picMkLst>
        </pc:picChg>
        <pc:picChg chg="mod topLvl">
          <ac:chgData name="Thomas Bordino (Student at CentraleSupelec)" userId="S::thomas.bordino@student-cs.fr::059e5d54-57bf-4e3d-9785-61ef755fb47f" providerId="AD" clId="Web-{F79B081C-B202-452C-96F8-76A986ECADCD}" dt="2024-03-29T13:43:44.714" v="143"/>
          <ac:picMkLst>
            <pc:docMk/>
            <pc:sldMk cId="732538898" sldId="365"/>
            <ac:picMk id="9" creationId="{E649535A-321B-8205-FAED-0E176D9D3739}"/>
          </ac:picMkLst>
        </pc:picChg>
        <pc:picChg chg="add del mod topLvl">
          <ac:chgData name="Thomas Bordino (Student at CentraleSupelec)" userId="S::thomas.bordino@student-cs.fr::059e5d54-57bf-4e3d-9785-61ef755fb47f" providerId="AD" clId="Web-{F79B081C-B202-452C-96F8-76A986ECADCD}" dt="2024-03-29T13:43:44.714" v="143"/>
          <ac:picMkLst>
            <pc:docMk/>
            <pc:sldMk cId="732538898" sldId="365"/>
            <ac:picMk id="10" creationId="{C4F8A0D5-6336-3C95-017F-5D39F33C62D1}"/>
          </ac:picMkLst>
        </pc:picChg>
        <pc:picChg chg="del">
          <ac:chgData name="Thomas Bordino (Student at CentraleSupelec)" userId="S::thomas.bordino@student-cs.fr::059e5d54-57bf-4e3d-9785-61ef755fb47f" providerId="AD" clId="Web-{F79B081C-B202-452C-96F8-76A986ECADCD}" dt="2024-03-29T13:29:39.012" v="4"/>
          <ac:picMkLst>
            <pc:docMk/>
            <pc:sldMk cId="732538898" sldId="365"/>
            <ac:picMk id="14" creationId="{4443A08B-3845-FFCA-B37A-3BCAD98AC60F}"/>
          </ac:picMkLst>
        </pc:picChg>
        <pc:picChg chg="del">
          <ac:chgData name="Thomas Bordino (Student at CentraleSupelec)" userId="S::thomas.bordino@student-cs.fr::059e5d54-57bf-4e3d-9785-61ef755fb47f" providerId="AD" clId="Web-{F79B081C-B202-452C-96F8-76A986ECADCD}" dt="2024-03-29T13:29:39.012" v="3"/>
          <ac:picMkLst>
            <pc:docMk/>
            <pc:sldMk cId="732538898" sldId="365"/>
            <ac:picMk id="16" creationId="{E13B664F-FA15-377E-DAB6-3C7B932FE87A}"/>
          </ac:picMkLst>
        </pc:picChg>
        <pc:picChg chg="del">
          <ac:chgData name="Thomas Bordino (Student at CentraleSupelec)" userId="S::thomas.bordino@student-cs.fr::059e5d54-57bf-4e3d-9785-61ef755fb47f" providerId="AD" clId="Web-{F79B081C-B202-452C-96F8-76A986ECADCD}" dt="2024-03-29T13:29:39.012" v="2"/>
          <ac:picMkLst>
            <pc:docMk/>
            <pc:sldMk cId="732538898" sldId="365"/>
            <ac:picMk id="18" creationId="{EC4239E3-BC41-7CAD-ADA9-01BDAF59A16E}"/>
          </ac:picMkLst>
        </pc:picChg>
        <pc:picChg chg="mod">
          <ac:chgData name="Thomas Bordino (Student at CentraleSupelec)" userId="S::thomas.bordino@student-cs.fr::059e5d54-57bf-4e3d-9785-61ef755fb47f" providerId="AD" clId="Web-{F79B081C-B202-452C-96F8-76A986ECADCD}" dt="2024-03-29T13:40:38.551" v="92" actId="1076"/>
          <ac:picMkLst>
            <pc:docMk/>
            <pc:sldMk cId="732538898" sldId="365"/>
            <ac:picMk id="20" creationId="{5F37843E-EF22-C40D-629C-7E9154F5D68A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F79B081C-B202-452C-96F8-76A986ECADCD}" dt="2024-03-29T13:44:22.559" v="153"/>
        <pc:sldMkLst>
          <pc:docMk/>
          <pc:sldMk cId="2831368814" sldId="367"/>
        </pc:sldMkLst>
        <pc:spChg chg="add mod">
          <ac:chgData name="Thomas Bordino (Student at CentraleSupelec)" userId="S::thomas.bordino@student-cs.fr::059e5d54-57bf-4e3d-9785-61ef755fb47f" providerId="AD" clId="Web-{F79B081C-B202-452C-96F8-76A986ECADCD}" dt="2024-03-29T13:41:26.052" v="100" actId="1076"/>
          <ac:spMkLst>
            <pc:docMk/>
            <pc:sldMk cId="2831368814" sldId="367"/>
            <ac:spMk id="3" creationId="{FCF9448E-C4C3-C008-2F65-C7B2C5975ADB}"/>
          </ac:spMkLst>
        </pc:spChg>
        <pc:spChg chg="add mod">
          <ac:chgData name="Thomas Bordino (Student at CentraleSupelec)" userId="S::thomas.bordino@student-cs.fr::059e5d54-57bf-4e3d-9785-61ef755fb47f" providerId="AD" clId="Web-{F79B081C-B202-452C-96F8-76A986ECADCD}" dt="2024-03-29T13:41:49.881" v="105" actId="1076"/>
          <ac:spMkLst>
            <pc:docMk/>
            <pc:sldMk cId="2831368814" sldId="367"/>
            <ac:spMk id="10" creationId="{35D0143A-3D24-D3EC-5984-DBF0608856ED}"/>
          </ac:spMkLst>
        </pc:spChg>
        <pc:spChg chg="add mod">
          <ac:chgData name="Thomas Bordino (Student at CentraleSupelec)" userId="S::thomas.bordino@student-cs.fr::059e5d54-57bf-4e3d-9785-61ef755fb47f" providerId="AD" clId="Web-{F79B081C-B202-452C-96F8-76A986ECADCD}" dt="2024-03-29T13:41:40.553" v="104" actId="1076"/>
          <ac:spMkLst>
            <pc:docMk/>
            <pc:sldMk cId="2831368814" sldId="367"/>
            <ac:spMk id="11" creationId="{BCF738C3-49FD-09CD-B3E3-66D33FC4A8C3}"/>
          </ac:spMkLst>
        </pc:spChg>
        <pc:spChg chg="add mod">
          <ac:chgData name="Thomas Bordino (Student at CentraleSupelec)" userId="S::thomas.bordino@student-cs.fr::059e5d54-57bf-4e3d-9785-61ef755fb47f" providerId="AD" clId="Web-{F79B081C-B202-452C-96F8-76A986ECADCD}" dt="2024-03-29T13:43:06.072" v="123" actId="1076"/>
          <ac:spMkLst>
            <pc:docMk/>
            <pc:sldMk cId="2831368814" sldId="367"/>
            <ac:spMk id="12" creationId="{B622DB2F-A5E8-8487-E333-8BEB606F1642}"/>
          </ac:spMkLst>
        </pc:spChg>
        <pc:spChg chg="add mod">
          <ac:chgData name="Thomas Bordino (Student at CentraleSupelec)" userId="S::thomas.bordino@student-cs.fr::059e5d54-57bf-4e3d-9785-61ef755fb47f" providerId="AD" clId="Web-{F79B081C-B202-452C-96F8-76A986ECADCD}" dt="2024-03-29T13:42:39.149" v="117" actId="20577"/>
          <ac:spMkLst>
            <pc:docMk/>
            <pc:sldMk cId="2831368814" sldId="367"/>
            <ac:spMk id="13" creationId="{FECB661C-32E4-E216-DFBF-C1C3D336BEC1}"/>
          </ac:spMkLst>
        </pc:spChg>
        <pc:spChg chg="add mod">
          <ac:chgData name="Thomas Bordino (Student at CentraleSupelec)" userId="S::thomas.bordino@student-cs.fr::059e5d54-57bf-4e3d-9785-61ef755fb47f" providerId="AD" clId="Web-{F79B081C-B202-452C-96F8-76A986ECADCD}" dt="2024-03-29T13:42:59.899" v="122" actId="20577"/>
          <ac:spMkLst>
            <pc:docMk/>
            <pc:sldMk cId="2831368814" sldId="367"/>
            <ac:spMk id="14" creationId="{A892FD50-E855-B627-EBF4-4E0801EACC2D}"/>
          </ac:spMkLst>
        </pc:spChg>
        <pc:picChg chg="add del mod">
          <ac:chgData name="Thomas Bordino (Student at CentraleSupelec)" userId="S::thomas.bordino@student-cs.fr::059e5d54-57bf-4e3d-9785-61ef755fb47f" providerId="AD" clId="Web-{F79B081C-B202-452C-96F8-76A986ECADCD}" dt="2024-03-29T13:44:22.559" v="153"/>
          <ac:picMkLst>
            <pc:docMk/>
            <pc:sldMk cId="2831368814" sldId="367"/>
            <ac:picMk id="15" creationId="{E6CDEA62-3845-7E1C-6755-6E1802BFD613}"/>
          </ac:picMkLst>
        </pc:picChg>
      </pc:sldChg>
      <pc:sldChg chg="addSp modSp">
        <pc:chgData name="Thomas Bordino (Student at CentraleSupelec)" userId="S::thomas.bordino@student-cs.fr::059e5d54-57bf-4e3d-9785-61ef755fb47f" providerId="AD" clId="Web-{F79B081C-B202-452C-96F8-76A986ECADCD}" dt="2024-03-29T13:49:10.600" v="170" actId="1076"/>
        <pc:sldMkLst>
          <pc:docMk/>
          <pc:sldMk cId="2576158400" sldId="369"/>
        </pc:sldMkLst>
        <pc:spChg chg="mod">
          <ac:chgData name="Thomas Bordino (Student at CentraleSupelec)" userId="S::thomas.bordino@student-cs.fr::059e5d54-57bf-4e3d-9785-61ef755fb47f" providerId="AD" clId="Web-{F79B081C-B202-452C-96F8-76A986ECADCD}" dt="2024-03-29T13:49:06.381" v="169" actId="1076"/>
          <ac:spMkLst>
            <pc:docMk/>
            <pc:sldMk cId="2576158400" sldId="369"/>
            <ac:spMk id="7" creationId="{AB33AE4B-4AA1-64E0-C721-AE49A84238C1}"/>
          </ac:spMkLst>
        </pc:spChg>
        <pc:picChg chg="add mod">
          <ac:chgData name="Thomas Bordino (Student at CentraleSupelec)" userId="S::thomas.bordino@student-cs.fr::059e5d54-57bf-4e3d-9785-61ef755fb47f" providerId="AD" clId="Web-{F79B081C-B202-452C-96F8-76A986ECADCD}" dt="2024-03-29T13:49:10.600" v="170" actId="1076"/>
          <ac:picMkLst>
            <pc:docMk/>
            <pc:sldMk cId="2576158400" sldId="369"/>
            <ac:picMk id="4" creationId="{A360E23C-B9B1-BA5B-5EA4-0F4243378C03}"/>
          </ac:picMkLst>
        </pc:picChg>
        <pc:picChg chg="mod">
          <ac:chgData name="Thomas Bordino (Student at CentraleSupelec)" userId="S::thomas.bordino@student-cs.fr::059e5d54-57bf-4e3d-9785-61ef755fb47f" providerId="AD" clId="Web-{F79B081C-B202-452C-96F8-76A986ECADCD}" dt="2024-03-29T13:49:00.022" v="168" actId="1076"/>
          <ac:picMkLst>
            <pc:docMk/>
            <pc:sldMk cId="2576158400" sldId="369"/>
            <ac:picMk id="23" creationId="{7806950C-DC4B-73C9-9F73-6267E95F942C}"/>
          </ac:picMkLst>
        </pc:picChg>
      </pc:sldChg>
      <pc:sldChg chg="delSp add replId">
        <pc:chgData name="Thomas Bordino (Student at CentraleSupelec)" userId="S::thomas.bordino@student-cs.fr::059e5d54-57bf-4e3d-9785-61ef755fb47f" providerId="AD" clId="Web-{F79B081C-B202-452C-96F8-76A986ECADCD}" dt="2024-03-29T13:45:02.201" v="157"/>
        <pc:sldMkLst>
          <pc:docMk/>
          <pc:sldMk cId="1163076754" sldId="370"/>
        </pc:sldMkLst>
        <pc:spChg chg="del">
          <ac:chgData name="Thomas Bordino (Student at CentraleSupelec)" userId="S::thomas.bordino@student-cs.fr::059e5d54-57bf-4e3d-9785-61ef755fb47f" providerId="AD" clId="Web-{F79B081C-B202-452C-96F8-76A986ECADCD}" dt="2024-03-29T13:45:02.201" v="157"/>
          <ac:spMkLst>
            <pc:docMk/>
            <pc:sldMk cId="1163076754" sldId="370"/>
            <ac:spMk id="5" creationId="{67973B3B-46D8-1ED6-8209-0D652B669CAD}"/>
          </ac:spMkLst>
        </pc:spChg>
        <pc:spChg chg="del">
          <ac:chgData name="Thomas Bordino (Student at CentraleSupelec)" userId="S::thomas.bordino@student-cs.fr::059e5d54-57bf-4e3d-9785-61ef755fb47f" providerId="AD" clId="Web-{F79B081C-B202-452C-96F8-76A986ECADCD}" dt="2024-03-29T13:45:00.138" v="156"/>
          <ac:spMkLst>
            <pc:docMk/>
            <pc:sldMk cId="1163076754" sldId="370"/>
            <ac:spMk id="7" creationId="{C09BF5DE-802D-3CFA-18DD-259C14AD01FD}"/>
          </ac:spMkLst>
        </pc:spChg>
        <pc:picChg chg="del">
          <ac:chgData name="Thomas Bordino (Student at CentraleSupelec)" userId="S::thomas.bordino@student-cs.fr::059e5d54-57bf-4e3d-9785-61ef755fb47f" providerId="AD" clId="Web-{F79B081C-B202-452C-96F8-76A986ECADCD}" dt="2024-03-29T13:44:59.060" v="155"/>
          <ac:picMkLst>
            <pc:docMk/>
            <pc:sldMk cId="1163076754" sldId="370"/>
            <ac:picMk id="4" creationId="{76573BDF-B955-3A8F-3BD4-5C7FC0B93697}"/>
          </ac:picMkLst>
        </pc:picChg>
      </pc:sldChg>
      <pc:sldChg chg="addSp delSp modSp add replId">
        <pc:chgData name="Thomas Bordino (Student at CentraleSupelec)" userId="S::thomas.bordino@student-cs.fr::059e5d54-57bf-4e3d-9785-61ef755fb47f" providerId="AD" clId="Web-{F79B081C-B202-452C-96F8-76A986ECADCD}" dt="2024-03-29T13:52:08.466" v="195" actId="1076"/>
        <pc:sldMkLst>
          <pc:docMk/>
          <pc:sldMk cId="1209698684" sldId="371"/>
        </pc:sldMkLst>
        <pc:picChg chg="add mod">
          <ac:chgData name="Thomas Bordino (Student at CentraleSupelec)" userId="S::thomas.bordino@student-cs.fr::059e5d54-57bf-4e3d-9785-61ef755fb47f" providerId="AD" clId="Web-{F79B081C-B202-452C-96F8-76A986ECADCD}" dt="2024-03-29T13:52:08.466" v="195" actId="1076"/>
          <ac:picMkLst>
            <pc:docMk/>
            <pc:sldMk cId="1209698684" sldId="371"/>
            <ac:picMk id="2" creationId="{D5FABD05-B2BC-71E9-3360-541023A40B76}"/>
          </ac:picMkLst>
        </pc:picChg>
        <pc:picChg chg="del">
          <ac:chgData name="Thomas Bordino (Student at CentraleSupelec)" userId="S::thomas.bordino@student-cs.fr::059e5d54-57bf-4e3d-9785-61ef755fb47f" providerId="AD" clId="Web-{F79B081C-B202-452C-96F8-76A986ECADCD}" dt="2024-03-29T13:51:37.559" v="191"/>
          <ac:picMkLst>
            <pc:docMk/>
            <pc:sldMk cId="1209698684" sldId="371"/>
            <ac:picMk id="5" creationId="{E5C65F96-FB35-6369-95CF-0D86F0F262E8}"/>
          </ac:picMkLst>
        </pc:picChg>
        <pc:picChg chg="del">
          <ac:chgData name="Thomas Bordino (Student at CentraleSupelec)" userId="S::thomas.bordino@student-cs.fr::059e5d54-57bf-4e3d-9785-61ef755fb47f" providerId="AD" clId="Web-{F79B081C-B202-452C-96F8-76A986ECADCD}" dt="2024-03-29T13:51:38.527" v="192"/>
          <ac:picMkLst>
            <pc:docMk/>
            <pc:sldMk cId="1209698684" sldId="371"/>
            <ac:picMk id="13" creationId="{09C97963-02B0-2AD8-C0ED-7BE81F13057D}"/>
          </ac:picMkLst>
        </pc:picChg>
      </pc:sldChg>
      <pc:sldChg chg="addSp delSp modSp add replId">
        <pc:chgData name="Thomas Bordino (Student at CentraleSupelec)" userId="S::thomas.bordino@student-cs.fr::059e5d54-57bf-4e3d-9785-61ef755fb47f" providerId="AD" clId="Web-{F79B081C-B202-452C-96F8-76A986ECADCD}" dt="2024-03-29T13:54:02.001" v="207" actId="1076"/>
        <pc:sldMkLst>
          <pc:docMk/>
          <pc:sldMk cId="3190322223" sldId="372"/>
        </pc:sldMkLst>
        <pc:picChg chg="del">
          <ac:chgData name="Thomas Bordino (Student at CentraleSupelec)" userId="S::thomas.bordino@student-cs.fr::059e5d54-57bf-4e3d-9785-61ef755fb47f" providerId="AD" clId="Web-{F79B081C-B202-452C-96F8-76A986ECADCD}" dt="2024-03-29T13:52:16.404" v="197"/>
          <ac:picMkLst>
            <pc:docMk/>
            <pc:sldMk cId="3190322223" sldId="372"/>
            <ac:picMk id="2" creationId="{D5FABD05-B2BC-71E9-3360-541023A40B76}"/>
          </ac:picMkLst>
        </pc:picChg>
        <pc:picChg chg="add del mod">
          <ac:chgData name="Thomas Bordino (Student at CentraleSupelec)" userId="S::thomas.bordino@student-cs.fr::059e5d54-57bf-4e3d-9785-61ef755fb47f" providerId="AD" clId="Web-{F79B081C-B202-452C-96F8-76A986ECADCD}" dt="2024-03-29T13:53:56.642" v="204"/>
          <ac:picMkLst>
            <pc:docMk/>
            <pc:sldMk cId="3190322223" sldId="372"/>
            <ac:picMk id="3" creationId="{9877D15A-425B-2710-7A28-F6405413D002}"/>
          </ac:picMkLst>
        </pc:picChg>
        <pc:picChg chg="add mod">
          <ac:chgData name="Thomas Bordino (Student at CentraleSupelec)" userId="S::thomas.bordino@student-cs.fr::059e5d54-57bf-4e3d-9785-61ef755fb47f" providerId="AD" clId="Web-{F79B081C-B202-452C-96F8-76A986ECADCD}" dt="2024-03-29T13:54:02.001" v="207" actId="1076"/>
          <ac:picMkLst>
            <pc:docMk/>
            <pc:sldMk cId="3190322223" sldId="372"/>
            <ac:picMk id="4" creationId="{D9FDA4D6-064A-59D4-E041-1A7DE1798B0A}"/>
          </ac:picMkLst>
        </pc:picChg>
        <pc:picChg chg="del">
          <ac:chgData name="Thomas Bordino (Student at CentraleSupelec)" userId="S::thomas.bordino@student-cs.fr::059e5d54-57bf-4e3d-9785-61ef755fb47f" providerId="AD" clId="Web-{F79B081C-B202-452C-96F8-76A986ECADCD}" dt="2024-03-29T13:52:17.732" v="198"/>
          <ac:picMkLst>
            <pc:docMk/>
            <pc:sldMk cId="3190322223" sldId="372"/>
            <ac:picMk id="15" creationId="{581B76D4-486F-744F-7553-917DD6EA7C18}"/>
          </ac:picMkLst>
        </pc:picChg>
      </pc:sldChg>
    </pc:docChg>
  </pc:docChgLst>
  <pc:docChgLst>
    <pc:chgData name="Bilal Zinaï (Student at CentraleSupelec)" userId="31cc89bd-35dc-477c-9e24-77538b628124" providerId="ADAL" clId="{ACBD3F52-0D09-441C-93AF-6CA258D70A37}"/>
    <pc:docChg chg="undo custSel addSld modSld sldOrd">
      <pc:chgData name="Bilal Zinaï (Student at CentraleSupelec)" userId="31cc89bd-35dc-477c-9e24-77538b628124" providerId="ADAL" clId="{ACBD3F52-0D09-441C-93AF-6CA258D70A37}" dt="2024-03-29T14:26:53.993" v="1205" actId="1076"/>
      <pc:docMkLst>
        <pc:docMk/>
      </pc:docMkLst>
      <pc:sldChg chg="modSp mod">
        <pc:chgData name="Bilal Zinaï (Student at CentraleSupelec)" userId="31cc89bd-35dc-477c-9e24-77538b628124" providerId="ADAL" clId="{ACBD3F52-0D09-441C-93AF-6CA258D70A37}" dt="2024-03-29T12:42:09.340" v="199" actId="1076"/>
        <pc:sldMkLst>
          <pc:docMk/>
          <pc:sldMk cId="336249700" sldId="292"/>
        </pc:sldMkLst>
        <pc:spChg chg="mod">
          <ac:chgData name="Bilal Zinaï (Student at CentraleSupelec)" userId="31cc89bd-35dc-477c-9e24-77538b628124" providerId="ADAL" clId="{ACBD3F52-0D09-441C-93AF-6CA258D70A37}" dt="2024-03-29T12:42:09.340" v="199" actId="1076"/>
          <ac:spMkLst>
            <pc:docMk/>
            <pc:sldMk cId="336249700" sldId="292"/>
            <ac:spMk id="20" creationId="{31D6BBD8-0F94-7AC3-78AA-A49DD9A73526}"/>
          </ac:spMkLst>
        </pc:spChg>
      </pc:sldChg>
      <pc:sldChg chg="modSp mod ord">
        <pc:chgData name="Bilal Zinaï (Student at CentraleSupelec)" userId="31cc89bd-35dc-477c-9e24-77538b628124" providerId="ADAL" clId="{ACBD3F52-0D09-441C-93AF-6CA258D70A37}" dt="2024-03-29T13:04:42.154" v="393"/>
        <pc:sldMkLst>
          <pc:docMk/>
          <pc:sldMk cId="189499821" sldId="312"/>
        </pc:sldMkLst>
        <pc:spChg chg="mod">
          <ac:chgData name="Bilal Zinaï (Student at CentraleSupelec)" userId="31cc89bd-35dc-477c-9e24-77538b628124" providerId="ADAL" clId="{ACBD3F52-0D09-441C-93AF-6CA258D70A37}" dt="2024-03-29T12:58:37.677" v="384" actId="20577"/>
          <ac:spMkLst>
            <pc:docMk/>
            <pc:sldMk cId="189499821" sldId="312"/>
            <ac:spMk id="9" creationId="{3909E233-F596-CB67-5D39-4C5F5C85202C}"/>
          </ac:spMkLst>
        </pc:spChg>
      </pc:sldChg>
      <pc:sldChg chg="addSp modSp mod">
        <pc:chgData name="Bilal Zinaï (Student at CentraleSupelec)" userId="31cc89bd-35dc-477c-9e24-77538b628124" providerId="ADAL" clId="{ACBD3F52-0D09-441C-93AF-6CA258D70A37}" dt="2024-03-29T12:54:11.062" v="355" actId="14100"/>
        <pc:sldMkLst>
          <pc:docMk/>
          <pc:sldMk cId="227127288" sldId="334"/>
        </pc:sldMkLst>
        <pc:spChg chg="add mod">
          <ac:chgData name="Bilal Zinaï (Student at CentraleSupelec)" userId="31cc89bd-35dc-477c-9e24-77538b628124" providerId="ADAL" clId="{ACBD3F52-0D09-441C-93AF-6CA258D70A37}" dt="2024-03-29T12:47:29.454" v="220" actId="14861"/>
          <ac:spMkLst>
            <pc:docMk/>
            <pc:sldMk cId="227127288" sldId="334"/>
            <ac:spMk id="12" creationId="{BEF69B7A-E26D-2E10-DA3D-E9EC28C53BF2}"/>
          </ac:spMkLst>
        </pc:spChg>
        <pc:spChg chg="add mod">
          <ac:chgData name="Bilal Zinaï (Student at CentraleSupelec)" userId="31cc89bd-35dc-477c-9e24-77538b628124" providerId="ADAL" clId="{ACBD3F52-0D09-441C-93AF-6CA258D70A37}" dt="2024-03-29T12:48:52.325" v="254" actId="1076"/>
          <ac:spMkLst>
            <pc:docMk/>
            <pc:sldMk cId="227127288" sldId="334"/>
            <ac:spMk id="14" creationId="{4629746D-8586-9221-01DA-51EF36675779}"/>
          </ac:spMkLst>
        </pc:spChg>
        <pc:spChg chg="add mod">
          <ac:chgData name="Bilal Zinaï (Student at CentraleSupelec)" userId="31cc89bd-35dc-477c-9e24-77538b628124" providerId="ADAL" clId="{ACBD3F52-0D09-441C-93AF-6CA258D70A37}" dt="2024-03-29T12:51:14.894" v="340" actId="207"/>
          <ac:spMkLst>
            <pc:docMk/>
            <pc:sldMk cId="227127288" sldId="334"/>
            <ac:spMk id="19" creationId="{7371BBEA-7320-127B-D7F8-6A4A51CA74F2}"/>
          </ac:spMkLst>
        </pc:spChg>
        <pc:spChg chg="mod">
          <ac:chgData name="Bilal Zinaï (Student at CentraleSupelec)" userId="31cc89bd-35dc-477c-9e24-77538b628124" providerId="ADAL" clId="{ACBD3F52-0D09-441C-93AF-6CA258D70A37}" dt="2024-03-29T12:51:32.328" v="350" actId="20577"/>
          <ac:spMkLst>
            <pc:docMk/>
            <pc:sldMk cId="227127288" sldId="334"/>
            <ac:spMk id="101" creationId="{00000000-0000-0000-0000-000000000000}"/>
          </ac:spMkLst>
        </pc:spChg>
        <pc:picChg chg="add mod">
          <ac:chgData name="Bilal Zinaï (Student at CentraleSupelec)" userId="31cc89bd-35dc-477c-9e24-77538b628124" providerId="ADAL" clId="{ACBD3F52-0D09-441C-93AF-6CA258D70A37}" dt="2024-03-29T12:46:04.221" v="210" actId="14100"/>
          <ac:picMkLst>
            <pc:docMk/>
            <pc:sldMk cId="227127288" sldId="334"/>
            <ac:picMk id="5" creationId="{3D6F8E40-DB8B-C77D-3BC9-D9727FB0D71D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2:48:03.764" v="231" actId="1076"/>
          <ac:picMkLst>
            <pc:docMk/>
            <pc:sldMk cId="227127288" sldId="334"/>
            <ac:picMk id="11" creationId="{4B96522A-BE8F-5B8C-ACE6-64BBEE62978E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2:54:06.498" v="354" actId="14100"/>
          <ac:picMkLst>
            <pc:docMk/>
            <pc:sldMk cId="227127288" sldId="334"/>
            <ac:picMk id="17" creationId="{B09CE851-39D8-2EDA-6038-42FF0297DAAB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2:54:11.062" v="355" actId="14100"/>
          <ac:picMkLst>
            <pc:docMk/>
            <pc:sldMk cId="227127288" sldId="334"/>
            <ac:picMk id="18" creationId="{040C536C-2CF6-5CB6-01EB-233BCFDAD3FE}"/>
          </ac:picMkLst>
        </pc:picChg>
      </pc:sldChg>
      <pc:sldChg chg="modSp mod">
        <pc:chgData name="Bilal Zinaï (Student at CentraleSupelec)" userId="31cc89bd-35dc-477c-9e24-77538b628124" providerId="ADAL" clId="{ACBD3F52-0D09-441C-93AF-6CA258D70A37}" dt="2024-03-29T13:04:00.765" v="391" actId="20577"/>
        <pc:sldMkLst>
          <pc:docMk/>
          <pc:sldMk cId="2671760962" sldId="337"/>
        </pc:sldMkLst>
        <pc:spChg chg="mod">
          <ac:chgData name="Bilal Zinaï (Student at CentraleSupelec)" userId="31cc89bd-35dc-477c-9e24-77538b628124" providerId="ADAL" clId="{ACBD3F52-0D09-441C-93AF-6CA258D70A37}" dt="2024-03-29T13:04:00.765" v="391" actId="20577"/>
          <ac:spMkLst>
            <pc:docMk/>
            <pc:sldMk cId="2671760962" sldId="337"/>
            <ac:spMk id="3073" creationId="{00000000-0000-0000-0000-000000000000}"/>
          </ac:spMkLst>
        </pc:spChg>
      </pc:sldChg>
      <pc:sldChg chg="modSp mod">
        <pc:chgData name="Bilal Zinaï (Student at CentraleSupelec)" userId="31cc89bd-35dc-477c-9e24-77538b628124" providerId="ADAL" clId="{ACBD3F52-0D09-441C-93AF-6CA258D70A37}" dt="2024-03-29T12:37:55.746" v="192" actId="20577"/>
        <pc:sldMkLst>
          <pc:docMk/>
          <pc:sldMk cId="206632142" sldId="343"/>
        </pc:sldMkLst>
        <pc:spChg chg="mod">
          <ac:chgData name="Bilal Zinaï (Student at CentraleSupelec)" userId="31cc89bd-35dc-477c-9e24-77538b628124" providerId="ADAL" clId="{ACBD3F52-0D09-441C-93AF-6CA258D70A37}" dt="2024-03-29T12:37:55.746" v="192" actId="20577"/>
          <ac:spMkLst>
            <pc:docMk/>
            <pc:sldMk cId="206632142" sldId="343"/>
            <ac:spMk id="7" creationId="{5C3DB8F8-9F4D-6E30-5947-11290A576E21}"/>
          </ac:spMkLst>
        </pc:spChg>
      </pc:sldChg>
      <pc:sldChg chg="delSp modSp mod">
        <pc:chgData name="Bilal Zinaï (Student at CentraleSupelec)" userId="31cc89bd-35dc-477c-9e24-77538b628124" providerId="ADAL" clId="{ACBD3F52-0D09-441C-93AF-6CA258D70A37}" dt="2024-03-29T13:28:04.073" v="1039" actId="20577"/>
        <pc:sldMkLst>
          <pc:docMk/>
          <pc:sldMk cId="364204294" sldId="345"/>
        </pc:sldMkLst>
        <pc:spChg chg="mod">
          <ac:chgData name="Bilal Zinaï (Student at CentraleSupelec)" userId="31cc89bd-35dc-477c-9e24-77538b628124" providerId="ADAL" clId="{ACBD3F52-0D09-441C-93AF-6CA258D70A37}" dt="2024-03-29T13:28:04.073" v="1039" actId="20577"/>
          <ac:spMkLst>
            <pc:docMk/>
            <pc:sldMk cId="364204294" sldId="345"/>
            <ac:spMk id="4" creationId="{C225A781-9920-3A43-82E1-5D826024A321}"/>
          </ac:spMkLst>
        </pc:spChg>
        <pc:spChg chg="del">
          <ac:chgData name="Bilal Zinaï (Student at CentraleSupelec)" userId="31cc89bd-35dc-477c-9e24-77538b628124" providerId="ADAL" clId="{ACBD3F52-0D09-441C-93AF-6CA258D70A37}" dt="2024-03-29T13:27:37.614" v="1036" actId="478"/>
          <ac:spMkLst>
            <pc:docMk/>
            <pc:sldMk cId="364204294" sldId="345"/>
            <ac:spMk id="3073" creationId="{00000000-0000-0000-0000-000000000000}"/>
          </ac:spMkLst>
        </pc:spChg>
      </pc:sldChg>
      <pc:sldChg chg="modSp mod">
        <pc:chgData name="Bilal Zinaï (Student at CentraleSupelec)" userId="31cc89bd-35dc-477c-9e24-77538b628124" providerId="ADAL" clId="{ACBD3F52-0D09-441C-93AF-6CA258D70A37}" dt="2024-03-29T14:26:53.993" v="1205" actId="1076"/>
        <pc:sldMkLst>
          <pc:docMk/>
          <pc:sldMk cId="2617815803" sldId="351"/>
        </pc:sldMkLst>
        <pc:picChg chg="mod">
          <ac:chgData name="Bilal Zinaï (Student at CentraleSupelec)" userId="31cc89bd-35dc-477c-9e24-77538b628124" providerId="ADAL" clId="{ACBD3F52-0D09-441C-93AF-6CA258D70A37}" dt="2024-03-29T14:26:53.993" v="1205" actId="1076"/>
          <ac:picMkLst>
            <pc:docMk/>
            <pc:sldMk cId="2617815803" sldId="351"/>
            <ac:picMk id="3" creationId="{9F6BEF6E-C85A-DC9C-F250-700594426985}"/>
          </ac:picMkLst>
        </pc:picChg>
      </pc:sldChg>
      <pc:sldChg chg="modSp mod">
        <pc:chgData name="Bilal Zinaï (Student at CentraleSupelec)" userId="31cc89bd-35dc-477c-9e24-77538b628124" providerId="ADAL" clId="{ACBD3F52-0D09-441C-93AF-6CA258D70A37}" dt="2024-03-29T14:23:59.945" v="1188" actId="14100"/>
        <pc:sldMkLst>
          <pc:docMk/>
          <pc:sldMk cId="3940828943" sldId="352"/>
        </pc:sldMkLst>
        <pc:picChg chg="mod">
          <ac:chgData name="Bilal Zinaï (Student at CentraleSupelec)" userId="31cc89bd-35dc-477c-9e24-77538b628124" providerId="ADAL" clId="{ACBD3F52-0D09-441C-93AF-6CA258D70A37}" dt="2024-03-29T14:23:59.945" v="1188" actId="14100"/>
          <ac:picMkLst>
            <pc:docMk/>
            <pc:sldMk cId="3940828943" sldId="352"/>
            <ac:picMk id="15" creationId="{581B76D4-486F-744F-7553-917DD6EA7C18}"/>
          </ac:picMkLst>
        </pc:picChg>
      </pc:sldChg>
      <pc:sldChg chg="addSp delSp modSp add mod">
        <pc:chgData name="Bilal Zinaï (Student at CentraleSupelec)" userId="31cc89bd-35dc-477c-9e24-77538b628124" providerId="ADAL" clId="{ACBD3F52-0D09-441C-93AF-6CA258D70A37}" dt="2024-03-29T12:41:56.448" v="198" actId="1076"/>
        <pc:sldMkLst>
          <pc:docMk/>
          <pc:sldMk cId="1050361377" sldId="358"/>
        </pc:sldMkLst>
        <pc:spChg chg="add mod">
          <ac:chgData name="Bilal Zinaï (Student at CentraleSupelec)" userId="31cc89bd-35dc-477c-9e24-77538b628124" providerId="ADAL" clId="{ACBD3F52-0D09-441C-93AF-6CA258D70A37}" dt="2024-03-29T12:41:56.448" v="198" actId="1076"/>
          <ac:spMkLst>
            <pc:docMk/>
            <pc:sldMk cId="1050361377" sldId="358"/>
            <ac:spMk id="5" creationId="{DBB460B9-E011-3765-6EFF-59230AF08AE1}"/>
          </ac:spMkLst>
        </pc:spChg>
        <pc:spChg chg="del mod">
          <ac:chgData name="Bilal Zinaï (Student at CentraleSupelec)" userId="31cc89bd-35dc-477c-9e24-77538b628124" providerId="ADAL" clId="{ACBD3F52-0D09-441C-93AF-6CA258D70A37}" dt="2024-03-29T12:27:50.979" v="2" actId="478"/>
          <ac:spMkLst>
            <pc:docMk/>
            <pc:sldMk cId="1050361377" sldId="358"/>
            <ac:spMk id="3073" creationId="{00000000-0000-0000-0000-000000000000}"/>
          </ac:spMkLst>
        </pc:spChg>
        <pc:picChg chg="add mod">
          <ac:chgData name="Bilal Zinaï (Student at CentraleSupelec)" userId="31cc89bd-35dc-477c-9e24-77538b628124" providerId="ADAL" clId="{ACBD3F52-0D09-441C-93AF-6CA258D70A37}" dt="2024-03-29T12:32:02.223" v="7" actId="1076"/>
          <ac:picMkLst>
            <pc:docMk/>
            <pc:sldMk cId="1050361377" sldId="358"/>
            <ac:picMk id="4" creationId="{44CA7A01-800B-4802-A05D-56D67A2A085A}"/>
          </ac:picMkLst>
        </pc:picChg>
      </pc:sldChg>
      <pc:sldChg chg="modSp add mod ord">
        <pc:chgData name="Bilal Zinaï (Student at CentraleSupelec)" userId="31cc89bd-35dc-477c-9e24-77538b628124" providerId="ADAL" clId="{ACBD3F52-0D09-441C-93AF-6CA258D70A37}" dt="2024-03-29T13:08:30.975" v="551" actId="20577"/>
        <pc:sldMkLst>
          <pc:docMk/>
          <pc:sldMk cId="1685427336" sldId="362"/>
        </pc:sldMkLst>
        <pc:spChg chg="mod">
          <ac:chgData name="Bilal Zinaï (Student at CentraleSupelec)" userId="31cc89bd-35dc-477c-9e24-77538b628124" providerId="ADAL" clId="{ACBD3F52-0D09-441C-93AF-6CA258D70A37}" dt="2024-03-29T13:08:30.975" v="551" actId="20577"/>
          <ac:spMkLst>
            <pc:docMk/>
            <pc:sldMk cId="1685427336" sldId="362"/>
            <ac:spMk id="3073" creationId="{00000000-0000-0000-0000-000000000000}"/>
          </ac:spMkLst>
        </pc:spChg>
      </pc:sldChg>
      <pc:sldChg chg="modSp add mod ord">
        <pc:chgData name="Bilal Zinaï (Student at CentraleSupelec)" userId="31cc89bd-35dc-477c-9e24-77538b628124" providerId="ADAL" clId="{ACBD3F52-0D09-441C-93AF-6CA258D70A37}" dt="2024-03-29T13:06:16.593" v="495"/>
        <pc:sldMkLst>
          <pc:docMk/>
          <pc:sldMk cId="3214272072" sldId="363"/>
        </pc:sldMkLst>
        <pc:spChg chg="mod">
          <ac:chgData name="Bilal Zinaï (Student at CentraleSupelec)" userId="31cc89bd-35dc-477c-9e24-77538b628124" providerId="ADAL" clId="{ACBD3F52-0D09-441C-93AF-6CA258D70A37}" dt="2024-03-29T13:06:11.312" v="493" actId="20577"/>
          <ac:spMkLst>
            <pc:docMk/>
            <pc:sldMk cId="3214272072" sldId="363"/>
            <ac:spMk id="3073" creationId="{00000000-0000-0000-0000-000000000000}"/>
          </ac:spMkLst>
        </pc:spChg>
      </pc:sldChg>
      <pc:sldChg chg="addSp delSp modSp mod">
        <pc:chgData name="Bilal Zinaï (Student at CentraleSupelec)" userId="31cc89bd-35dc-477c-9e24-77538b628124" providerId="ADAL" clId="{ACBD3F52-0D09-441C-93AF-6CA258D70A37}" dt="2024-03-29T13:46:54.971" v="1157" actId="404"/>
        <pc:sldMkLst>
          <pc:docMk/>
          <pc:sldMk cId="732538898" sldId="365"/>
        </pc:sldMkLst>
        <pc:spChg chg="add del mod">
          <ac:chgData name="Bilal Zinaï (Student at CentraleSupelec)" userId="31cc89bd-35dc-477c-9e24-77538b628124" providerId="ADAL" clId="{ACBD3F52-0D09-441C-93AF-6CA258D70A37}" dt="2024-03-29T13:15:18.779" v="578" actId="478"/>
          <ac:spMkLst>
            <pc:docMk/>
            <pc:sldMk cId="732538898" sldId="365"/>
            <ac:spMk id="12" creationId="{6356E192-E056-DDF8-2D65-1F5809EC7AF8}"/>
          </ac:spMkLst>
        </pc:spChg>
        <pc:spChg chg="add mod">
          <ac:chgData name="Bilal Zinaï (Student at CentraleSupelec)" userId="31cc89bd-35dc-477c-9e24-77538b628124" providerId="ADAL" clId="{ACBD3F52-0D09-441C-93AF-6CA258D70A37}" dt="2024-03-29T13:46:54.971" v="1157" actId="404"/>
          <ac:spMkLst>
            <pc:docMk/>
            <pc:sldMk cId="732538898" sldId="365"/>
            <ac:spMk id="26" creationId="{6CB0B59A-FE19-83B6-A128-238C75ED26CE}"/>
          </ac:spMkLst>
        </pc:spChg>
        <pc:grpChg chg="add mod">
          <ac:chgData name="Bilal Zinaï (Student at CentraleSupelec)" userId="31cc89bd-35dc-477c-9e24-77538b628124" providerId="ADAL" clId="{ACBD3F52-0D09-441C-93AF-6CA258D70A37}" dt="2024-03-29T13:14:40.571" v="571" actId="1076"/>
          <ac:grpSpMkLst>
            <pc:docMk/>
            <pc:sldMk cId="732538898" sldId="365"/>
            <ac:grpSpMk id="8" creationId="{8A0EDE8B-33A9-ED45-0BB9-62A79D99D3D4}"/>
          </ac:grpSpMkLst>
        </pc:grpChg>
        <pc:grpChg chg="add mod">
          <ac:chgData name="Bilal Zinaï (Student at CentraleSupelec)" userId="31cc89bd-35dc-477c-9e24-77538b628124" providerId="ADAL" clId="{ACBD3F52-0D09-441C-93AF-6CA258D70A37}" dt="2024-03-29T13:45:55.580" v="1107" actId="1076"/>
          <ac:grpSpMkLst>
            <pc:docMk/>
            <pc:sldMk cId="732538898" sldId="365"/>
            <ac:grpSpMk id="24" creationId="{744A4FD4-8E68-5D3D-4E7D-3EBBEDFFD01F}"/>
          </ac:grpSpMkLst>
        </pc:grpChg>
        <pc:picChg chg="add mod">
          <ac:chgData name="Bilal Zinaï (Student at CentraleSupelec)" userId="31cc89bd-35dc-477c-9e24-77538b628124" providerId="ADAL" clId="{ACBD3F52-0D09-441C-93AF-6CA258D70A37}" dt="2024-03-29T13:14:26.082" v="565" actId="164"/>
          <ac:picMkLst>
            <pc:docMk/>
            <pc:sldMk cId="732538898" sldId="365"/>
            <ac:picMk id="5" creationId="{EC7D87CB-B4F9-4B74-6308-3B00734A1DFE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3:14:26.082" v="565" actId="164"/>
          <ac:picMkLst>
            <pc:docMk/>
            <pc:sldMk cId="732538898" sldId="365"/>
            <ac:picMk id="7" creationId="{086AE054-11AC-78A9-6D29-12CFC0383072}"/>
          </ac:picMkLst>
        </pc:picChg>
        <pc:picChg chg="add del mod">
          <ac:chgData name="Bilal Zinaï (Student at CentraleSupelec)" userId="31cc89bd-35dc-477c-9e24-77538b628124" providerId="ADAL" clId="{ACBD3F52-0D09-441C-93AF-6CA258D70A37}" dt="2024-03-29T13:14:59.009" v="575" actId="478"/>
          <ac:picMkLst>
            <pc:docMk/>
            <pc:sldMk cId="732538898" sldId="365"/>
            <ac:picMk id="10" creationId="{2255BD64-F84D-B5E9-7FF5-86F649E66313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3:21:20.303" v="792" actId="1076"/>
          <ac:picMkLst>
            <pc:docMk/>
            <pc:sldMk cId="732538898" sldId="365"/>
            <ac:picMk id="14" creationId="{4443A08B-3845-FFCA-B37A-3BCAD98AC60F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3:21:22.596" v="793" actId="1076"/>
          <ac:picMkLst>
            <pc:docMk/>
            <pc:sldMk cId="732538898" sldId="365"/>
            <ac:picMk id="16" creationId="{E13B664F-FA15-377E-DAB6-3C7B932FE87A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3:21:30.209" v="795" actId="14100"/>
          <ac:picMkLst>
            <pc:docMk/>
            <pc:sldMk cId="732538898" sldId="365"/>
            <ac:picMk id="18" creationId="{EC4239E3-BC41-7CAD-ADA9-01BDAF59A16E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3:45:51.138" v="1105" actId="164"/>
          <ac:picMkLst>
            <pc:docMk/>
            <pc:sldMk cId="732538898" sldId="365"/>
            <ac:picMk id="20" creationId="{5F37843E-EF22-C40D-629C-7E9154F5D68A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3:45:51.138" v="1105" actId="164"/>
          <ac:picMkLst>
            <pc:docMk/>
            <pc:sldMk cId="732538898" sldId="365"/>
            <ac:picMk id="22" creationId="{C51C0E2F-6BF3-BE55-9907-33452C2DD8CB}"/>
          </ac:picMkLst>
        </pc:picChg>
        <pc:picChg chg="add del mod">
          <ac:chgData name="Bilal Zinaï (Student at CentraleSupelec)" userId="31cc89bd-35dc-477c-9e24-77538b628124" providerId="ADAL" clId="{ACBD3F52-0D09-441C-93AF-6CA258D70A37}" dt="2024-03-29T13:45:06.796" v="1096" actId="478"/>
          <ac:picMkLst>
            <pc:docMk/>
            <pc:sldMk cId="732538898" sldId="365"/>
            <ac:picMk id="23" creationId="{7806950C-DC4B-73C9-9F73-6267E95F942C}"/>
          </ac:picMkLst>
        </pc:picChg>
      </pc:sldChg>
      <pc:sldChg chg="addSp delSp modSp mod">
        <pc:chgData name="Bilal Zinaï (Student at CentraleSupelec)" userId="31cc89bd-35dc-477c-9e24-77538b628124" providerId="ADAL" clId="{ACBD3F52-0D09-441C-93AF-6CA258D70A37}" dt="2024-03-29T14:13:21.078" v="1186" actId="1076"/>
        <pc:sldMkLst>
          <pc:docMk/>
          <pc:sldMk cId="2831368814" sldId="367"/>
        </pc:sldMkLst>
        <pc:spChg chg="mod">
          <ac:chgData name="Bilal Zinaï (Student at CentraleSupelec)" userId="31cc89bd-35dc-477c-9e24-77538b628124" providerId="ADAL" clId="{ACBD3F52-0D09-441C-93AF-6CA258D70A37}" dt="2024-03-29T13:18:26.283" v="771" actId="20577"/>
          <ac:spMkLst>
            <pc:docMk/>
            <pc:sldMk cId="2831368814" sldId="367"/>
            <ac:spMk id="4" creationId="{7B8DF647-58A4-AF7F-C933-BF5291DE6321}"/>
          </ac:spMkLst>
        </pc:spChg>
        <pc:spChg chg="mod">
          <ac:chgData name="Bilal Zinaï (Student at CentraleSupelec)" userId="31cc89bd-35dc-477c-9e24-77538b628124" providerId="ADAL" clId="{ACBD3F52-0D09-441C-93AF-6CA258D70A37}" dt="2024-03-29T14:13:09.845" v="1184" actId="1076"/>
          <ac:spMkLst>
            <pc:docMk/>
            <pc:sldMk cId="2831368814" sldId="367"/>
            <ac:spMk id="11" creationId="{BCF738C3-49FD-09CD-B3E3-66D33FC4A8C3}"/>
          </ac:spMkLst>
        </pc:spChg>
        <pc:spChg chg="mod">
          <ac:chgData name="Bilal Zinaï (Student at CentraleSupelec)" userId="31cc89bd-35dc-477c-9e24-77538b628124" providerId="ADAL" clId="{ACBD3F52-0D09-441C-93AF-6CA258D70A37}" dt="2024-03-29T14:13:21.078" v="1186" actId="1076"/>
          <ac:spMkLst>
            <pc:docMk/>
            <pc:sldMk cId="2831368814" sldId="367"/>
            <ac:spMk id="12" creationId="{B622DB2F-A5E8-8487-E333-8BEB606F1642}"/>
          </ac:spMkLst>
        </pc:spChg>
        <pc:spChg chg="mod">
          <ac:chgData name="Bilal Zinaï (Student at CentraleSupelec)" userId="31cc89bd-35dc-477c-9e24-77538b628124" providerId="ADAL" clId="{ACBD3F52-0D09-441C-93AF-6CA258D70A37}" dt="2024-03-29T14:13:15.360" v="1185" actId="1076"/>
          <ac:spMkLst>
            <pc:docMk/>
            <pc:sldMk cId="2831368814" sldId="367"/>
            <ac:spMk id="14" creationId="{A892FD50-E855-B627-EBF4-4E0801EACC2D}"/>
          </ac:spMkLst>
        </pc:spChg>
        <pc:grpChg chg="add mod">
          <ac:chgData name="Bilal Zinaï (Student at CentraleSupelec)" userId="31cc89bd-35dc-477c-9e24-77538b628124" providerId="ADAL" clId="{ACBD3F52-0D09-441C-93AF-6CA258D70A37}" dt="2024-03-29T13:16:50.007" v="581" actId="1076"/>
          <ac:grpSpMkLst>
            <pc:docMk/>
            <pc:sldMk cId="2831368814" sldId="367"/>
            <ac:grpSpMk id="6" creationId="{353270DA-D686-5B86-D17B-BFD53EBC30F7}"/>
          </ac:grpSpMkLst>
        </pc:grpChg>
        <pc:picChg chg="del">
          <ac:chgData name="Bilal Zinaï (Student at CentraleSupelec)" userId="31cc89bd-35dc-477c-9e24-77538b628124" providerId="ADAL" clId="{ACBD3F52-0D09-441C-93AF-6CA258D70A37}" dt="2024-03-29T13:16:42.684" v="579" actId="478"/>
          <ac:picMkLst>
            <pc:docMk/>
            <pc:sldMk cId="2831368814" sldId="367"/>
            <ac:picMk id="3" creationId="{0A776DEE-1E20-031B-32EF-164C3A725775}"/>
          </ac:picMkLst>
        </pc:picChg>
        <pc:picChg chg="mod">
          <ac:chgData name="Bilal Zinaï (Student at CentraleSupelec)" userId="31cc89bd-35dc-477c-9e24-77538b628124" providerId="ADAL" clId="{ACBD3F52-0D09-441C-93AF-6CA258D70A37}" dt="2024-03-29T13:16:48.342" v="580"/>
          <ac:picMkLst>
            <pc:docMk/>
            <pc:sldMk cId="2831368814" sldId="367"/>
            <ac:picMk id="8" creationId="{548F1E35-7EF9-B854-5BBE-C1F5ADE56BED}"/>
          </ac:picMkLst>
        </pc:picChg>
        <pc:picChg chg="mod">
          <ac:chgData name="Bilal Zinaï (Student at CentraleSupelec)" userId="31cc89bd-35dc-477c-9e24-77538b628124" providerId="ADAL" clId="{ACBD3F52-0D09-441C-93AF-6CA258D70A37}" dt="2024-03-29T13:16:48.342" v="580"/>
          <ac:picMkLst>
            <pc:docMk/>
            <pc:sldMk cId="2831368814" sldId="367"/>
            <ac:picMk id="9" creationId="{97AE9153-8303-BF33-D336-68B2EDEF82ED}"/>
          </ac:picMkLst>
        </pc:picChg>
      </pc:sldChg>
      <pc:sldChg chg="delSp modSp add mod ord">
        <pc:chgData name="Bilal Zinaï (Student at CentraleSupelec)" userId="31cc89bd-35dc-477c-9e24-77538b628124" providerId="ADAL" clId="{ACBD3F52-0D09-441C-93AF-6CA258D70A37}" dt="2024-03-29T13:27:33.435" v="1035"/>
        <pc:sldMkLst>
          <pc:docMk/>
          <pc:sldMk cId="3175338157" sldId="368"/>
        </pc:sldMkLst>
        <pc:spChg chg="del mod">
          <ac:chgData name="Bilal Zinaï (Student at CentraleSupelec)" userId="31cc89bd-35dc-477c-9e24-77538b628124" providerId="ADAL" clId="{ACBD3F52-0D09-441C-93AF-6CA258D70A37}" dt="2024-03-29T13:27:32.610" v="1033"/>
          <ac:spMkLst>
            <pc:docMk/>
            <pc:sldMk cId="3175338157" sldId="368"/>
            <ac:spMk id="4" creationId="{C225A781-9920-3A43-82E1-5D826024A321}"/>
          </ac:spMkLst>
        </pc:spChg>
      </pc:sldChg>
      <pc:sldChg chg="addSp delSp modSp add mod">
        <pc:chgData name="Bilal Zinaï (Student at CentraleSupelec)" userId="31cc89bd-35dc-477c-9e24-77538b628124" providerId="ADAL" clId="{ACBD3F52-0D09-441C-93AF-6CA258D70A37}" dt="2024-03-29T14:24:54.353" v="1197" actId="1076"/>
        <pc:sldMkLst>
          <pc:docMk/>
          <pc:sldMk cId="2576158400" sldId="369"/>
        </pc:sldMkLst>
        <pc:spChg chg="add mod">
          <ac:chgData name="Bilal Zinaï (Student at CentraleSupelec)" userId="31cc89bd-35dc-477c-9e24-77538b628124" providerId="ADAL" clId="{ACBD3F52-0D09-441C-93AF-6CA258D70A37}" dt="2024-03-29T14:24:30.907" v="1191" actId="1076"/>
          <ac:spMkLst>
            <pc:docMk/>
            <pc:sldMk cId="2576158400" sldId="369"/>
            <ac:spMk id="7" creationId="{AB33AE4B-4AA1-64E0-C721-AE49A84238C1}"/>
          </ac:spMkLst>
        </pc:spChg>
        <pc:picChg chg="mod">
          <ac:chgData name="Bilal Zinaï (Student at CentraleSupelec)" userId="31cc89bd-35dc-477c-9e24-77538b628124" providerId="ADAL" clId="{ACBD3F52-0D09-441C-93AF-6CA258D70A37}" dt="2024-03-29T14:24:54.353" v="1197" actId="1076"/>
          <ac:picMkLst>
            <pc:docMk/>
            <pc:sldMk cId="2576158400" sldId="369"/>
            <ac:picMk id="4" creationId="{A360E23C-B9B1-BA5B-5EA4-0F4243378C03}"/>
          </ac:picMkLst>
        </pc:picChg>
        <pc:picChg chg="mod">
          <ac:chgData name="Bilal Zinaï (Student at CentraleSupelec)" userId="31cc89bd-35dc-477c-9e24-77538b628124" providerId="ADAL" clId="{ACBD3F52-0D09-441C-93AF-6CA258D70A37}" dt="2024-03-29T14:24:26.323" v="1190" actId="1076"/>
          <ac:picMkLst>
            <pc:docMk/>
            <pc:sldMk cId="2576158400" sldId="369"/>
            <ac:picMk id="5" creationId="{3761D32B-5E15-8621-F073-90AE2A4742EA}"/>
          </ac:picMkLst>
        </pc:picChg>
        <pc:picChg chg="add mod">
          <ac:chgData name="Bilal Zinaï (Student at CentraleSupelec)" userId="31cc89bd-35dc-477c-9e24-77538b628124" providerId="ADAL" clId="{ACBD3F52-0D09-441C-93AF-6CA258D70A37}" dt="2024-03-29T13:47:20.370" v="1158"/>
          <ac:picMkLst>
            <pc:docMk/>
            <pc:sldMk cId="2576158400" sldId="369"/>
            <ac:picMk id="6" creationId="{3A95665A-3D27-F2F0-F90C-BAE9EA3A5D18}"/>
          </ac:picMkLst>
        </pc:picChg>
        <pc:picChg chg="del">
          <ac:chgData name="Bilal Zinaï (Student at CentraleSupelec)" userId="31cc89bd-35dc-477c-9e24-77538b628124" providerId="ADAL" clId="{ACBD3F52-0D09-441C-93AF-6CA258D70A37}" dt="2024-03-29T13:44:25.439" v="1083" actId="478"/>
          <ac:picMkLst>
            <pc:docMk/>
            <pc:sldMk cId="2576158400" sldId="369"/>
            <ac:picMk id="20" creationId="{5F37843E-EF22-C40D-629C-7E9154F5D68A}"/>
          </ac:picMkLst>
        </pc:picChg>
        <pc:picChg chg="del">
          <ac:chgData name="Bilal Zinaï (Student at CentraleSupelec)" userId="31cc89bd-35dc-477c-9e24-77538b628124" providerId="ADAL" clId="{ACBD3F52-0D09-441C-93AF-6CA258D70A37}" dt="2024-03-29T13:44:23.419" v="1082" actId="478"/>
          <ac:picMkLst>
            <pc:docMk/>
            <pc:sldMk cId="2576158400" sldId="369"/>
            <ac:picMk id="22" creationId="{C51C0E2F-6BF3-BE55-9907-33452C2DD8CB}"/>
          </ac:picMkLst>
        </pc:picChg>
        <pc:picChg chg="mod">
          <ac:chgData name="Bilal Zinaï (Student at CentraleSupelec)" userId="31cc89bd-35dc-477c-9e24-77538b628124" providerId="ADAL" clId="{ACBD3F52-0D09-441C-93AF-6CA258D70A37}" dt="2024-03-29T13:48:07.561" v="1182" actId="1076"/>
          <ac:picMkLst>
            <pc:docMk/>
            <pc:sldMk cId="2576158400" sldId="369"/>
            <ac:picMk id="23" creationId="{7806950C-DC4B-73C9-9F73-6267E95F942C}"/>
          </ac:picMkLst>
        </pc:picChg>
      </pc:sldChg>
      <pc:sldChg chg="modSp mod">
        <pc:chgData name="Bilal Zinaï (Student at CentraleSupelec)" userId="31cc89bd-35dc-477c-9e24-77538b628124" providerId="ADAL" clId="{ACBD3F52-0D09-441C-93AF-6CA258D70A37}" dt="2024-03-29T14:26:35.045" v="1204" actId="14100"/>
        <pc:sldMkLst>
          <pc:docMk/>
          <pc:sldMk cId="3190322223" sldId="372"/>
        </pc:sldMkLst>
        <pc:picChg chg="mod">
          <ac:chgData name="Bilal Zinaï (Student at CentraleSupelec)" userId="31cc89bd-35dc-477c-9e24-77538b628124" providerId="ADAL" clId="{ACBD3F52-0D09-441C-93AF-6CA258D70A37}" dt="2024-03-29T14:26:35.045" v="1204" actId="14100"/>
          <ac:picMkLst>
            <pc:docMk/>
            <pc:sldMk cId="3190322223" sldId="372"/>
            <ac:picMk id="4" creationId="{D9FDA4D6-064A-59D4-E041-1A7DE1798B0A}"/>
          </ac:picMkLst>
        </pc:picChg>
      </pc:sldChg>
    </pc:docChg>
  </pc:docChgLst>
  <pc:docChgLst>
    <pc:chgData name="Thomas Bordino (Student at CentraleSupelec)" userId="S::thomas.bordino@student-cs.fr::059e5d54-57bf-4e3d-9785-61ef755fb47f" providerId="AD" clId="Web-{B6DB0C39-6059-40EF-9DE3-576B24ABBDA7}"/>
    <pc:docChg chg="delSld modSld">
      <pc:chgData name="Thomas Bordino (Student at CentraleSupelec)" userId="S::thomas.bordino@student-cs.fr::059e5d54-57bf-4e3d-9785-61ef755fb47f" providerId="AD" clId="Web-{B6DB0C39-6059-40EF-9DE3-576B24ABBDA7}" dt="2024-03-29T14:22:56.903" v="71" actId="1076"/>
      <pc:docMkLst>
        <pc:docMk/>
      </pc:docMkLst>
      <pc:sldChg chg="addSp modSp">
        <pc:chgData name="Thomas Bordino (Student at CentraleSupelec)" userId="S::thomas.bordino@student-cs.fr::059e5d54-57bf-4e3d-9785-61ef755fb47f" providerId="AD" clId="Web-{B6DB0C39-6059-40EF-9DE3-576B24ABBDA7}" dt="2024-03-29T14:21:45.995" v="65" actId="1076"/>
        <pc:sldMkLst>
          <pc:docMk/>
          <pc:sldMk cId="387151516" sldId="333"/>
        </pc:sldMkLst>
        <pc:spChg chg="mod">
          <ac:chgData name="Thomas Bordino (Student at CentraleSupelec)" userId="S::thomas.bordino@student-cs.fr::059e5d54-57bf-4e3d-9785-61ef755fb47f" providerId="AD" clId="Web-{B6DB0C39-6059-40EF-9DE3-576B24ABBDA7}" dt="2024-03-29T14:17:33.786" v="53" actId="1076"/>
          <ac:spMkLst>
            <pc:docMk/>
            <pc:sldMk cId="387151516" sldId="333"/>
            <ac:spMk id="7" creationId="{5C3DB8F8-9F4D-6E30-5947-11290A576E21}"/>
          </ac:spMkLst>
        </pc:spChg>
        <pc:grpChg chg="add mod">
          <ac:chgData name="Thomas Bordino (Student at CentraleSupelec)" userId="S::thomas.bordino@student-cs.fr::059e5d54-57bf-4e3d-9785-61ef755fb47f" providerId="AD" clId="Web-{B6DB0C39-6059-40EF-9DE3-576B24ABBDA7}" dt="2024-03-29T14:17:40.708" v="54" actId="1076"/>
          <ac:grpSpMkLst>
            <pc:docMk/>
            <pc:sldMk cId="387151516" sldId="333"/>
            <ac:grpSpMk id="23" creationId="{DA15EF61-94FB-F16A-1757-3073B84743A8}"/>
          </ac:grpSpMkLst>
        </pc:grpChg>
        <pc:picChg chg="mod">
          <ac:chgData name="Thomas Bordino (Student at CentraleSupelec)" userId="S::thomas.bordino@student-cs.fr::059e5d54-57bf-4e3d-9785-61ef755fb47f" providerId="AD" clId="Web-{B6DB0C39-6059-40EF-9DE3-576B24ABBDA7}" dt="2024-03-29T14:21:36.589" v="62" actId="1076"/>
          <ac:picMkLst>
            <pc:docMk/>
            <pc:sldMk cId="387151516" sldId="333"/>
            <ac:picMk id="4" creationId="{56DFAEB7-B2D4-0A14-22ED-24178A394E00}"/>
          </ac:picMkLst>
        </pc:picChg>
        <pc:picChg chg="add mod">
          <ac:chgData name="Thomas Bordino (Student at CentraleSupelec)" userId="S::thomas.bordino@student-cs.fr::059e5d54-57bf-4e3d-9785-61ef755fb47f" providerId="AD" clId="Web-{B6DB0C39-6059-40EF-9DE3-576B24ABBDA7}" dt="2024-03-29T14:21:45.995" v="65" actId="1076"/>
          <ac:picMkLst>
            <pc:docMk/>
            <pc:sldMk cId="387151516" sldId="333"/>
            <ac:picMk id="25" creationId="{299B3AB9-7748-7D38-9E94-D34B8545C037}"/>
          </ac:picMkLst>
        </pc:picChg>
      </pc:sldChg>
      <pc:sldChg chg="delSp modSp del">
        <pc:chgData name="Thomas Bordino (Student at CentraleSupelec)" userId="S::thomas.bordino@student-cs.fr::059e5d54-57bf-4e3d-9785-61ef755fb47f" providerId="AD" clId="Web-{B6DB0C39-6059-40EF-9DE3-576B24ABBDA7}" dt="2024-03-29T14:21:48.152" v="66"/>
        <pc:sldMkLst>
          <pc:docMk/>
          <pc:sldMk cId="206632142" sldId="343"/>
        </pc:sldMkLst>
        <pc:spChg chg="del">
          <ac:chgData name="Thomas Bordino (Student at CentraleSupelec)" userId="S::thomas.bordino@student-cs.fr::059e5d54-57bf-4e3d-9785-61ef755fb47f" providerId="AD" clId="Web-{B6DB0C39-6059-40EF-9DE3-576B24ABBDA7}" dt="2024-03-29T14:18:00.099" v="56"/>
          <ac:spMkLst>
            <pc:docMk/>
            <pc:sldMk cId="206632142" sldId="343"/>
            <ac:spMk id="24" creationId="{F21D7BC8-4610-5C9C-B7F4-81B97B916EED}"/>
          </ac:spMkLst>
        </pc:spChg>
        <pc:spChg chg="del">
          <ac:chgData name="Thomas Bordino (Student at CentraleSupelec)" userId="S::thomas.bordino@student-cs.fr::059e5d54-57bf-4e3d-9785-61ef755fb47f" providerId="AD" clId="Web-{B6DB0C39-6059-40EF-9DE3-576B24ABBDA7}" dt="2024-03-29T14:18:03.334" v="57"/>
          <ac:spMkLst>
            <pc:docMk/>
            <pc:sldMk cId="206632142" sldId="343"/>
            <ac:spMk id="25" creationId="{C2C10CCE-BFF6-F9AA-C200-6625AE643409}"/>
          </ac:spMkLst>
        </pc:spChg>
        <pc:grpChg chg="del">
          <ac:chgData name="Thomas Bordino (Student at CentraleSupelec)" userId="S::thomas.bordino@student-cs.fr::059e5d54-57bf-4e3d-9785-61ef755fb47f" providerId="AD" clId="Web-{B6DB0C39-6059-40EF-9DE3-576B24ABBDA7}" dt="2024-03-29T14:17:57.615" v="55"/>
          <ac:grpSpMkLst>
            <pc:docMk/>
            <pc:sldMk cId="206632142" sldId="343"/>
            <ac:grpSpMk id="3" creationId="{60153140-35DE-A7C6-3237-C75C2821D34C}"/>
          </ac:grpSpMkLst>
        </pc:grpChg>
        <pc:cxnChg chg="mod">
          <ac:chgData name="Thomas Bordino (Student at CentraleSupelec)" userId="S::thomas.bordino@student-cs.fr::059e5d54-57bf-4e3d-9785-61ef755fb47f" providerId="AD" clId="Web-{B6DB0C39-6059-40EF-9DE3-576B24ABBDA7}" dt="2024-03-29T14:17:57.615" v="55"/>
          <ac:cxnSpMkLst>
            <pc:docMk/>
            <pc:sldMk cId="206632142" sldId="343"/>
            <ac:cxnSpMk id="14" creationId="{2784A012-6F11-8CEE-EE50-CDD6BB914952}"/>
          </ac:cxnSpMkLst>
        </pc:cxnChg>
      </pc:sldChg>
      <pc:sldChg chg="addSp modSp">
        <pc:chgData name="Thomas Bordino (Student at CentraleSupelec)" userId="S::thomas.bordino@student-cs.fr::059e5d54-57bf-4e3d-9785-61ef755fb47f" providerId="AD" clId="Web-{B6DB0C39-6059-40EF-9DE3-576B24ABBDA7}" dt="2024-03-29T14:22:56.903" v="71" actId="1076"/>
        <pc:sldMkLst>
          <pc:docMk/>
          <pc:sldMk cId="2617815803" sldId="351"/>
        </pc:sldMkLst>
        <pc:picChg chg="add mod">
          <ac:chgData name="Thomas Bordino (Student at CentraleSupelec)" userId="S::thomas.bordino@student-cs.fr::059e5d54-57bf-4e3d-9785-61ef755fb47f" providerId="AD" clId="Web-{B6DB0C39-6059-40EF-9DE3-576B24ABBDA7}" dt="2024-03-29T14:22:56.903" v="71" actId="1076"/>
          <ac:picMkLst>
            <pc:docMk/>
            <pc:sldMk cId="2617815803" sldId="351"/>
            <ac:picMk id="3" creationId="{9F6BEF6E-C85A-DC9C-F250-700594426985}"/>
          </ac:picMkLst>
        </pc:picChg>
      </pc:sldChg>
      <pc:sldChg chg="modSp">
        <pc:chgData name="Thomas Bordino (Student at CentraleSupelec)" userId="S::thomas.bordino@student-cs.fr::059e5d54-57bf-4e3d-9785-61ef755fb47f" providerId="AD" clId="Web-{B6DB0C39-6059-40EF-9DE3-576B24ABBDA7}" dt="2024-03-29T14:17:01.895" v="48" actId="1076"/>
        <pc:sldMkLst>
          <pc:docMk/>
          <pc:sldMk cId="3940828943" sldId="352"/>
        </pc:sldMkLst>
        <pc:picChg chg="mod">
          <ac:chgData name="Thomas Bordino (Student at CentraleSupelec)" userId="S::thomas.bordino@student-cs.fr::059e5d54-57bf-4e3d-9785-61ef755fb47f" providerId="AD" clId="Web-{B6DB0C39-6059-40EF-9DE3-576B24ABBDA7}" dt="2024-03-29T14:17:01.895" v="48" actId="1076"/>
          <ac:picMkLst>
            <pc:docMk/>
            <pc:sldMk cId="3940828943" sldId="352"/>
            <ac:picMk id="13" creationId="{09C97963-02B0-2AD8-C0ED-7BE81F13057D}"/>
          </ac:picMkLst>
        </pc:picChg>
      </pc:sldChg>
      <pc:sldChg chg="addSp modSp">
        <pc:chgData name="Thomas Bordino (Student at CentraleSupelec)" userId="S::thomas.bordino@student-cs.fr::059e5d54-57bf-4e3d-9785-61ef755fb47f" providerId="AD" clId="Web-{B6DB0C39-6059-40EF-9DE3-576B24ABBDA7}" dt="2024-03-29T14:19:39.102" v="60" actId="1076"/>
        <pc:sldMkLst>
          <pc:docMk/>
          <pc:sldMk cId="1722543359" sldId="364"/>
        </pc:sldMkLst>
        <pc:spChg chg="add mod">
          <ac:chgData name="Thomas Bordino (Student at CentraleSupelec)" userId="S::thomas.bordino@student-cs.fr::059e5d54-57bf-4e3d-9785-61ef755fb47f" providerId="AD" clId="Web-{B6DB0C39-6059-40EF-9DE3-576B24ABBDA7}" dt="2024-03-29T14:13:38.515" v="32"/>
          <ac:spMkLst>
            <pc:docMk/>
            <pc:sldMk cId="1722543359" sldId="364"/>
            <ac:spMk id="9" creationId="{41083715-7662-3CEB-70EE-7958784F608F}"/>
          </ac:spMkLst>
        </pc:spChg>
        <pc:picChg chg="mod">
          <ac:chgData name="Thomas Bordino (Student at CentraleSupelec)" userId="S::thomas.bordino@student-cs.fr::059e5d54-57bf-4e3d-9785-61ef755fb47f" providerId="AD" clId="Web-{B6DB0C39-6059-40EF-9DE3-576B24ABBDA7}" dt="2024-03-29T14:10:02.104" v="1" actId="1076"/>
          <ac:picMkLst>
            <pc:docMk/>
            <pc:sldMk cId="1722543359" sldId="364"/>
            <ac:picMk id="4" creationId="{76573BDF-B955-3A8F-3BD4-5C7FC0B93697}"/>
          </ac:picMkLst>
        </pc:picChg>
        <pc:picChg chg="add mod">
          <ac:chgData name="Thomas Bordino (Student at CentraleSupelec)" userId="S::thomas.bordino@student-cs.fr::059e5d54-57bf-4e3d-9785-61ef755fb47f" providerId="AD" clId="Web-{B6DB0C39-6059-40EF-9DE3-576B24ABBDA7}" dt="2024-03-29T14:10:10.026" v="5" actId="1076"/>
          <ac:picMkLst>
            <pc:docMk/>
            <pc:sldMk cId="1722543359" sldId="364"/>
            <ac:picMk id="8" creationId="{2FCC75E6-4474-454C-FAE5-4E7F75A2E49C}"/>
          </ac:picMkLst>
        </pc:picChg>
        <pc:picChg chg="add mod">
          <ac:chgData name="Thomas Bordino (Student at CentraleSupelec)" userId="S::thomas.bordino@student-cs.fr::059e5d54-57bf-4e3d-9785-61ef755fb47f" providerId="AD" clId="Web-{B6DB0C39-6059-40EF-9DE3-576B24ABBDA7}" dt="2024-03-29T14:19:39.102" v="60" actId="1076"/>
          <ac:picMkLst>
            <pc:docMk/>
            <pc:sldMk cId="1722543359" sldId="364"/>
            <ac:picMk id="11" creationId="{768CFC5F-3821-BB3F-F836-49F1FD18BD9F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B6DB0C39-6059-40EF-9DE3-576B24ABBDA7}" dt="2024-03-29T14:16:25.488" v="44" actId="1076"/>
        <pc:sldMkLst>
          <pc:docMk/>
          <pc:sldMk cId="732538898" sldId="365"/>
        </pc:sldMkLst>
        <pc:grpChg chg="del">
          <ac:chgData name="Thomas Bordino (Student at CentraleSupelec)" userId="S::thomas.bordino@student-cs.fr::059e5d54-57bf-4e3d-9785-61ef755fb47f" providerId="AD" clId="Web-{B6DB0C39-6059-40EF-9DE3-576B24ABBDA7}" dt="2024-03-29T14:15:41.971" v="33"/>
          <ac:grpSpMkLst>
            <pc:docMk/>
            <pc:sldMk cId="732538898" sldId="365"/>
            <ac:grpSpMk id="24" creationId="{744A4FD4-8E68-5D3D-4E7D-3EBBEDFFD01F}"/>
          </ac:grpSpMkLst>
        </pc:grpChg>
        <pc:picChg chg="add mod">
          <ac:chgData name="Thomas Bordino (Student at CentraleSupelec)" userId="S::thomas.bordino@student-cs.fr::059e5d54-57bf-4e3d-9785-61ef755fb47f" providerId="AD" clId="Web-{B6DB0C39-6059-40EF-9DE3-576B24ABBDA7}" dt="2024-03-29T14:15:53.206" v="38" actId="1076"/>
          <ac:picMkLst>
            <pc:docMk/>
            <pc:sldMk cId="732538898" sldId="365"/>
            <ac:picMk id="5" creationId="{39BE5BB7-BB7F-9BE0-F323-B2760C640C77}"/>
          </ac:picMkLst>
        </pc:picChg>
        <pc:picChg chg="add mod">
          <ac:chgData name="Thomas Bordino (Student at CentraleSupelec)" userId="S::thomas.bordino@student-cs.fr::059e5d54-57bf-4e3d-9785-61ef755fb47f" providerId="AD" clId="Web-{B6DB0C39-6059-40EF-9DE3-576B24ABBDA7}" dt="2024-03-29T14:16:25.488" v="44" actId="1076"/>
          <ac:picMkLst>
            <pc:docMk/>
            <pc:sldMk cId="732538898" sldId="365"/>
            <ac:picMk id="6" creationId="{9D18550F-B0B8-FD35-6908-73EE3D015ED3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B6DB0C39-6059-40EF-9DE3-576B24ABBDA7}" dt="2024-03-29T14:16:50.004" v="47" actId="1076"/>
        <pc:sldMkLst>
          <pc:docMk/>
          <pc:sldMk cId="2576158400" sldId="369"/>
        </pc:sldMkLst>
        <pc:picChg chg="add mod">
          <ac:chgData name="Thomas Bordino (Student at CentraleSupelec)" userId="S::thomas.bordino@student-cs.fr::059e5d54-57bf-4e3d-9785-61ef755fb47f" providerId="AD" clId="Web-{B6DB0C39-6059-40EF-9DE3-576B24ABBDA7}" dt="2024-03-29T14:16:50.004" v="47" actId="1076"/>
          <ac:picMkLst>
            <pc:docMk/>
            <pc:sldMk cId="2576158400" sldId="369"/>
            <ac:picMk id="5" creationId="{3761D32B-5E15-8621-F073-90AE2A4742EA}"/>
          </ac:picMkLst>
        </pc:picChg>
        <pc:picChg chg="del">
          <ac:chgData name="Thomas Bordino (Student at CentraleSupelec)" userId="S::thomas.bordino@student-cs.fr::059e5d54-57bf-4e3d-9785-61ef755fb47f" providerId="AD" clId="Web-{B6DB0C39-6059-40EF-9DE3-576B24ABBDA7}" dt="2024-03-29T14:16:28.957" v="45"/>
          <ac:picMkLst>
            <pc:docMk/>
            <pc:sldMk cId="2576158400" sldId="369"/>
            <ac:picMk id="23" creationId="{7806950C-DC4B-73C9-9F73-6267E95F942C}"/>
          </ac:picMkLst>
        </pc:picChg>
      </pc:sldChg>
    </pc:docChg>
  </pc:docChgLst>
  <pc:docChgLst>
    <pc:chgData name="Thomas Bordino (Student at CentraleSupelec)" userId="S::thomas.bordino@student-cs.fr::059e5d54-57bf-4e3d-9785-61ef755fb47f" providerId="AD" clId="Web-{C6433743-481E-482C-B6B6-B0AE31A3FC8F}"/>
    <pc:docChg chg="addSld delSld modSld sldOrd">
      <pc:chgData name="Thomas Bordino (Student at CentraleSupelec)" userId="S::thomas.bordino@student-cs.fr::059e5d54-57bf-4e3d-9785-61ef755fb47f" providerId="AD" clId="Web-{C6433743-481E-482C-B6B6-B0AE31A3FC8F}" dt="2024-03-29T12:57:52.001" v="70" actId="14100"/>
      <pc:docMkLst>
        <pc:docMk/>
      </pc:docMkLst>
      <pc:sldChg chg="addSp delSp modSp">
        <pc:chgData name="Thomas Bordino (Student at CentraleSupelec)" userId="S::thomas.bordino@student-cs.fr::059e5d54-57bf-4e3d-9785-61ef755fb47f" providerId="AD" clId="Web-{C6433743-481E-482C-B6B6-B0AE31A3FC8F}" dt="2024-03-29T12:48:13.136" v="37" actId="1076"/>
        <pc:sldMkLst>
          <pc:docMk/>
          <pc:sldMk cId="3936243768" sldId="300"/>
        </pc:sldMkLst>
        <pc:spChg chg="add del">
          <ac:chgData name="Thomas Bordino (Student at CentraleSupelec)" userId="S::thomas.bordino@student-cs.fr::059e5d54-57bf-4e3d-9785-61ef755fb47f" providerId="AD" clId="Web-{C6433743-481E-482C-B6B6-B0AE31A3FC8F}" dt="2024-03-29T12:47:11.602" v="9"/>
          <ac:spMkLst>
            <pc:docMk/>
            <pc:sldMk cId="3936243768" sldId="300"/>
            <ac:spMk id="4" creationId="{7B8DF647-58A4-AF7F-C933-BF5291DE6321}"/>
          </ac:spMkLst>
        </pc:spChg>
        <pc:spChg chg="add del">
          <ac:chgData name="Thomas Bordino (Student at CentraleSupelec)" userId="S::thomas.bordino@student-cs.fr::059e5d54-57bf-4e3d-9785-61ef755fb47f" providerId="AD" clId="Web-{C6433743-481E-482C-B6B6-B0AE31A3FC8F}" dt="2024-03-29T12:47:19.024" v="23"/>
          <ac:spMkLst>
            <pc:docMk/>
            <pc:sldMk cId="3936243768" sldId="300"/>
            <ac:spMk id="6" creationId="{6870FFF9-36C6-9491-94D6-3BFEC8AECC5E}"/>
          </ac:spMkLst>
        </pc:spChg>
        <pc:spChg chg="add del">
          <ac:chgData name="Thomas Bordino (Student at CentraleSupelec)" userId="S::thomas.bordino@student-cs.fr::059e5d54-57bf-4e3d-9785-61ef755fb47f" providerId="AD" clId="Web-{C6433743-481E-482C-B6B6-B0AE31A3FC8F}" dt="2024-03-29T12:47:19.024" v="18"/>
          <ac:spMkLst>
            <pc:docMk/>
            <pc:sldMk cId="3936243768" sldId="300"/>
            <ac:spMk id="12" creationId="{340BCDE3-C33D-FCA7-F7A4-92078CB5EAC4}"/>
          </ac:spMkLst>
        </pc:spChg>
        <pc:picChg chg="add mod modCrop">
          <ac:chgData name="Thomas Bordino (Student at CentraleSupelec)" userId="S::thomas.bordino@student-cs.fr::059e5d54-57bf-4e3d-9785-61ef755fb47f" providerId="AD" clId="Web-{C6433743-481E-482C-B6B6-B0AE31A3FC8F}" dt="2024-03-29T12:48:13.136" v="37" actId="1076"/>
          <ac:picMkLst>
            <pc:docMk/>
            <pc:sldMk cId="3936243768" sldId="300"/>
            <ac:picMk id="3" creationId="{0A776DEE-1E20-031B-32EF-164C3A725775}"/>
          </ac:picMkLst>
        </pc:picChg>
        <pc:picChg chg="add del">
          <ac:chgData name="Thomas Bordino (Student at CentraleSupelec)" userId="S::thomas.bordino@student-cs.fr::059e5d54-57bf-4e3d-9785-61ef755fb47f" providerId="AD" clId="Web-{C6433743-481E-482C-B6B6-B0AE31A3FC8F}" dt="2024-03-29T12:47:19.024" v="25"/>
          <ac:picMkLst>
            <pc:docMk/>
            <pc:sldMk cId="3936243768" sldId="300"/>
            <ac:picMk id="9" creationId="{E9B3FCC9-5041-1C19-A09F-2BA5FFDD7C21}"/>
          </ac:picMkLst>
        </pc:picChg>
        <pc:picChg chg="add del">
          <ac:chgData name="Thomas Bordino (Student at CentraleSupelec)" userId="S::thomas.bordino@student-cs.fr::059e5d54-57bf-4e3d-9785-61ef755fb47f" providerId="AD" clId="Web-{C6433743-481E-482C-B6B6-B0AE31A3FC8F}" dt="2024-03-29T12:47:19.024" v="24"/>
          <ac:picMkLst>
            <pc:docMk/>
            <pc:sldMk cId="3936243768" sldId="300"/>
            <ac:picMk id="11" creationId="{086B3D68-C2EA-5937-5931-5BF4AAD77BC8}"/>
          </ac:picMkLst>
        </pc:picChg>
        <pc:picChg chg="add del">
          <ac:chgData name="Thomas Bordino (Student at CentraleSupelec)" userId="S::thomas.bordino@student-cs.fr::059e5d54-57bf-4e3d-9785-61ef755fb47f" providerId="AD" clId="Web-{C6433743-481E-482C-B6B6-B0AE31A3FC8F}" dt="2024-03-29T12:47:19.024" v="22"/>
          <ac:picMkLst>
            <pc:docMk/>
            <pc:sldMk cId="3936243768" sldId="300"/>
            <ac:picMk id="16" creationId="{9DB9A30B-7768-39CB-F115-D546CCE98F7C}"/>
          </ac:picMkLst>
        </pc:picChg>
        <pc:picChg chg="add del">
          <ac:chgData name="Thomas Bordino (Student at CentraleSupelec)" userId="S::thomas.bordino@student-cs.fr::059e5d54-57bf-4e3d-9785-61ef755fb47f" providerId="AD" clId="Web-{C6433743-481E-482C-B6B6-B0AE31A3FC8F}" dt="2024-03-29T12:47:19.024" v="21"/>
          <ac:picMkLst>
            <pc:docMk/>
            <pc:sldMk cId="3936243768" sldId="300"/>
            <ac:picMk id="18" creationId="{CDDD37C9-16A0-68C6-9886-641BAF150A3A}"/>
          </ac:picMkLst>
        </pc:picChg>
        <pc:picChg chg="add del">
          <ac:chgData name="Thomas Bordino (Student at CentraleSupelec)" userId="S::thomas.bordino@student-cs.fr::059e5d54-57bf-4e3d-9785-61ef755fb47f" providerId="AD" clId="Web-{C6433743-481E-482C-B6B6-B0AE31A3FC8F}" dt="2024-03-29T12:47:19.024" v="20"/>
          <ac:picMkLst>
            <pc:docMk/>
            <pc:sldMk cId="3936243768" sldId="300"/>
            <ac:picMk id="22" creationId="{36BB45B0-0AA7-5878-44F1-9C5E112BD0BB}"/>
          </ac:picMkLst>
        </pc:picChg>
        <pc:picChg chg="add del">
          <ac:chgData name="Thomas Bordino (Student at CentraleSupelec)" userId="S::thomas.bordino@student-cs.fr::059e5d54-57bf-4e3d-9785-61ef755fb47f" providerId="AD" clId="Web-{C6433743-481E-482C-B6B6-B0AE31A3FC8F}" dt="2024-03-29T12:47:19.024" v="19"/>
          <ac:picMkLst>
            <pc:docMk/>
            <pc:sldMk cId="3936243768" sldId="300"/>
            <ac:picMk id="24" creationId="{EFAA88E3-0010-E5FA-6A0B-28E12F438FE9}"/>
          </ac:picMkLst>
        </pc:picChg>
      </pc:sldChg>
      <pc:sldChg chg="del">
        <pc:chgData name="Thomas Bordino (Student at CentraleSupelec)" userId="S::thomas.bordino@student-cs.fr::059e5d54-57bf-4e3d-9785-61ef755fb47f" providerId="AD" clId="Web-{C6433743-481E-482C-B6B6-B0AE31A3FC8F}" dt="2024-03-29T12:48:19.183" v="38"/>
        <pc:sldMkLst>
          <pc:docMk/>
          <pc:sldMk cId="348548755" sldId="301"/>
        </pc:sldMkLst>
      </pc:sldChg>
      <pc:sldChg chg="addSp delSp">
        <pc:chgData name="Thomas Bordino (Student at CentraleSupelec)" userId="S::thomas.bordino@student-cs.fr::059e5d54-57bf-4e3d-9785-61ef755fb47f" providerId="AD" clId="Web-{C6433743-481E-482C-B6B6-B0AE31A3FC8F}" dt="2024-03-29T12:49:37.889" v="53"/>
        <pc:sldMkLst>
          <pc:docMk/>
          <pc:sldMk cId="245099751" sldId="335"/>
        </pc:sldMkLst>
        <pc:spChg chg="add del">
          <ac:chgData name="Thomas Bordino (Student at CentraleSupelec)" userId="S::thomas.bordino@student-cs.fr::059e5d54-57bf-4e3d-9785-61ef755fb47f" providerId="AD" clId="Web-{C6433743-481E-482C-B6B6-B0AE31A3FC8F}" dt="2024-03-29T12:49:25.545" v="47"/>
          <ac:spMkLst>
            <pc:docMk/>
            <pc:sldMk cId="245099751" sldId="335"/>
            <ac:spMk id="9" creationId="{3909E233-F596-CB67-5D39-4C5F5C85202C}"/>
          </ac:spMkLst>
        </pc:spChg>
        <pc:spChg chg="del">
          <ac:chgData name="Thomas Bordino (Student at CentraleSupelec)" userId="S::thomas.bordino@student-cs.fr::059e5d54-57bf-4e3d-9785-61ef755fb47f" providerId="AD" clId="Web-{C6433743-481E-482C-B6B6-B0AE31A3FC8F}" dt="2024-03-29T12:49:06.825" v="41"/>
          <ac:spMkLst>
            <pc:docMk/>
            <pc:sldMk cId="245099751" sldId="335"/>
            <ac:spMk id="12" creationId="{14E47CE5-967F-4BB5-25FD-26E8593CD0DF}"/>
          </ac:spMkLst>
        </pc:spChg>
        <pc:spChg chg="add del">
          <ac:chgData name="Thomas Bordino (Student at CentraleSupelec)" userId="S::thomas.bordino@student-cs.fr::059e5d54-57bf-4e3d-9785-61ef755fb47f" providerId="AD" clId="Web-{C6433743-481E-482C-B6B6-B0AE31A3FC8F}" dt="2024-03-29T12:49:29.748" v="51"/>
          <ac:spMkLst>
            <pc:docMk/>
            <pc:sldMk cId="245099751" sldId="335"/>
            <ac:spMk id="13" creationId="{AA33CB69-4DCD-8098-AC46-8E4F0355D2EE}"/>
          </ac:spMkLst>
        </pc:spChg>
        <pc:spChg chg="add del">
          <ac:chgData name="Thomas Bordino (Student at CentraleSupelec)" userId="S::thomas.bordino@student-cs.fr::059e5d54-57bf-4e3d-9785-61ef755fb47f" providerId="AD" clId="Web-{C6433743-481E-482C-B6B6-B0AE31A3FC8F}" dt="2024-03-29T12:49:31.326" v="52"/>
          <ac:spMkLst>
            <pc:docMk/>
            <pc:sldMk cId="245099751" sldId="335"/>
            <ac:spMk id="14" creationId="{95C60FC9-2AF0-CE88-58F7-B3A212CF926A}"/>
          </ac:spMkLst>
        </pc:spChg>
        <pc:spChg chg="del">
          <ac:chgData name="Thomas Bordino (Student at CentraleSupelec)" userId="S::thomas.bordino@student-cs.fr::059e5d54-57bf-4e3d-9785-61ef755fb47f" providerId="AD" clId="Web-{C6433743-481E-482C-B6B6-B0AE31A3FC8F}" dt="2024-03-29T12:49:08.810" v="42"/>
          <ac:spMkLst>
            <pc:docMk/>
            <pc:sldMk cId="245099751" sldId="335"/>
            <ac:spMk id="15" creationId="{A28BC024-FC45-E28C-D0A3-ABB98D73E349}"/>
          </ac:spMkLst>
        </pc:spChg>
        <pc:grpChg chg="del">
          <ac:chgData name="Thomas Bordino (Student at CentraleSupelec)" userId="S::thomas.bordino@student-cs.fr::059e5d54-57bf-4e3d-9785-61ef755fb47f" providerId="AD" clId="Web-{C6433743-481E-482C-B6B6-B0AE31A3FC8F}" dt="2024-03-29T12:49:05.013" v="40"/>
          <ac:grpSpMkLst>
            <pc:docMk/>
            <pc:sldMk cId="245099751" sldId="335"/>
            <ac:grpSpMk id="7" creationId="{35FA0F36-F9A2-DAF4-1326-E77693993470}"/>
          </ac:grpSpMkLst>
        </pc:grpChg>
        <pc:graphicFrameChg chg="add del">
          <ac:chgData name="Thomas Bordino (Student at CentraleSupelec)" userId="S::thomas.bordino@student-cs.fr::059e5d54-57bf-4e3d-9785-61ef755fb47f" providerId="AD" clId="Web-{C6433743-481E-482C-B6B6-B0AE31A3FC8F}" dt="2024-03-29T12:49:37.889" v="53"/>
          <ac:graphicFrameMkLst>
            <pc:docMk/>
            <pc:sldMk cId="245099751" sldId="335"/>
            <ac:graphicFrameMk id="4" creationId="{1061485C-FB14-098E-073B-1E099998166A}"/>
          </ac:graphicFrameMkLst>
        </pc:graphicFrameChg>
        <pc:picChg chg="del">
          <ac:chgData name="Thomas Bordino (Student at CentraleSupelec)" userId="S::thomas.bordino@student-cs.fr::059e5d54-57bf-4e3d-9785-61ef755fb47f" providerId="AD" clId="Web-{C6433743-481E-482C-B6B6-B0AE31A3FC8F}" dt="2024-03-29T12:49:03.388" v="39"/>
          <ac:picMkLst>
            <pc:docMk/>
            <pc:sldMk cId="245099751" sldId="335"/>
            <ac:picMk id="17" creationId="{AD226DCA-1CFC-8984-7B31-52FF8FEB56C7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C6433743-481E-482C-B6B6-B0AE31A3FC8F}" dt="2024-03-29T12:57:52.001" v="70" actId="14100"/>
        <pc:sldMkLst>
          <pc:docMk/>
          <pc:sldMk cId="2956332010" sldId="355"/>
        </pc:sldMkLst>
        <pc:spChg chg="add del">
          <ac:chgData name="Thomas Bordino (Student at CentraleSupelec)" userId="S::thomas.bordino@student-cs.fr::059e5d54-57bf-4e3d-9785-61ef755fb47f" providerId="AD" clId="Web-{C6433743-481E-482C-B6B6-B0AE31A3FC8F}" dt="2024-03-29T12:57:35.141" v="67"/>
          <ac:spMkLst>
            <pc:docMk/>
            <pc:sldMk cId="2956332010" sldId="355"/>
            <ac:spMk id="3" creationId="{FC1C957A-8723-F4E3-C829-9F3186C8100B}"/>
          </ac:spMkLst>
        </pc:spChg>
        <pc:spChg chg="del">
          <ac:chgData name="Thomas Bordino (Student at CentraleSupelec)" userId="S::thomas.bordino@student-cs.fr::059e5d54-57bf-4e3d-9785-61ef755fb47f" providerId="AD" clId="Web-{C6433743-481E-482C-B6B6-B0AE31A3FC8F}" dt="2024-03-29T12:57:02.202" v="63"/>
          <ac:spMkLst>
            <pc:docMk/>
            <pc:sldMk cId="2956332010" sldId="355"/>
            <ac:spMk id="5" creationId="{8D882A31-682D-F414-D27A-F3C4DAC91C81}"/>
          </ac:spMkLst>
        </pc:spChg>
        <pc:picChg chg="mod">
          <ac:chgData name="Thomas Bordino (Student at CentraleSupelec)" userId="S::thomas.bordino@student-cs.fr::059e5d54-57bf-4e3d-9785-61ef755fb47f" providerId="AD" clId="Web-{C6433743-481E-482C-B6B6-B0AE31A3FC8F}" dt="2024-03-29T12:57:52.001" v="70" actId="14100"/>
          <ac:picMkLst>
            <pc:docMk/>
            <pc:sldMk cId="2956332010" sldId="355"/>
            <ac:picMk id="4" creationId="{E2126CC9-31C9-E504-E9DE-772ECF8D59BC}"/>
          </ac:picMkLst>
        </pc:picChg>
      </pc:sldChg>
      <pc:sldChg chg="addSp delSp modSp add ord replId">
        <pc:chgData name="Thomas Bordino (Student at CentraleSupelec)" userId="S::thomas.bordino@student-cs.fr::059e5d54-57bf-4e3d-9785-61ef755fb47f" providerId="AD" clId="Web-{C6433743-481E-482C-B6B6-B0AE31A3FC8F}" dt="2024-03-29T12:53:20.663" v="62"/>
        <pc:sldMkLst>
          <pc:docMk/>
          <pc:sldMk cId="429440095" sldId="359"/>
        </pc:sldMkLst>
        <pc:spChg chg="mod">
          <ac:chgData name="Thomas Bordino (Student at CentraleSupelec)" userId="S::thomas.bordino@student-cs.fr::059e5d54-57bf-4e3d-9785-61ef755fb47f" providerId="AD" clId="Web-{C6433743-481E-482C-B6B6-B0AE31A3FC8F}" dt="2024-03-29T12:51:09.080" v="59" actId="14100"/>
          <ac:spMkLst>
            <pc:docMk/>
            <pc:sldMk cId="429440095" sldId="359"/>
            <ac:spMk id="7" creationId="{5C3DB8F8-9F4D-6E30-5947-11290A576E21}"/>
          </ac:spMkLst>
        </pc:spChg>
        <pc:picChg chg="add mod">
          <ac:chgData name="Thomas Bordino (Student at CentraleSupelec)" userId="S::thomas.bordino@student-cs.fr::059e5d54-57bf-4e3d-9785-61ef755fb47f" providerId="AD" clId="Web-{C6433743-481E-482C-B6B6-B0AE31A3FC8F}" dt="2024-03-29T12:52:47.083" v="61" actId="1076"/>
          <ac:picMkLst>
            <pc:docMk/>
            <pc:sldMk cId="429440095" sldId="359"/>
            <ac:picMk id="3" creationId="{1ECA1172-425F-0650-A258-DB03772CA7A3}"/>
          </ac:picMkLst>
        </pc:picChg>
        <pc:picChg chg="del">
          <ac:chgData name="Thomas Bordino (Student at CentraleSupelec)" userId="S::thomas.bordino@student-cs.fr::059e5d54-57bf-4e3d-9785-61ef755fb47f" providerId="AD" clId="Web-{C6433743-481E-482C-B6B6-B0AE31A3FC8F}" dt="2024-03-29T12:51:03.486" v="57"/>
          <ac:picMkLst>
            <pc:docMk/>
            <pc:sldMk cId="429440095" sldId="359"/>
            <ac:picMk id="12" creationId="{6424B044-2595-6384-992A-9C13CA87891F}"/>
          </ac:picMkLst>
        </pc:picChg>
      </pc:sldChg>
      <pc:sldChg chg="new del">
        <pc:chgData name="Thomas Bordino (Student at CentraleSupelec)" userId="S::thomas.bordino@student-cs.fr::059e5d54-57bf-4e3d-9785-61ef755fb47f" providerId="AD" clId="Web-{C6433743-481E-482C-B6B6-B0AE31A3FC8F}" dt="2024-03-29T12:50:54.329" v="55"/>
        <pc:sldMkLst>
          <pc:docMk/>
          <pc:sldMk cId="2836352552" sldId="359"/>
        </pc:sldMkLst>
      </pc:sldChg>
      <pc:sldChg chg="delSp add replId">
        <pc:chgData name="Thomas Bordino (Student at CentraleSupelec)" userId="S::thomas.bordino@student-cs.fr::059e5d54-57bf-4e3d-9785-61ef755fb47f" providerId="AD" clId="Web-{C6433743-481E-482C-B6B6-B0AE31A3FC8F}" dt="2024-03-29T12:57:35.172" v="68"/>
        <pc:sldMkLst>
          <pc:docMk/>
          <pc:sldMk cId="2336585786" sldId="360"/>
        </pc:sldMkLst>
        <pc:picChg chg="del">
          <ac:chgData name="Thomas Bordino (Student at CentraleSupelec)" userId="S::thomas.bordino@student-cs.fr::059e5d54-57bf-4e3d-9785-61ef755fb47f" providerId="AD" clId="Web-{C6433743-481E-482C-B6B6-B0AE31A3FC8F}" dt="2024-03-29T12:57:35.172" v="68"/>
          <ac:picMkLst>
            <pc:docMk/>
            <pc:sldMk cId="2336585786" sldId="360"/>
            <ac:picMk id="12" creationId="{6424B044-2595-6384-992A-9C13CA87891F}"/>
          </ac:picMkLst>
        </pc:picChg>
      </pc:sldChg>
    </pc:docChg>
  </pc:docChgLst>
  <pc:docChgLst>
    <pc:chgData name="Thomas Bordino (Student at CentraleSupelec)" userId="S::thomas.bordino@student-cs.fr::059e5d54-57bf-4e3d-9785-61ef755fb47f" providerId="AD" clId="Web-{CBE9E459-B8CC-45DC-A792-33822E816AC3}"/>
    <pc:docChg chg="addSld delSld modSld">
      <pc:chgData name="Thomas Bordino (Student at CentraleSupelec)" userId="S::thomas.bordino@student-cs.fr::059e5d54-57bf-4e3d-9785-61ef755fb47f" providerId="AD" clId="Web-{CBE9E459-B8CC-45DC-A792-33822E816AC3}" dt="2024-03-29T13:19:21.117" v="77"/>
      <pc:docMkLst>
        <pc:docMk/>
      </pc:docMkLst>
      <pc:sldChg chg="add del">
        <pc:chgData name="Thomas Bordino (Student at CentraleSupelec)" userId="S::thomas.bordino@student-cs.fr::059e5d54-57bf-4e3d-9785-61ef755fb47f" providerId="AD" clId="Web-{CBE9E459-B8CC-45DC-A792-33822E816AC3}" dt="2024-03-29T13:02:46.117" v="3"/>
        <pc:sldMkLst>
          <pc:docMk/>
          <pc:sldMk cId="3718380089" sldId="305"/>
        </pc:sldMkLst>
      </pc:sldChg>
      <pc:sldChg chg="del">
        <pc:chgData name="Thomas Bordino (Student at CentraleSupelec)" userId="S::thomas.bordino@student-cs.fr::059e5d54-57bf-4e3d-9785-61ef755fb47f" providerId="AD" clId="Web-{CBE9E459-B8CC-45DC-A792-33822E816AC3}" dt="2024-03-29T13:10:07.834" v="62"/>
        <pc:sldMkLst>
          <pc:docMk/>
          <pc:sldMk cId="1324415087" sldId="306"/>
        </pc:sldMkLst>
      </pc:sldChg>
      <pc:sldChg chg="del">
        <pc:chgData name="Thomas Bordino (Student at CentraleSupelec)" userId="S::thomas.bordino@student-cs.fr::059e5d54-57bf-4e3d-9785-61ef755fb47f" providerId="AD" clId="Web-{CBE9E459-B8CC-45DC-A792-33822E816AC3}" dt="2024-03-29T13:10:05.991" v="60"/>
        <pc:sldMkLst>
          <pc:docMk/>
          <pc:sldMk cId="3702024288" sldId="307"/>
        </pc:sldMkLst>
      </pc:sldChg>
      <pc:sldChg chg="del">
        <pc:chgData name="Thomas Bordino (Student at CentraleSupelec)" userId="S::thomas.bordino@student-cs.fr::059e5d54-57bf-4e3d-9785-61ef755fb47f" providerId="AD" clId="Web-{CBE9E459-B8CC-45DC-A792-33822E816AC3}" dt="2024-03-29T13:10:09.584" v="63"/>
        <pc:sldMkLst>
          <pc:docMk/>
          <pc:sldMk cId="3895301309" sldId="310"/>
        </pc:sldMkLst>
      </pc:sldChg>
      <pc:sldChg chg="addSp delSp modSp add del">
        <pc:chgData name="Thomas Bordino (Student at CentraleSupelec)" userId="S::thomas.bordino@student-cs.fr::059e5d54-57bf-4e3d-9785-61ef755fb47f" providerId="AD" clId="Web-{CBE9E459-B8CC-45DC-A792-33822E816AC3}" dt="2024-03-29T13:04:30.355" v="47"/>
        <pc:sldMkLst>
          <pc:docMk/>
          <pc:sldMk cId="189499821" sldId="312"/>
        </pc:sldMkLst>
        <pc:spChg chg="del mod">
          <ac:chgData name="Thomas Bordino (Student at CentraleSupelec)" userId="S::thomas.bordino@student-cs.fr::059e5d54-57bf-4e3d-9785-61ef755fb47f" providerId="AD" clId="Web-{CBE9E459-B8CC-45DC-A792-33822E816AC3}" dt="2024-03-29T13:03:08.602" v="7"/>
          <ac:spMkLst>
            <pc:docMk/>
            <pc:sldMk cId="189499821" sldId="312"/>
            <ac:spMk id="2" creationId="{E5C11466-342A-872F-5135-0FB652B47AC0}"/>
          </ac:spMkLst>
        </pc:spChg>
        <pc:spChg chg="add mod">
          <ac:chgData name="Thomas Bordino (Student at CentraleSupelec)" userId="S::thomas.bordino@student-cs.fr::059e5d54-57bf-4e3d-9785-61ef755fb47f" providerId="AD" clId="Web-{CBE9E459-B8CC-45DC-A792-33822E816AC3}" dt="2024-03-29T13:04:30.355" v="47"/>
          <ac:spMkLst>
            <pc:docMk/>
            <pc:sldMk cId="189499821" sldId="312"/>
            <ac:spMk id="7" creationId="{109549DA-F744-BD98-7E9E-8A963886D9DF}"/>
          </ac:spMkLst>
        </pc:spChg>
        <pc:spChg chg="del">
          <ac:chgData name="Thomas Bordino (Student at CentraleSupelec)" userId="S::thomas.bordino@student-cs.fr::059e5d54-57bf-4e3d-9785-61ef755fb47f" providerId="AD" clId="Web-{CBE9E459-B8CC-45DC-A792-33822E816AC3}" dt="2024-03-29T13:03:03.617" v="5"/>
          <ac:spMkLst>
            <pc:docMk/>
            <pc:sldMk cId="189499821" sldId="312"/>
            <ac:spMk id="9" creationId="{3909E233-F596-CB67-5D39-4C5F5C85202C}"/>
          </ac:spMkLst>
        </pc:spChg>
        <pc:picChg chg="add mod">
          <ac:chgData name="Thomas Bordino (Student at CentraleSupelec)" userId="S::thomas.bordino@student-cs.fr::059e5d54-57bf-4e3d-9785-61ef755fb47f" providerId="AD" clId="Web-{CBE9E459-B8CC-45DC-A792-33822E816AC3}" dt="2024-03-29T13:03:18.133" v="11" actId="1076"/>
          <ac:picMkLst>
            <pc:docMk/>
            <pc:sldMk cId="189499821" sldId="312"/>
            <ac:picMk id="4" creationId="{D68D223D-3CBD-4AE8-0CD1-6C0030F7900B}"/>
          </ac:picMkLst>
        </pc:picChg>
      </pc:sldChg>
      <pc:sldChg chg="del">
        <pc:chgData name="Thomas Bordino (Student at CentraleSupelec)" userId="S::thomas.bordino@student-cs.fr::059e5d54-57bf-4e3d-9785-61ef755fb47f" providerId="AD" clId="Web-{CBE9E459-B8CC-45DC-A792-33822E816AC3}" dt="2024-03-29T13:10:07.162" v="61"/>
        <pc:sldMkLst>
          <pc:docMk/>
          <pc:sldMk cId="4013490876" sldId="313"/>
        </pc:sldMkLst>
      </pc:sldChg>
      <pc:sldChg chg="del">
        <pc:chgData name="Thomas Bordino (Student at CentraleSupelec)" userId="S::thomas.bordino@student-cs.fr::059e5d54-57bf-4e3d-9785-61ef755fb47f" providerId="AD" clId="Web-{CBE9E459-B8CC-45DC-A792-33822E816AC3}" dt="2024-03-29T13:10:02.740" v="59"/>
        <pc:sldMkLst>
          <pc:docMk/>
          <pc:sldMk cId="316936772" sldId="323"/>
        </pc:sldMkLst>
      </pc:sldChg>
      <pc:sldChg chg="del">
        <pc:chgData name="Thomas Bordino (Student at CentraleSupelec)" userId="S::thomas.bordino@student-cs.fr::059e5d54-57bf-4e3d-9785-61ef755fb47f" providerId="AD" clId="Web-{CBE9E459-B8CC-45DC-A792-33822E816AC3}" dt="2024-03-29T13:02:28.601" v="0"/>
        <pc:sldMkLst>
          <pc:docMk/>
          <pc:sldMk cId="245099751" sldId="335"/>
        </pc:sldMkLst>
      </pc:sldChg>
      <pc:sldChg chg="modSp">
        <pc:chgData name="Thomas Bordino (Student at CentraleSupelec)" userId="S::thomas.bordino@student-cs.fr::059e5d54-57bf-4e3d-9785-61ef755fb47f" providerId="AD" clId="Web-{CBE9E459-B8CC-45DC-A792-33822E816AC3}" dt="2024-03-29T13:18:21.147" v="76" actId="1076"/>
        <pc:sldMkLst>
          <pc:docMk/>
          <pc:sldMk cId="3936228529" sldId="348"/>
        </pc:sldMkLst>
        <pc:picChg chg="mod">
          <ac:chgData name="Thomas Bordino (Student at CentraleSupelec)" userId="S::thomas.bordino@student-cs.fr::059e5d54-57bf-4e3d-9785-61ef755fb47f" providerId="AD" clId="Web-{CBE9E459-B8CC-45DC-A792-33822E816AC3}" dt="2024-03-29T13:18:21.147" v="76" actId="1076"/>
          <ac:picMkLst>
            <pc:docMk/>
            <pc:sldMk cId="3936228529" sldId="348"/>
            <ac:picMk id="8" creationId="{7A196CC3-3CEA-A3A2-BF96-9A7BE25F91D5}"/>
          </ac:picMkLst>
        </pc:picChg>
      </pc:sldChg>
      <pc:sldChg chg="modSp del">
        <pc:chgData name="Thomas Bordino (Student at CentraleSupelec)" userId="S::thomas.bordino@student-cs.fr::059e5d54-57bf-4e3d-9785-61ef755fb47f" providerId="AD" clId="Web-{CBE9E459-B8CC-45DC-A792-33822E816AC3}" dt="2024-03-29T13:10:56.805" v="67"/>
        <pc:sldMkLst>
          <pc:docMk/>
          <pc:sldMk cId="2956332010" sldId="355"/>
        </pc:sldMkLst>
        <pc:picChg chg="mod">
          <ac:chgData name="Thomas Bordino (Student at CentraleSupelec)" userId="S::thomas.bordino@student-cs.fr::059e5d54-57bf-4e3d-9785-61ef755fb47f" providerId="AD" clId="Web-{CBE9E459-B8CC-45DC-A792-33822E816AC3}" dt="2024-03-29T13:10:42.414" v="66" actId="1076"/>
          <ac:picMkLst>
            <pc:docMk/>
            <pc:sldMk cId="2956332010" sldId="355"/>
            <ac:picMk id="4" creationId="{E2126CC9-31C9-E504-E9DE-772ECF8D59BC}"/>
          </ac:picMkLst>
        </pc:picChg>
      </pc:sldChg>
      <pc:sldChg chg="del">
        <pc:chgData name="Thomas Bordino (Student at CentraleSupelec)" userId="S::thomas.bordino@student-cs.fr::059e5d54-57bf-4e3d-9785-61ef755fb47f" providerId="AD" clId="Web-{CBE9E459-B8CC-45DC-A792-33822E816AC3}" dt="2024-03-29T13:10:10.959" v="64"/>
        <pc:sldMkLst>
          <pc:docMk/>
          <pc:sldMk cId="1986298712" sldId="356"/>
        </pc:sldMkLst>
      </pc:sldChg>
      <pc:sldChg chg="addSp delSp modSp add replId">
        <pc:chgData name="Thomas Bordino (Student at CentraleSupelec)" userId="S::thomas.bordino@student-cs.fr::059e5d54-57bf-4e3d-9785-61ef755fb47f" providerId="AD" clId="Web-{CBE9E459-B8CC-45DC-A792-33822E816AC3}" dt="2024-03-29T13:06:25.780" v="58" actId="1076"/>
        <pc:sldMkLst>
          <pc:docMk/>
          <pc:sldMk cId="1722543359" sldId="364"/>
        </pc:sldMkLst>
        <pc:spChg chg="add mod">
          <ac:chgData name="Thomas Bordino (Student at CentraleSupelec)" userId="S::thomas.bordino@student-cs.fr::059e5d54-57bf-4e3d-9785-61ef755fb47f" providerId="AD" clId="Web-{CBE9E459-B8CC-45DC-A792-33822E816AC3}" dt="2024-03-29T13:06:25.780" v="58" actId="1076"/>
          <ac:spMkLst>
            <pc:docMk/>
            <pc:sldMk cId="1722543359" sldId="364"/>
            <ac:spMk id="7" creationId="{C09BF5DE-802D-3CFA-18DD-259C14AD01FD}"/>
          </ac:spMkLst>
        </pc:spChg>
        <pc:spChg chg="del">
          <ac:chgData name="Thomas Bordino (Student at CentraleSupelec)" userId="S::thomas.bordino@student-cs.fr::059e5d54-57bf-4e3d-9785-61ef755fb47f" providerId="AD" clId="Web-{CBE9E459-B8CC-45DC-A792-33822E816AC3}" dt="2024-03-29T13:06:02.186" v="49"/>
          <ac:spMkLst>
            <pc:docMk/>
            <pc:sldMk cId="1722543359" sldId="364"/>
            <ac:spMk id="3073" creationId="{00000000-0000-0000-0000-000000000000}"/>
          </ac:spMkLst>
        </pc:spChg>
        <pc:picChg chg="add mod">
          <ac:chgData name="Thomas Bordino (Student at CentraleSupelec)" userId="S::thomas.bordino@student-cs.fr::059e5d54-57bf-4e3d-9785-61ef755fb47f" providerId="AD" clId="Web-{CBE9E459-B8CC-45DC-A792-33822E816AC3}" dt="2024-03-29T13:06:10.311" v="53" actId="1076"/>
          <ac:picMkLst>
            <pc:docMk/>
            <pc:sldMk cId="1722543359" sldId="364"/>
            <ac:picMk id="4" creationId="{76573BDF-B955-3A8F-3BD4-5C7FC0B93697}"/>
          </ac:picMkLst>
        </pc:picChg>
      </pc:sldChg>
      <pc:sldChg chg="delSp">
        <pc:chgData name="Thomas Bordino (Student at CentraleSupelec)" userId="S::thomas.bordino@student-cs.fr::059e5d54-57bf-4e3d-9785-61ef755fb47f" providerId="AD" clId="Web-{CBE9E459-B8CC-45DC-A792-33822E816AC3}" dt="2024-03-29T13:19:21.117" v="77"/>
        <pc:sldMkLst>
          <pc:docMk/>
          <pc:sldMk cId="732538898" sldId="365"/>
        </pc:sldMkLst>
        <pc:grpChg chg="del">
          <ac:chgData name="Thomas Bordino (Student at CentraleSupelec)" userId="S::thomas.bordino@student-cs.fr::059e5d54-57bf-4e3d-9785-61ef755fb47f" providerId="AD" clId="Web-{CBE9E459-B8CC-45DC-A792-33822E816AC3}" dt="2024-03-29T13:19:21.117" v="77"/>
          <ac:grpSpMkLst>
            <pc:docMk/>
            <pc:sldMk cId="732538898" sldId="365"/>
            <ac:grpSpMk id="8" creationId="{8A0EDE8B-33A9-ED45-0BB9-62A79D99D3D4}"/>
          </ac:grpSpMkLst>
        </pc:grpChg>
      </pc:sldChg>
      <pc:sldChg chg="delSp modSp add replId">
        <pc:chgData name="Thomas Bordino (Student at CentraleSupelec)" userId="S::thomas.bordino@student-cs.fr::059e5d54-57bf-4e3d-9785-61ef755fb47f" providerId="AD" clId="Web-{CBE9E459-B8CC-45DC-A792-33822E816AC3}" dt="2024-03-29T13:15:23.704" v="73" actId="1076"/>
        <pc:sldMkLst>
          <pc:docMk/>
          <pc:sldMk cId="661987481" sldId="366"/>
        </pc:sldMkLst>
        <pc:spChg chg="mod">
          <ac:chgData name="Thomas Bordino (Student at CentraleSupelec)" userId="S::thomas.bordino@student-cs.fr::059e5d54-57bf-4e3d-9785-61ef755fb47f" providerId="AD" clId="Web-{CBE9E459-B8CC-45DC-A792-33822E816AC3}" dt="2024-03-29T13:15:23.704" v="73" actId="1076"/>
          <ac:spMkLst>
            <pc:docMk/>
            <pc:sldMk cId="661987481" sldId="366"/>
            <ac:spMk id="12" creationId="{6356E192-E056-DDF8-2D65-1F5809EC7AF8}"/>
          </ac:spMkLst>
        </pc:spChg>
        <pc:grpChg chg="del mod">
          <ac:chgData name="Thomas Bordino (Student at CentraleSupelec)" userId="S::thomas.bordino@student-cs.fr::059e5d54-57bf-4e3d-9785-61ef755fb47f" providerId="AD" clId="Web-{CBE9E459-B8CC-45DC-A792-33822E816AC3}" dt="2024-03-29T13:15:18.125" v="71"/>
          <ac:grpSpMkLst>
            <pc:docMk/>
            <pc:sldMk cId="661987481" sldId="366"/>
            <ac:grpSpMk id="8" creationId="{8A0EDE8B-33A9-ED45-0BB9-62A79D99D3D4}"/>
          </ac:grpSpMkLst>
        </pc:grpChg>
        <pc:picChg chg="del topLvl">
          <ac:chgData name="Thomas Bordino (Student at CentraleSupelec)" userId="S::thomas.bordino@student-cs.fr::059e5d54-57bf-4e3d-9785-61ef755fb47f" providerId="AD" clId="Web-{CBE9E459-B8CC-45DC-A792-33822E816AC3}" dt="2024-03-29T13:15:18.125" v="71"/>
          <ac:picMkLst>
            <pc:docMk/>
            <pc:sldMk cId="661987481" sldId="366"/>
            <ac:picMk id="5" creationId="{EC7D87CB-B4F9-4B74-6308-3B00734A1DFE}"/>
          </ac:picMkLst>
        </pc:picChg>
        <pc:picChg chg="del topLvl">
          <ac:chgData name="Thomas Bordino (Student at CentraleSupelec)" userId="S::thomas.bordino@student-cs.fr::059e5d54-57bf-4e3d-9785-61ef755fb47f" providerId="AD" clId="Web-{CBE9E459-B8CC-45DC-A792-33822E816AC3}" dt="2024-03-29T13:15:19.985" v="72"/>
          <ac:picMkLst>
            <pc:docMk/>
            <pc:sldMk cId="661987481" sldId="366"/>
            <ac:picMk id="7" creationId="{086AE054-11AC-78A9-6D29-12CFC038307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B114-B247-584B-A759-38D214B573E6}" type="datetime1">
              <a:rPr lang="fr-FR" smtClean="0"/>
              <a:pPr/>
              <a:t>29/03/2024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29580-D3F1-9D46-9FCE-B296DF92ECC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28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90E6-FA6C-4B47-BD39-E9F5A6FFEC41}" type="datetime1">
              <a:rPr lang="fr-FR" smtClean="0"/>
              <a:pPr/>
              <a:t>29/03/2024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E502-8C40-5647-8954-9086A4F9DCDA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473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0140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6294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1271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2876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199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6568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227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7399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537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079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9189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5629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0303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929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0133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2137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6124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69215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43631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39199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28737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167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2023-03-31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BB911D-4A40-4E11-866E-0F94EC3D5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33750" y="1300149"/>
            <a:ext cx="740217" cy="379785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70C3CC8F-A187-4C37-B680-5DDA012489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1299197"/>
            <a:ext cx="381688" cy="38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BCE0A2-9F2A-4582-AEB4-EBD254D397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31" y="1299197"/>
            <a:ext cx="938576" cy="381688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7E95DE26-0125-4775-B2A4-2E0517EC6B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8029" y="1245075"/>
            <a:ext cx="1114265" cy="3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36" y="28136"/>
            <a:ext cx="180975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2023-03-31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67323" y="602504"/>
            <a:ext cx="4009355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2023-03-31</a:t>
            </a:r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AD1E3A3D-12A0-A14A-AD9F-0CE6AFFEFF3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6" name="Line 2"/>
          <p:cNvSpPr>
            <a:spLocks noChangeShapeType="1"/>
          </p:cNvSpPr>
          <p:nvPr userDrawn="1"/>
        </p:nvSpPr>
        <p:spPr bwMode="auto">
          <a:xfrm flipV="1">
            <a:off x="0" y="6548114"/>
            <a:ext cx="9143999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7" name="Rectangle 16"/>
          <p:cNvSpPr/>
          <p:nvPr userDrawn="1"/>
        </p:nvSpPr>
        <p:spPr>
          <a:xfrm rot="10800000" flipV="1">
            <a:off x="124092" y="287396"/>
            <a:ext cx="87840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rgbClr val="507FC5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 rot="10800000" flipV="1">
            <a:off x="304020" y="390875"/>
            <a:ext cx="7956000" cy="36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</p:txBody>
      </p:sp>
      <p:sp>
        <p:nvSpPr>
          <p:cNvPr id="19" name="Espace réservé du pied de page 4"/>
          <p:cNvSpPr txBox="1">
            <a:spLocks/>
          </p:cNvSpPr>
          <p:nvPr userDrawn="1"/>
        </p:nvSpPr>
        <p:spPr>
          <a:xfrm>
            <a:off x="0" y="6552000"/>
            <a:ext cx="2370406" cy="30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55" r:id="rId3"/>
    <p:sldLayoutId id="2147483661" r:id="rId4"/>
  </p:sldLayoutIdLst>
  <p:hf sldNum="0"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52000" y="963241"/>
            <a:ext cx="8640000" cy="525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de-DE" sz="3200" b="1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Optimization of an aeronautic propulsion system</a:t>
            </a:r>
            <a:endParaRPr lang="en-US" altLang="de-DE" sz="3200" b="1">
              <a:solidFill>
                <a:srgbClr val="000000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rgbClr val="1F497D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fr-FR" altLang="de-DE" u="sng">
                <a:latin typeface="+mj-lt"/>
                <a:ea typeface="MS PGothic"/>
                <a:cs typeface="Arial"/>
              </a:rPr>
              <a:t>Thomas B., Henri A., Oussama H., Benoît l., Bilal Z. </a:t>
            </a:r>
            <a:endParaRPr lang="fr-FR" altLang="de-DE" sz="2000" b="1">
              <a:latin typeface="+mj-lt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de-DE" baseline="30000">
                <a:latin typeface="+mj-lt"/>
                <a:ea typeface="MS PGothic"/>
                <a:cs typeface="Arial"/>
              </a:rPr>
              <a:t>29/03/2023</a:t>
            </a:r>
            <a:endParaRPr lang="en-US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1800">
              <a:latin typeface="Calibri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sz="180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Arial" charset="0"/>
              <a:buNone/>
            </a:pPr>
            <a:endParaRPr lang="en-US" altLang="de-DE" sz="18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de-DE" sz="180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/>
              <a:t>Final presentation - Project CS ST7 aeronautic</a:t>
            </a:r>
            <a:endParaRPr lang="fr-FR">
              <a:cs typeface="Calibri"/>
            </a:endParaRPr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D344C1B6-33D4-4000-5A19-F4CA9E8073CA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Content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Context </a:t>
            </a: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Filter </a:t>
            </a:r>
            <a:r>
              <a:rPr lang="en-GB" altLang="ja-JP" sz="2400" err="1">
                <a:ea typeface="Lucida Sans Unicode" charset="0"/>
                <a:cs typeface="Lucida Sans Unicode"/>
              </a:rPr>
              <a:t>modelisation</a:t>
            </a:r>
            <a:endParaRPr lang="en-GB" altLang="ja-JP" sz="2400">
              <a:ea typeface="Lucida Sans Unicode" charset="0"/>
              <a:cs typeface="Lucida Sans Unicode"/>
            </a:endParaRP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Superconducting filter optimisation</a:t>
            </a:r>
          </a:p>
          <a:p>
            <a:pPr marL="229870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Conclusion</a:t>
            </a:r>
            <a:endParaRPr lang="en-GB" altLang="ja-JP" sz="2400">
              <a:ea typeface="Lucida Sans Unicode" charset="0"/>
              <a:cs typeface="Lucida Sans Unicode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1B3B4336-BE4A-B6C8-8B79-0301343F37E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" name="Espace réservé de la date 5">
            <a:extLst>
              <a:ext uri="{FF2B5EF4-FFF2-40B4-BE49-F238E27FC236}">
                <a16:creationId xmlns:a16="http://schemas.microsoft.com/office/drawing/2014/main" id="{BC4C7460-E4E3-E71B-1B1C-BAF50CE5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2127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52000" y="1616869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marL="571500" indent="-571500" algn="ctr"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Context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181D323F-EE8D-7983-C852-4DFE1B2508D5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94E40072-5BD1-9725-CAE0-B5A47DA1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843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181D323F-EE8D-7983-C852-4DFE1B2508D5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94E40072-5BD1-9725-CAE0-B5A47DA1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4CA7A01-800B-4802-A05D-56D67A2A0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608" y="1593342"/>
            <a:ext cx="6526784" cy="367131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BB460B9-E011-3765-6EFF-59230AF08AE1}"/>
              </a:ext>
            </a:extLst>
          </p:cNvPr>
          <p:cNvSpPr txBox="1"/>
          <p:nvPr/>
        </p:nvSpPr>
        <p:spPr>
          <a:xfrm>
            <a:off x="1844040" y="5418221"/>
            <a:ext cx="545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/>
              <a:t>The </a:t>
            </a:r>
            <a:r>
              <a:rPr lang="fr-FR" err="1"/>
              <a:t>EcoPulse</a:t>
            </a:r>
            <a:r>
              <a:rPr lang="fr-FR"/>
              <a:t> </a:t>
            </a:r>
            <a:r>
              <a:rPr lang="fr-FR" err="1"/>
              <a:t>hybrid</a:t>
            </a:r>
            <a:r>
              <a:rPr lang="fr-FR"/>
              <a:t> </a:t>
            </a:r>
            <a:r>
              <a:rPr lang="fr-FR" err="1"/>
              <a:t>airplane</a:t>
            </a:r>
            <a:r>
              <a:rPr lang="fr-FR"/>
              <a:t>, </a:t>
            </a:r>
            <a:r>
              <a:rPr lang="fr-FR" err="1"/>
              <a:t>developped</a:t>
            </a:r>
            <a:r>
              <a:rPr lang="fr-FR"/>
              <a:t> Daher, Safran and Airbus. </a:t>
            </a:r>
            <a:r>
              <a:rPr lang="fr-FR" err="1"/>
              <a:t>Credit</a:t>
            </a:r>
            <a:r>
              <a:rPr lang="fr-FR"/>
              <a:t> : daher.com</a:t>
            </a:r>
          </a:p>
        </p:txBody>
      </p:sp>
    </p:spTree>
    <p:extLst>
      <p:ext uri="{BB962C8B-B14F-4D97-AF65-F5344CB8AC3E}">
        <p14:creationId xmlns:p14="http://schemas.microsoft.com/office/powerpoint/2010/main" val="10503613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II. Filter Modelisation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0F3040C4-CD28-6CFB-CA1D-A2F581296F80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E3A123FA-221B-C37A-040B-8B7FE845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9103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Stability condition for a DC circuit under constant power load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Stable if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≤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2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424B044-2595-6384-992A-9C13CA87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81" y="1691731"/>
            <a:ext cx="6291993" cy="3135110"/>
          </a:xfrm>
          <a:prstGeom prst="rect">
            <a:avLst/>
          </a:prstGeom>
        </p:spPr>
      </p:pic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" name="Espace réservé de la date 5">
            <a:extLst>
              <a:ext uri="{FF2B5EF4-FFF2-40B4-BE49-F238E27FC236}">
                <a16:creationId xmlns:a16="http://schemas.microsoft.com/office/drawing/2014/main" id="{B1A2356E-56EF-9BC4-5619-FBBD114F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10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>
            <a:extLst>
              <a:ext uri="{FF2B5EF4-FFF2-40B4-BE49-F238E27FC236}">
                <a16:creationId xmlns:a16="http://schemas.microsoft.com/office/drawing/2014/main" id="{5C3DB8F8-9F4D-6E30-5947-11290A576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Stability condition for a DC circuit under constant power load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" name="Espace réservé de la date 5">
            <a:extLst>
              <a:ext uri="{FF2B5EF4-FFF2-40B4-BE49-F238E27FC236}">
                <a16:creationId xmlns:a16="http://schemas.microsoft.com/office/drawing/2014/main" id="{B1A2356E-56EF-9BC4-5619-FBBD114F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6" name="Picture 5" descr="A diagram of a machine&#10;&#10;Description automatically generated">
            <a:extLst>
              <a:ext uri="{FF2B5EF4-FFF2-40B4-BE49-F238E27FC236}">
                <a16:creationId xmlns:a16="http://schemas.microsoft.com/office/drawing/2014/main" id="{EBB920EC-D277-594C-0915-29CD7411B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1" y="1893881"/>
            <a:ext cx="7772400" cy="358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8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43700" y="637497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Numerical stability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, 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𝑚𝑎𝑥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	Ps = 2 MW : </a:t>
                </a:r>
                <a:r>
                  <a:rPr lang="en-US" altLang="ja-JP" sz="2400">
                    <a:solidFill>
                      <a:srgbClr val="00B050"/>
                    </a:solidFill>
                    <a:ea typeface="Lucida Sans Unicode" charset="0"/>
                    <a:cs typeface="Lucida Sans Unicode"/>
                  </a:rPr>
                  <a:t>stable	 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Ps = 2.5MW : </a:t>
                </a:r>
                <a:r>
                  <a:rPr lang="en-US" altLang="ja-JP" sz="2400">
                    <a:solidFill>
                      <a:srgbClr val="FF0000"/>
                    </a:solidFill>
                    <a:ea typeface="Lucida Sans Unicode" charset="0"/>
                    <a:cs typeface="Lucida Sans Unicode"/>
                  </a:rPr>
                  <a:t>Unstable  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Ps = 3MW : </a:t>
                </a:r>
                <a:r>
                  <a:rPr lang="en-US" altLang="ja-JP" sz="2400">
                    <a:solidFill>
                      <a:srgbClr val="FF0000"/>
                    </a:solidFill>
                    <a:ea typeface="Lucida Sans Unicode" charset="0"/>
                    <a:cs typeface="Lucida Sans Unicode"/>
                  </a:rPr>
                  <a:t>Unstable</a:t>
                </a: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00" y="637497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25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2" name="Image 2" descr="Une image contenant texte, horloge&#10;&#10;Description générée automatiquement">
            <a:extLst>
              <a:ext uri="{FF2B5EF4-FFF2-40B4-BE49-F238E27FC236}">
                <a16:creationId xmlns:a16="http://schemas.microsoft.com/office/drawing/2014/main" id="{789DFE6A-E433-C7F6-AE5A-0AF9F15FB6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119"/>
          <a:stretch/>
        </p:blipFill>
        <p:spPr>
          <a:xfrm>
            <a:off x="4572000" y="641011"/>
            <a:ext cx="4362450" cy="1719079"/>
          </a:xfrm>
          <a:prstGeom prst="rect">
            <a:avLst/>
          </a:prstGeom>
        </p:spPr>
      </p:pic>
      <p:sp>
        <p:nvSpPr>
          <p:cNvPr id="21" name="Espace réservé du numéro de diapositive 6">
            <a:extLst>
              <a:ext uri="{FF2B5EF4-FFF2-40B4-BE49-F238E27FC236}">
                <a16:creationId xmlns:a16="http://schemas.microsoft.com/office/drawing/2014/main" id="{976847F2-B29E-ECE7-EB3D-F27C0DAF3F9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Espace réservé de la date 5">
            <a:extLst>
              <a:ext uri="{FF2B5EF4-FFF2-40B4-BE49-F238E27FC236}">
                <a16:creationId xmlns:a16="http://schemas.microsoft.com/office/drawing/2014/main" id="{EE591ECD-710B-AB3E-B850-D1433B55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15" name="Picture 14" descr="A graph of a function&#10;&#10;Description automatically generated">
            <a:extLst>
              <a:ext uri="{FF2B5EF4-FFF2-40B4-BE49-F238E27FC236}">
                <a16:creationId xmlns:a16="http://schemas.microsoft.com/office/drawing/2014/main" id="{7710DE28-7EDB-9A55-7C42-02E1DDFFC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894" y="4761800"/>
            <a:ext cx="2701637" cy="1775147"/>
          </a:xfrm>
          <a:prstGeom prst="rect">
            <a:avLst/>
          </a:prstGeom>
        </p:spPr>
      </p:pic>
      <p:pic>
        <p:nvPicPr>
          <p:cNvPr id="16" name="Picture 15" descr="A graph of a curve&#10;&#10;Description automatically generated">
            <a:extLst>
              <a:ext uri="{FF2B5EF4-FFF2-40B4-BE49-F238E27FC236}">
                <a16:creationId xmlns:a16="http://schemas.microsoft.com/office/drawing/2014/main" id="{24ADE87F-03ED-4333-19DA-4E0192CEC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10" y="4766358"/>
            <a:ext cx="2821952" cy="1783204"/>
          </a:xfrm>
          <a:prstGeom prst="rect">
            <a:avLst/>
          </a:prstGeom>
        </p:spPr>
      </p:pic>
      <p:pic>
        <p:nvPicPr>
          <p:cNvPr id="18" name="Picture 17" descr="A graph of a voltage&#10;&#10;Description automatically generated">
            <a:extLst>
              <a:ext uri="{FF2B5EF4-FFF2-40B4-BE49-F238E27FC236}">
                <a16:creationId xmlns:a16="http://schemas.microsoft.com/office/drawing/2014/main" id="{ADC9E80A-BFB6-27B0-D7C5-B6D6AE89DB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963" y="2791174"/>
            <a:ext cx="2767264" cy="1915595"/>
          </a:xfrm>
          <a:prstGeom prst="rect">
            <a:avLst/>
          </a:prstGeom>
        </p:spPr>
      </p:pic>
      <p:pic>
        <p:nvPicPr>
          <p:cNvPr id="19" name="Picture 18" descr="A graph of a function&#10;&#10;Description automatically generated">
            <a:extLst>
              <a:ext uri="{FF2B5EF4-FFF2-40B4-BE49-F238E27FC236}">
                <a16:creationId xmlns:a16="http://schemas.microsoft.com/office/drawing/2014/main" id="{48EF1FBA-739D-E10A-213A-A944F02857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3518" y="4775471"/>
            <a:ext cx="2712575" cy="1723856"/>
          </a:xfrm>
          <a:prstGeom prst="rect">
            <a:avLst/>
          </a:prstGeom>
        </p:spPr>
      </p:pic>
      <p:pic>
        <p:nvPicPr>
          <p:cNvPr id="22" name="Picture 21" descr="A graph of a voltage&#10;&#10;Description automatically generated">
            <a:extLst>
              <a:ext uri="{FF2B5EF4-FFF2-40B4-BE49-F238E27FC236}">
                <a16:creationId xmlns:a16="http://schemas.microsoft.com/office/drawing/2014/main" id="{C936C920-B120-04F5-80EF-2E1E36A8A7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4249" y="2800289"/>
            <a:ext cx="2701636" cy="1975424"/>
          </a:xfrm>
          <a:prstGeom prst="rect">
            <a:avLst/>
          </a:prstGeom>
        </p:spPr>
      </p:pic>
      <p:pic>
        <p:nvPicPr>
          <p:cNvPr id="23" name="Picture 22" descr="A graph of a voltage&#10;&#10;Description automatically generated">
            <a:extLst>
              <a:ext uri="{FF2B5EF4-FFF2-40B4-BE49-F238E27FC236}">
                <a16:creationId xmlns:a16="http://schemas.microsoft.com/office/drawing/2014/main" id="{DC7A096D-A95E-10C5-FD6F-F4C491A146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62" y="2793910"/>
            <a:ext cx="2778202" cy="198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97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Stability condition for a DC circuit under constant power load with superconductor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Stable if: </a:t>
                </a:r>
                <a14:m>
                  <m:oMath xmlns:m="http://schemas.openxmlformats.org/officeDocument/2006/math">
                    <m:r>
                      <a:rPr lang="fr-FR" altLang="ja-JP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 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𝑃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𝑠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≤</m:t>
                    </m:r>
                    <m:f>
                      <m:f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fPr>
                      <m:num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(</m:t>
                        </m:r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𝑅</m:t>
                        </m:r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+</m:t>
                        </m:r>
                        <m:sSub>
                          <m:sSub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𝑠𝑢𝑝𝑟𝑎</m:t>
                            </m:r>
                          </m:sub>
                        </m:sSub>
                        <m:d>
                          <m:dPr>
                            <m:ctrlP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</m:ctrlPr>
                          </m:dPr>
                          <m:e>
                            <m:r>
                              <a:rPr lang="fr-FR" altLang="ja-JP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/>
                              </a:rPr>
                              <m:t>𝐼</m:t>
                            </m:r>
                          </m:e>
                        </m:d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)</m:t>
                        </m:r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𝐶</m:t>
                        </m:r>
                      </m:num>
                      <m:den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𝐿</m:t>
                        </m:r>
                      </m:den>
                    </m:f>
                    <m:sSubSup>
                      <m:sSubSup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</m:ctrlPr>
                      </m:sSubSup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𝑉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𝑒</m:t>
                        </m:r>
                      </m:sub>
                      <m:sup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/>
                          </a:rPr>
                          <m:t>2</m:t>
                        </m:r>
                      </m:sup>
                    </m:sSubSup>
                  </m:oMath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2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6DFAEB7-B2D4-0A14-22ED-24178A394E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62"/>
          <a:stretch/>
        </p:blipFill>
        <p:spPr>
          <a:xfrm>
            <a:off x="247958" y="1991591"/>
            <a:ext cx="6413804" cy="2930541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566554C-145A-7F4D-1797-C44DEE8F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A15EF61-94FB-F16A-1757-3073B84743A8}"/>
              </a:ext>
            </a:extLst>
          </p:cNvPr>
          <p:cNvGrpSpPr/>
          <p:nvPr/>
        </p:nvGrpSpPr>
        <p:grpSpPr>
          <a:xfrm>
            <a:off x="4244904" y="4921718"/>
            <a:ext cx="4802736" cy="1358325"/>
            <a:chOff x="838080" y="3597411"/>
            <a:chExt cx="6446640" cy="2036820"/>
          </a:xfrm>
        </p:grpSpPr>
        <p:sp>
          <p:nvSpPr>
            <p:cNvPr id="8" name="Cylindre 7">
              <a:extLst>
                <a:ext uri="{FF2B5EF4-FFF2-40B4-BE49-F238E27FC236}">
                  <a16:creationId xmlns:a16="http://schemas.microsoft.com/office/drawing/2014/main" id="{A69EB10F-CCD5-3D6F-8D8F-22436EAE3159}"/>
                </a:ext>
              </a:extLst>
            </p:cNvPr>
            <p:cNvSpPr/>
            <p:nvPr/>
          </p:nvSpPr>
          <p:spPr>
            <a:xfrm rot="16200000">
              <a:off x="3841819" y="2720339"/>
              <a:ext cx="341335" cy="2812862"/>
            </a:xfrm>
            <a:prstGeom prst="can">
              <a:avLst>
                <a:gd name="adj" fmla="val 4112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1F18C7D0-EA28-8E8D-ACCE-05CDCB300C26}"/>
                </a:ext>
              </a:extLst>
            </p:cNvPr>
            <p:cNvSpPr/>
            <p:nvPr/>
          </p:nvSpPr>
          <p:spPr>
            <a:xfrm flipH="1">
              <a:off x="1844662" y="4599266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44F0BD8A-BD99-9DE4-7717-D9A4FBDD084F}"/>
                </a:ext>
              </a:extLst>
            </p:cNvPr>
            <p:cNvCxnSpPr/>
            <p:nvPr/>
          </p:nvCxnSpPr>
          <p:spPr>
            <a:xfrm>
              <a:off x="83808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FB562B2-9085-F1C5-C5D8-A15744132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6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FF2746C8-9A39-B149-773A-5E0C1501D9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346" y="4126770"/>
              <a:ext cx="12200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3AE9ECDB-BD78-5F31-4971-68A3DA57815D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5418918" y="4126769"/>
              <a:ext cx="1264734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EA2DC8A-D339-3D3C-A528-6247B5CCC340}"/>
                </a:ext>
              </a:extLst>
            </p:cNvPr>
            <p:cNvCxnSpPr/>
            <p:nvPr/>
          </p:nvCxnSpPr>
          <p:spPr>
            <a:xfrm>
              <a:off x="619295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1F6613B6-C50C-F0D5-93B9-2E4CDFB8BF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1249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C6316FD1-855A-1D77-905F-9F459545A4DE}"/>
                </a:ext>
              </a:extLst>
            </p:cNvPr>
            <p:cNvSpPr txBox="1"/>
            <p:nvPr/>
          </p:nvSpPr>
          <p:spPr>
            <a:xfrm>
              <a:off x="2998813" y="3597411"/>
              <a:ext cx="2606467" cy="32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err="1"/>
                <a:t>Rsh</a:t>
              </a:r>
              <a:r>
                <a:rPr lang="fr-FR"/>
                <a:t> </a:t>
              </a:r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10B18E11-AE8D-74A4-9EF7-BDEE6AB2F7BA}"/>
                    </a:ext>
                  </a:extLst>
                </p:cNvPr>
                <p:cNvSpPr txBox="1"/>
                <p:nvPr/>
              </p:nvSpPr>
              <p:spPr>
                <a:xfrm>
                  <a:off x="2106612" y="4948565"/>
                  <a:ext cx="4541752" cy="3213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err="1"/>
                    <a:t>superconductor</a:t>
                  </a:r>
                  <a:r>
                    <a:rPr lang="fr-FR"/>
                    <a:t> (</a:t>
                  </a:r>
                  <a:r>
                    <a:rPr lang="fr-FR" err="1"/>
                    <a:t>length</a:t>
                  </a:r>
                  <a:r>
                    <a:rPr lang="fr-FR"/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fr-FR"/>
                    <a:t>) </a:t>
                  </a:r>
                  <a:endParaRPr lang="en-GB"/>
                </a:p>
              </p:txBody>
            </p:sp>
          </mc:Choice>
          <mc:Fallback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10B18E11-AE8D-74A4-9EF7-BDEE6AB2F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6612" y="4948565"/>
                  <a:ext cx="4541752" cy="321343"/>
                </a:xfrm>
                <a:prstGeom prst="rect">
                  <a:avLst/>
                </a:prstGeom>
                <a:blipFill>
                  <a:blip r:embed="rId4"/>
                  <a:stretch>
                    <a:fillRect t="-14286" b="-1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63CB763-C1E9-39B3-6078-6BE7E2F60D79}"/>
                </a:ext>
              </a:extLst>
            </p:cNvPr>
            <p:cNvSpPr/>
            <p:nvPr/>
          </p:nvSpPr>
          <p:spPr>
            <a:xfrm flipH="1">
              <a:off x="1929850" y="5292895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61AC3920-FBD4-585F-F30F-B38F6A43709C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4747883"/>
              <a:ext cx="0" cy="7156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6C520949-D28F-32DB-F81C-4EC72D2AC13D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5463563"/>
              <a:ext cx="6050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3D43954B-C6A0-E4AC-D35F-38804657E5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6944" y="5463563"/>
              <a:ext cx="424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8546E946-8FF1-A25B-F570-537B92933FE8}"/>
                </a:ext>
              </a:extLst>
            </p:cNvPr>
            <p:cNvCxnSpPr>
              <a:cxnSpLocks/>
            </p:cNvCxnSpPr>
            <p:nvPr/>
          </p:nvCxnSpPr>
          <p:spPr>
            <a:xfrm>
              <a:off x="6671248" y="4769934"/>
              <a:ext cx="1" cy="6936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5" name="Image 24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299B3AB9-7748-7D38-9E94-D34B8545C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127" y="1314571"/>
            <a:ext cx="2631317" cy="192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Stability condition for a DC circuit under constant power load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 b="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Stable if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≤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5C3DB8F8-9F4D-6E30-5947-11290A576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2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B8EDE3D-7340-D28C-E49A-A8D449BF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19C874F-DE35-8806-E1DB-C578961C6EB4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Espace réservé de la date 5">
            <a:extLst>
              <a:ext uri="{FF2B5EF4-FFF2-40B4-BE49-F238E27FC236}">
                <a16:creationId xmlns:a16="http://schemas.microsoft.com/office/drawing/2014/main" id="{B1A2356E-56EF-9BC4-5619-FBBD114F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3" name="Image 2" descr="Une image contenant texte, diagramme, Plan, Dessin technique&#10;&#10;Description générée automatiquement">
            <a:extLst>
              <a:ext uri="{FF2B5EF4-FFF2-40B4-BE49-F238E27FC236}">
                <a16:creationId xmlns:a16="http://schemas.microsoft.com/office/drawing/2014/main" id="{1ECA1172-425F-0650-A258-DB03772CA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6019"/>
            <a:ext cx="9144000" cy="38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0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264A2E-7A64-19C9-ADF5-FEF4AE9E3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343" y="3099830"/>
            <a:ext cx="2648606" cy="2696377"/>
          </a:xfrm>
          <a:prstGeom prst="rect">
            <a:avLst/>
          </a:prstGeom>
        </p:spPr>
      </p:pic>
      <p:pic>
        <p:nvPicPr>
          <p:cNvPr id="7" name="Image 6" descr="Une image contenant texte, capture d’écran, document&#10;&#10;Description générée automatiquement">
            <a:extLst>
              <a:ext uri="{FF2B5EF4-FFF2-40B4-BE49-F238E27FC236}">
                <a16:creationId xmlns:a16="http://schemas.microsoft.com/office/drawing/2014/main" id="{B6ABCEEE-D8BA-EF24-3FEC-91AF80908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85" y="3099832"/>
            <a:ext cx="2440881" cy="2696376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BC000EF0-FA14-A1B8-C16F-24AAC073A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0522" y="3099831"/>
            <a:ext cx="2494306" cy="26963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21377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Numerical stability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, 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𝑚𝑎𝑥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=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(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</m:ctrlPr>
                            </m:sSubPr>
                            <m:e>
                              <m: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altLang="ja-JP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Lucida Sans Unicode" charset="0"/>
                                  <a:cs typeface="Lucida Sans Unicode"/>
                                </a:rPr>
                                <m:t>𝑠𝑢𝑝𝑟𝑎</m:t>
                              </m:r>
                            </m:sub>
                          </m:s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(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𝐼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))</m:t>
                          </m:r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			Ps = 2 MW : </a:t>
                </a:r>
                <a:r>
                  <a:rPr lang="en-US" altLang="ja-JP" sz="2400">
                    <a:solidFill>
                      <a:srgbClr val="00B050"/>
                    </a:solidFill>
                    <a:ea typeface="Lucida Sans Unicode" charset="0"/>
                    <a:cs typeface="Lucida Sans Unicode"/>
                  </a:rPr>
                  <a:t>Stable     				        	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Ps = 5MW : </a:t>
                </a:r>
                <a:r>
                  <a:rPr lang="en-US" altLang="ja-JP" sz="2400">
                    <a:solidFill>
                      <a:srgbClr val="00B050"/>
                    </a:solidFill>
                    <a:ea typeface="Lucida Sans Unicode" charset="0"/>
                    <a:cs typeface="Lucida Sans Unicode"/>
                  </a:rPr>
                  <a:t>Stable</a:t>
                </a: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2137785"/>
              </a:xfrm>
              <a:prstGeom prst="rect">
                <a:avLst/>
              </a:prstGeom>
              <a:blipFill>
                <a:blip r:embed="rId6"/>
                <a:stretch>
                  <a:fillRect l="-2821" t="-5698" b="-1139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4" name="Image 11">
            <a:extLst>
              <a:ext uri="{FF2B5EF4-FFF2-40B4-BE49-F238E27FC236}">
                <a16:creationId xmlns:a16="http://schemas.microsoft.com/office/drawing/2014/main" id="{0A88691F-0E10-7E35-98E3-E01BBD3F832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97" t="-885" r="94978" b="17076"/>
          <a:stretch/>
        </p:blipFill>
        <p:spPr>
          <a:xfrm>
            <a:off x="-6350" y="2895599"/>
            <a:ext cx="552235" cy="2696377"/>
          </a:xfrm>
          <a:prstGeom prst="rect">
            <a:avLst/>
          </a:prstGeom>
        </p:spPr>
      </p:pic>
      <p:sp>
        <p:nvSpPr>
          <p:cNvPr id="20" name="Arc 19">
            <a:extLst>
              <a:ext uri="{FF2B5EF4-FFF2-40B4-BE49-F238E27FC236}">
                <a16:creationId xmlns:a16="http://schemas.microsoft.com/office/drawing/2014/main" id="{31D6BBD8-0F94-7AC3-78AA-A49DD9A73526}"/>
              </a:ext>
            </a:extLst>
          </p:cNvPr>
          <p:cNvSpPr/>
          <p:nvPr/>
        </p:nvSpPr>
        <p:spPr>
          <a:xfrm rot="10386094">
            <a:off x="6417708" y="2351628"/>
            <a:ext cx="2885533" cy="978745"/>
          </a:xfrm>
          <a:prstGeom prst="arc">
            <a:avLst>
              <a:gd name="adj1" fmla="val 16819023"/>
              <a:gd name="adj2" fmla="val 20943917"/>
            </a:avLst>
          </a:prstGeom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A15ED4F3-A678-C4A4-4D2F-BB52B5C0347C}"/>
              </a:ext>
            </a:extLst>
          </p:cNvPr>
          <p:cNvSpPr/>
          <p:nvPr/>
        </p:nvSpPr>
        <p:spPr>
          <a:xfrm rot="10386094">
            <a:off x="3276416" y="2405274"/>
            <a:ext cx="2885533" cy="978745"/>
          </a:xfrm>
          <a:prstGeom prst="arc">
            <a:avLst>
              <a:gd name="adj1" fmla="val 18564637"/>
              <a:gd name="adj2" fmla="val 20943917"/>
            </a:avLst>
          </a:prstGeom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4706080-2AC7-AB3A-6A2B-1CE2D0EDE73A}"/>
              </a:ext>
            </a:extLst>
          </p:cNvPr>
          <p:cNvSpPr/>
          <p:nvPr/>
        </p:nvSpPr>
        <p:spPr>
          <a:xfrm rot="10324199">
            <a:off x="715680" y="2111347"/>
            <a:ext cx="3492750" cy="1632589"/>
          </a:xfrm>
          <a:prstGeom prst="arc">
            <a:avLst>
              <a:gd name="adj1" fmla="val 18079602"/>
              <a:gd name="adj2" fmla="val 21384100"/>
            </a:avLst>
          </a:prstGeom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C482ECE-55EC-C045-9CD5-DAED1A79E9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4855" y="422802"/>
            <a:ext cx="3891089" cy="1868321"/>
          </a:xfrm>
          <a:prstGeom prst="rect">
            <a:avLst/>
          </a:prstGeom>
        </p:spPr>
      </p:pic>
      <p:sp>
        <p:nvSpPr>
          <p:cNvPr id="16" name="Espace réservé du numéro de diapositive 6">
            <a:extLst>
              <a:ext uri="{FF2B5EF4-FFF2-40B4-BE49-F238E27FC236}">
                <a16:creationId xmlns:a16="http://schemas.microsoft.com/office/drawing/2014/main" id="{E1B9CBD6-F628-0ADA-AE1C-BDF70858841D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6371728-5451-E5E2-8A57-1B5B5F7572F7}"/>
              </a:ext>
            </a:extLst>
          </p:cNvPr>
          <p:cNvSpPr txBox="1"/>
          <p:nvPr/>
        </p:nvSpPr>
        <p:spPr>
          <a:xfrm rot="16200000">
            <a:off x="49695" y="4679403"/>
            <a:ext cx="552237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/>
              <a:t>[A]</a:t>
            </a:r>
            <a:endParaRPr lang="en-GB"/>
          </a:p>
        </p:txBody>
      </p:sp>
      <p:sp>
        <p:nvSpPr>
          <p:cNvPr id="8" name="Espace réservé de la date 5">
            <a:extLst>
              <a:ext uri="{FF2B5EF4-FFF2-40B4-BE49-F238E27FC236}">
                <a16:creationId xmlns:a16="http://schemas.microsoft.com/office/drawing/2014/main" id="{D52742DB-99F1-096C-7EBF-37956600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5" name="Image 4" descr="Une image contenant texte, capture d’écran, ligne, diagramme&#10;&#10;Description générée automatiquement">
            <a:extLst>
              <a:ext uri="{FF2B5EF4-FFF2-40B4-BE49-F238E27FC236}">
                <a16:creationId xmlns:a16="http://schemas.microsoft.com/office/drawing/2014/main" id="{3D6F8E40-DB8B-C77D-3BC9-D9727FB0D7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4814" y="2989528"/>
            <a:ext cx="2853789" cy="1776980"/>
          </a:xfrm>
          <a:prstGeom prst="rect">
            <a:avLst/>
          </a:prstGeom>
        </p:spPr>
      </p:pic>
      <p:pic>
        <p:nvPicPr>
          <p:cNvPr id="11" name="Image 10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4B96522A-BE8F-5B8C-ACE6-64BBEE6297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4814" y="4681090"/>
            <a:ext cx="2853789" cy="17541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EF69B7A-E26D-2E10-DA3D-E9EC28C53BF2}"/>
              </a:ext>
            </a:extLst>
          </p:cNvPr>
          <p:cNvSpPr/>
          <p:nvPr/>
        </p:nvSpPr>
        <p:spPr>
          <a:xfrm>
            <a:off x="3105309" y="2989528"/>
            <a:ext cx="2930991" cy="28066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29746D-8586-9221-01DA-51EF36675779}"/>
              </a:ext>
            </a:extLst>
          </p:cNvPr>
          <p:cNvSpPr/>
          <p:nvPr/>
        </p:nvSpPr>
        <p:spPr>
          <a:xfrm>
            <a:off x="569413" y="3044678"/>
            <a:ext cx="2930991" cy="28066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B09CE851-39D8-2EDA-6038-42FF0297DA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380" y="2910609"/>
            <a:ext cx="2559110" cy="1837372"/>
          </a:xfrm>
          <a:prstGeom prst="rect">
            <a:avLst/>
          </a:prstGeom>
        </p:spPr>
      </p:pic>
      <p:pic>
        <p:nvPicPr>
          <p:cNvPr id="18" name="Image 17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040C536C-2CF6-5CB6-01EB-233BCFDAD3F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379" y="4677709"/>
            <a:ext cx="2476286" cy="171026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7371BBEA-7320-127B-D7F8-6A4A51CA74F2}"/>
              </a:ext>
            </a:extLst>
          </p:cNvPr>
          <p:cNvSpPr txBox="1"/>
          <p:nvPr/>
        </p:nvSpPr>
        <p:spPr>
          <a:xfrm>
            <a:off x="3340608" y="3799497"/>
            <a:ext cx="2430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We</a:t>
            </a:r>
            <a:r>
              <a:rPr lang="fr-FR"/>
              <a:t> have </a:t>
            </a:r>
            <a:r>
              <a:rPr lang="fr-FR" err="1">
                <a:solidFill>
                  <a:srgbClr val="00B050"/>
                </a:solidFill>
              </a:rPr>
              <a:t>stability</a:t>
            </a:r>
            <a:r>
              <a:rPr lang="fr-FR">
                <a:solidFill>
                  <a:srgbClr val="00B050"/>
                </a:solidFill>
              </a:rPr>
              <a:t> for all power </a:t>
            </a:r>
            <a:r>
              <a:rPr lang="fr-FR" err="1">
                <a:solidFill>
                  <a:srgbClr val="00B050"/>
                </a:solidFill>
              </a:rPr>
              <a:t>loads</a:t>
            </a:r>
            <a:endParaRPr lang="fr-FR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27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148D41A-9A14-7BB4-D549-D0F44BCC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7B8DF647-58A4-AF7F-C933-BF5291DE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ScPF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 behavior (simulated with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Matlab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)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2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		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2.5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		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Ps = 3 MW : </a:t>
            </a:r>
            <a:r>
              <a:rPr lang="en-US" altLang="ja-JP" sz="2400">
                <a:solidFill>
                  <a:srgbClr val="00B050"/>
                </a:solidFill>
                <a:ea typeface="Lucida Sans Unicode" charset="0"/>
                <a:cs typeface="Lucida Sans Unicode"/>
              </a:rPr>
              <a:t>stable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FB5ECAA-7B76-C679-B568-4DE85FE67798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Espace réservé de la date 5">
            <a:extLst>
              <a:ext uri="{FF2B5EF4-FFF2-40B4-BE49-F238E27FC236}">
                <a16:creationId xmlns:a16="http://schemas.microsoft.com/office/drawing/2014/main" id="{1915DDC2-3A08-357A-A787-D0211827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3" name="Image 2" descr="Une image contenant texte, diagramme, capture d’écran, Parallèle&#10;&#10;Description générée automatiquement">
            <a:extLst>
              <a:ext uri="{FF2B5EF4-FFF2-40B4-BE49-F238E27FC236}">
                <a16:creationId xmlns:a16="http://schemas.microsoft.com/office/drawing/2014/main" id="{0A776DEE-1E20-031B-32EF-164C3A7257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05" r="-200" b="5238"/>
          <a:stretch/>
        </p:blipFill>
        <p:spPr>
          <a:xfrm>
            <a:off x="-868886" y="1643450"/>
            <a:ext cx="10550219" cy="440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43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III. </a:t>
            </a:r>
            <a:r>
              <a:rPr lang="en-GB" sz="3200" b="1">
                <a:ea typeface="ＭＳ Ｐゴシック"/>
              </a:rPr>
              <a:t>Filter optimization</a:t>
            </a:r>
            <a:endParaRPr lang="en-US" sz="3200" b="1">
              <a:solidFill>
                <a:srgbClr val="000000"/>
              </a:solidFill>
              <a:ea typeface="ＭＳ Ｐゴシック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BA1D77D-D071-2B5A-0674-FB38AB35A8D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16A59420-CAD7-9E5A-1208-2CCE8F22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3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III. 1. Verification of the stability criteria and Simulink/MOPSO interaction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BA1D77D-D071-2B5A-0674-FB38AB35A8D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16A59420-CAD7-9E5A-1208-2CCE8F22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42720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BA1D77D-D071-2B5A-0674-FB38AB35A8D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16A59420-CAD7-9E5A-1208-2CCE8F22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4" name="Image 3" descr="Une image contenant texte, Police, capture d’écran, blanc&#10;&#10;Description générée automatiquement">
            <a:extLst>
              <a:ext uri="{FF2B5EF4-FFF2-40B4-BE49-F238E27FC236}">
                <a16:creationId xmlns:a16="http://schemas.microsoft.com/office/drawing/2014/main" id="{76573BDF-B955-3A8F-3BD4-5C7FC0B93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06" y="2905046"/>
            <a:ext cx="7408682" cy="278073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09BF5DE-802D-3CFA-18DD-259C14AD01FD}"/>
              </a:ext>
            </a:extLst>
          </p:cNvPr>
          <p:cNvSpPr txBox="1"/>
          <p:nvPr/>
        </p:nvSpPr>
        <p:spPr>
          <a:xfrm>
            <a:off x="838381" y="1166503"/>
            <a:ext cx="2489348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000" err="1">
                <a:solidFill>
                  <a:schemeClr val="accent1"/>
                </a:solidFill>
                <a:ea typeface="Calibri"/>
                <a:cs typeface="Calibri"/>
              </a:rPr>
              <a:t>Problem</a:t>
            </a:r>
            <a:r>
              <a:rPr lang="fr-FR" sz="4000">
                <a:solidFill>
                  <a:schemeClr val="accent1"/>
                </a:solidFill>
                <a:ea typeface="Calibri"/>
                <a:cs typeface="Calibri"/>
              </a:rPr>
              <a:t> 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7973B3B-46D8-1ED6-8209-0D652B669CAD}"/>
              </a:ext>
            </a:extLst>
          </p:cNvPr>
          <p:cNvSpPr txBox="1"/>
          <p:nvPr/>
        </p:nvSpPr>
        <p:spPr>
          <a:xfrm>
            <a:off x="512956" y="2051824"/>
            <a:ext cx="7738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err="1"/>
              <a:t>Goal</a:t>
            </a:r>
            <a:r>
              <a:rPr lang="es-ES" sz="2000"/>
              <a:t>: </a:t>
            </a:r>
            <a:r>
              <a:rPr lang="es-ES" sz="2000" err="1"/>
              <a:t>Check</a:t>
            </a:r>
            <a:r>
              <a:rPr lang="es-ES" sz="2000"/>
              <a:t> </a:t>
            </a:r>
            <a:r>
              <a:rPr lang="es-ES" sz="2000" err="1"/>
              <a:t>the</a:t>
            </a:r>
            <a:r>
              <a:rPr lang="es-ES" sz="2000"/>
              <a:t> coupling </a:t>
            </a:r>
            <a:r>
              <a:rPr lang="es-ES" sz="2000" err="1"/>
              <a:t>between</a:t>
            </a:r>
            <a:r>
              <a:rPr lang="es-ES" sz="2000"/>
              <a:t> </a:t>
            </a:r>
            <a:r>
              <a:rPr lang="es-ES" sz="2000" err="1"/>
              <a:t>the</a:t>
            </a:r>
            <a:r>
              <a:rPr lang="es-ES" sz="2000"/>
              <a:t> </a:t>
            </a:r>
            <a:r>
              <a:rPr lang="es-ES" sz="2000" err="1"/>
              <a:t>optimisation</a:t>
            </a:r>
            <a:r>
              <a:rPr lang="es-ES" sz="2000"/>
              <a:t> </a:t>
            </a:r>
            <a:r>
              <a:rPr lang="es-ES" sz="2000" err="1"/>
              <a:t>algorithm</a:t>
            </a:r>
            <a:r>
              <a:rPr lang="es-ES" sz="2000"/>
              <a:t> and </a:t>
            </a:r>
            <a:r>
              <a:rPr lang="es-ES" sz="2000" err="1"/>
              <a:t>the</a:t>
            </a:r>
            <a:r>
              <a:rPr lang="es-ES" sz="2000"/>
              <a:t> </a:t>
            </a:r>
            <a:r>
              <a:rPr lang="es-ES" sz="2000" err="1"/>
              <a:t>Simulink</a:t>
            </a:r>
            <a:r>
              <a:rPr lang="es-ES" sz="2000"/>
              <a:t> </a:t>
            </a:r>
            <a:r>
              <a:rPr lang="es-ES" sz="2000" err="1"/>
              <a:t>model</a:t>
            </a:r>
            <a:endParaRPr lang="es-ES" sz="2000"/>
          </a:p>
        </p:txBody>
      </p:sp>
      <p:pic>
        <p:nvPicPr>
          <p:cNvPr id="8" name="Image 7" descr="Une image contenant Police, blanc, conception, typographie&#10;&#10;Description générée automatiquement">
            <a:extLst>
              <a:ext uri="{FF2B5EF4-FFF2-40B4-BE49-F238E27FC236}">
                <a16:creationId xmlns:a16="http://schemas.microsoft.com/office/drawing/2014/main" id="{2FCC75E6-4474-454C-FAE5-4E7F75A2E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481" y="5473018"/>
            <a:ext cx="1799320" cy="101150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1083715-7662-3CEB-70EE-7958784F608F}"/>
              </a:ext>
            </a:extLst>
          </p:cNvPr>
          <p:cNvSpPr txBox="1"/>
          <p:nvPr/>
        </p:nvSpPr>
        <p:spPr>
          <a:xfrm>
            <a:off x="5043981" y="2992193"/>
            <a:ext cx="313330" cy="1077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3200">
                <a:cs typeface="Calibri"/>
              </a:rPr>
              <a:t>V</a:t>
            </a:r>
          </a:p>
          <a:p>
            <a:endParaRPr lang="fr-FR" sz="3200">
              <a:cs typeface="Calibri"/>
            </a:endParaRPr>
          </a:p>
        </p:txBody>
      </p:sp>
      <p:pic>
        <p:nvPicPr>
          <p:cNvPr id="11" name="Image 2" descr="Une image contenant texte, horloge&#10;&#10;Description générée automatiquement">
            <a:extLst>
              <a:ext uri="{FF2B5EF4-FFF2-40B4-BE49-F238E27FC236}">
                <a16:creationId xmlns:a16="http://schemas.microsoft.com/office/drawing/2014/main" id="{768CFC5F-3821-BB3F-F836-49F1FD18BD9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119"/>
          <a:stretch/>
        </p:blipFill>
        <p:spPr>
          <a:xfrm>
            <a:off x="4654751" y="516884"/>
            <a:ext cx="4052134" cy="157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433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BA1D77D-D071-2B5A-0674-FB38AB35A8D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16A59420-CAD7-9E5A-1208-2CCE8F22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9D1E87F-40DD-0EC9-303B-478BCF5D3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Stability function: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ea typeface="Lucida Sans Unicode" charset="0"/>
                <a:cs typeface="Lucida Sans Unicode" charset="0"/>
              </a:rPr>
              <a:t> 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pic>
        <p:nvPicPr>
          <p:cNvPr id="11" name="Picture 10" descr="A computer code with text&#10;&#10;Description automatically generated">
            <a:extLst>
              <a:ext uri="{FF2B5EF4-FFF2-40B4-BE49-F238E27FC236}">
                <a16:creationId xmlns:a16="http://schemas.microsoft.com/office/drawing/2014/main" id="{A57D5B38-5229-C09D-CACD-78B2F5433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612" y="1322041"/>
            <a:ext cx="6100775" cy="477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767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Optimization according to R and -L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𝑃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𝑠</m:t>
                          </m:r>
                        </m:sub>
                      </m:sSub>
                      <m:r>
                        <a:rPr lang="fr-FR" altLang="ja-JP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/>
                        </a:rPr>
                        <m:t>≤</m:t>
                      </m:r>
                      <m:f>
                        <m:f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fPr>
                        <m:num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𝑅𝐶</m:t>
                          </m:r>
                        </m:num>
                        <m:den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</m:ctrlPr>
                        </m:sSubSupPr>
                        <m:e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𝑉</m:t>
                          </m:r>
                        </m:e>
                        <m:sub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𝑒</m:t>
                          </m:r>
                        </m:sub>
                        <m:sup>
                          <m:r>
                            <a:rPr lang="fr-FR" altLang="ja-JP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=&gt; Coupling between </a:t>
                </a:r>
                <a:r>
                  <a:rPr lang="en-US" altLang="ja-JP" sz="2400" err="1">
                    <a:ea typeface="Lucida Sans Unicode" charset="0"/>
                    <a:cs typeface="Lucida Sans Unicode" charset="0"/>
                  </a:rPr>
                  <a:t>Matlab</a:t>
                </a:r>
                <a:r>
                  <a:rPr lang="en-US" altLang="ja-JP" sz="2400">
                    <a:ea typeface="Lucida Sans Unicode" charset="0"/>
                    <a:cs typeface="Lucida Sans Unicode" charset="0"/>
                  </a:rPr>
                  <a:t> and Simulink : Ok for the test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12" name="Espace réservé du numéro de diapositive 6">
            <a:extLst>
              <a:ext uri="{FF2B5EF4-FFF2-40B4-BE49-F238E27FC236}">
                <a16:creationId xmlns:a16="http://schemas.microsoft.com/office/drawing/2014/main" id="{2E24A6E0-EA88-3EBC-8A79-0514E7B33A89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" name="Espace réservé de la date 5">
            <a:extLst>
              <a:ext uri="{FF2B5EF4-FFF2-40B4-BE49-F238E27FC236}">
                <a16:creationId xmlns:a16="http://schemas.microsoft.com/office/drawing/2014/main" id="{DF6D660E-3212-28A8-7EC5-48446EB2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14" name="Image 13" descr="Une image contenant ligne, Tracé, diagramme, texte&#10;&#10;Description générée automatiquement">
            <a:extLst>
              <a:ext uri="{FF2B5EF4-FFF2-40B4-BE49-F238E27FC236}">
                <a16:creationId xmlns:a16="http://schemas.microsoft.com/office/drawing/2014/main" id="{2E813210-5EDB-5375-3649-0D9BA7AC2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341" y="1343846"/>
            <a:ext cx="5858505" cy="417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800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48600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III. 2. Verification of normal MOPSO operation with a constraint compliance problem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BA1D77D-D071-2B5A-0674-FB38AB35A8D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16A59420-CAD7-9E5A-1208-2CCE8F22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4273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2173459" y="6532336"/>
            <a:ext cx="4797083" cy="306000"/>
          </a:xfrm>
        </p:spPr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32336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A699A114-8F26-3889-F266-ABFED0BF003C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19</a:t>
            </a:fld>
            <a:endParaRPr lang="fr-FR"/>
          </a:p>
        </p:txBody>
      </p:sp>
      <p:pic>
        <p:nvPicPr>
          <p:cNvPr id="4" name="Image 3" descr="Une image contenant texte, Police, écriture manuscrite, capture d’écran&#10;&#10;Description générée automatiquement">
            <a:extLst>
              <a:ext uri="{FF2B5EF4-FFF2-40B4-BE49-F238E27FC236}">
                <a16:creationId xmlns:a16="http://schemas.microsoft.com/office/drawing/2014/main" id="{D68D223D-3CBD-4AE8-0CD1-6C0030F79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48" y="1357313"/>
            <a:ext cx="7260248" cy="50019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09549DA-F744-BD98-7E9E-8A963886D9DF}"/>
              </a:ext>
            </a:extLst>
          </p:cNvPr>
          <p:cNvSpPr txBox="1"/>
          <p:nvPr/>
        </p:nvSpPr>
        <p:spPr>
          <a:xfrm>
            <a:off x="838381" y="825155"/>
            <a:ext cx="3409954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000" err="1">
                <a:solidFill>
                  <a:schemeClr val="accent1"/>
                </a:solidFill>
                <a:ea typeface="Calibri"/>
                <a:cs typeface="Calibri"/>
              </a:rPr>
              <a:t>Problem</a:t>
            </a:r>
            <a:r>
              <a:rPr lang="fr-FR" sz="4000">
                <a:solidFill>
                  <a:schemeClr val="accent1"/>
                </a:solidFill>
                <a:ea typeface="Calibri"/>
                <a:cs typeface="Calibri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89499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148D41A-9A14-7BB4-D549-D0F44BCC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7B8DF647-58A4-AF7F-C933-BF5291DE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Results : 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We do obtain the expected results</a:t>
            </a:r>
          </a:p>
        </p:txBody>
      </p:sp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FB5ECAA-7B76-C679-B568-4DE85FE67798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Espace réservé de la date 5">
            <a:extLst>
              <a:ext uri="{FF2B5EF4-FFF2-40B4-BE49-F238E27FC236}">
                <a16:creationId xmlns:a16="http://schemas.microsoft.com/office/drawing/2014/main" id="{1915DDC2-3A08-357A-A787-D0211827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353270DA-D686-5B86-D17B-BFD53EBC30F7}"/>
              </a:ext>
            </a:extLst>
          </p:cNvPr>
          <p:cNvGrpSpPr/>
          <p:nvPr/>
        </p:nvGrpSpPr>
        <p:grpSpPr>
          <a:xfrm>
            <a:off x="0" y="1614641"/>
            <a:ext cx="9144000" cy="3928558"/>
            <a:chOff x="0" y="1490785"/>
            <a:chExt cx="10092309" cy="3876429"/>
          </a:xfrm>
        </p:grpSpPr>
        <p:pic>
          <p:nvPicPr>
            <p:cNvPr id="8" name="Image 7" descr="Une image contenant Tracé, texte, ligne, capture d’écran&#10;&#10;Description générée automatiquement">
              <a:extLst>
                <a:ext uri="{FF2B5EF4-FFF2-40B4-BE49-F238E27FC236}">
                  <a16:creationId xmlns:a16="http://schemas.microsoft.com/office/drawing/2014/main" id="{548F1E35-7EF9-B854-5BBE-C1F5ADE5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90785"/>
              <a:ext cx="5000308" cy="3876429"/>
            </a:xfrm>
            <a:prstGeom prst="rect">
              <a:avLst/>
            </a:prstGeom>
          </p:spPr>
        </p:pic>
        <p:pic>
          <p:nvPicPr>
            <p:cNvPr id="9" name="Image 8" descr="Une image contenant texte, ligne, diagramme, Tracé&#10;&#10;Description générée automatiquement">
              <a:extLst>
                <a:ext uri="{FF2B5EF4-FFF2-40B4-BE49-F238E27FC236}">
                  <a16:creationId xmlns:a16="http://schemas.microsoft.com/office/drawing/2014/main" id="{97AE9153-8303-BF33-D336-68B2EDEF8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0308" y="1490785"/>
              <a:ext cx="5092001" cy="3876429"/>
            </a:xfrm>
            <a:prstGeom prst="rect">
              <a:avLst/>
            </a:prstGeom>
          </p:spPr>
        </p:pic>
      </p:grpSp>
      <p:sp>
        <p:nvSpPr>
          <p:cNvPr id="3" name="Ellipse 2">
            <a:extLst>
              <a:ext uri="{FF2B5EF4-FFF2-40B4-BE49-F238E27FC236}">
                <a16:creationId xmlns:a16="http://schemas.microsoft.com/office/drawing/2014/main" id="{FCF9448E-C4C3-C008-2F65-C7B2C5975ADB}"/>
              </a:ext>
            </a:extLst>
          </p:cNvPr>
          <p:cNvSpPr/>
          <p:nvPr/>
        </p:nvSpPr>
        <p:spPr>
          <a:xfrm>
            <a:off x="597878" y="1916723"/>
            <a:ext cx="221361" cy="20067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5D0143A-3D24-D3EC-5984-DBF0608856ED}"/>
              </a:ext>
            </a:extLst>
          </p:cNvPr>
          <p:cNvSpPr/>
          <p:nvPr/>
        </p:nvSpPr>
        <p:spPr>
          <a:xfrm>
            <a:off x="1218511" y="4471664"/>
            <a:ext cx="221361" cy="20067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CF738C3-49FD-09CD-B3E3-66D33FC4A8C3}"/>
              </a:ext>
            </a:extLst>
          </p:cNvPr>
          <p:cNvSpPr/>
          <p:nvPr/>
        </p:nvSpPr>
        <p:spPr>
          <a:xfrm>
            <a:off x="3931731" y="4895038"/>
            <a:ext cx="221361" cy="20067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622DB2F-A5E8-8487-E333-8BEB606F1642}"/>
              </a:ext>
            </a:extLst>
          </p:cNvPr>
          <p:cNvSpPr txBox="1"/>
          <p:nvPr/>
        </p:nvSpPr>
        <p:spPr>
          <a:xfrm>
            <a:off x="3900638" y="4525706"/>
            <a:ext cx="339065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>
                <a:ea typeface="Calibri"/>
                <a:cs typeface="Calibri"/>
              </a:rPr>
              <a:t>A</a:t>
            </a:r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ECB661C-32E4-E216-DFBF-C1C3D336BEC1}"/>
              </a:ext>
            </a:extLst>
          </p:cNvPr>
          <p:cNvSpPr txBox="1"/>
          <p:nvPr/>
        </p:nvSpPr>
        <p:spPr>
          <a:xfrm>
            <a:off x="1267761" y="4701553"/>
            <a:ext cx="339065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>
                <a:ea typeface="Calibri"/>
                <a:cs typeface="Calibri"/>
              </a:rPr>
              <a:t>B</a:t>
            </a:r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892FD50-E855-B627-EBF4-4E0801EACC2D}"/>
              </a:ext>
            </a:extLst>
          </p:cNvPr>
          <p:cNvSpPr txBox="1"/>
          <p:nvPr/>
        </p:nvSpPr>
        <p:spPr>
          <a:xfrm>
            <a:off x="1071581" y="1922862"/>
            <a:ext cx="339065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>
                <a:ea typeface="Calibri"/>
                <a:cs typeface="Calibri"/>
              </a:rPr>
              <a:t>C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1368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6F48B2B-6B32-468C-D08B-98FB7771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7E85A39-9326-DF05-9CAA-7857C583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CB0B59A-FE19-83B6-A128-238C75ED26CE}"/>
              </a:ext>
            </a:extLst>
          </p:cNvPr>
          <p:cNvSpPr txBox="1"/>
          <p:nvPr/>
        </p:nvSpPr>
        <p:spPr>
          <a:xfrm>
            <a:off x="1359154" y="713104"/>
            <a:ext cx="4851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/>
              <a:t>     A			             B				  C</a:t>
            </a:r>
          </a:p>
        </p:txBody>
      </p:sp>
      <p:pic>
        <p:nvPicPr>
          <p:cNvPr id="4" name="Image 3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0184E41D-CF0A-ECD2-6FCC-CFC6A853E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354" y="611949"/>
            <a:ext cx="2112697" cy="1837895"/>
          </a:xfrm>
          <a:prstGeom prst="rect">
            <a:avLst/>
          </a:prstGeom>
        </p:spPr>
      </p:pic>
      <p:pic>
        <p:nvPicPr>
          <p:cNvPr id="5" name="Image 4" descr="Une image contenant texte, diagramme, ligne, nombre&#10;&#10;Description générée automatiquement">
            <a:extLst>
              <a:ext uri="{FF2B5EF4-FFF2-40B4-BE49-F238E27FC236}">
                <a16:creationId xmlns:a16="http://schemas.microsoft.com/office/drawing/2014/main" id="{39BE5BB7-BB7F-9BE0-F323-B2760C64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23" y="1111628"/>
            <a:ext cx="5658109" cy="2586652"/>
          </a:xfrm>
          <a:prstGeom prst="rect">
            <a:avLst/>
          </a:prstGeom>
        </p:spPr>
      </p:pic>
      <p:pic>
        <p:nvPicPr>
          <p:cNvPr id="6" name="Image 5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9D18550F-B0B8-FD35-6908-73EE3D015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64" y="3606590"/>
            <a:ext cx="5658108" cy="255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38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6F48B2B-6B32-468C-D08B-98FB7771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7E85A39-9326-DF05-9CAA-7857C583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pic>
        <p:nvPicPr>
          <p:cNvPr id="4" name="Image 3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A360E23C-B9B1-BA5B-5EA4-0F4243378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309" y="574862"/>
            <a:ext cx="1772691" cy="154272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B33AE4B-4AA1-64E0-C721-AE49A84238C1}"/>
              </a:ext>
            </a:extLst>
          </p:cNvPr>
          <p:cNvSpPr txBox="1"/>
          <p:nvPr/>
        </p:nvSpPr>
        <p:spPr>
          <a:xfrm>
            <a:off x="1275759" y="2054113"/>
            <a:ext cx="6781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/>
              <a:t>     A			                              B						  C</a:t>
            </a:r>
          </a:p>
        </p:txBody>
      </p:sp>
      <p:pic>
        <p:nvPicPr>
          <p:cNvPr id="5" name="Image 4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3761D32B-5E15-8621-F073-90AE2A474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3585"/>
            <a:ext cx="9144000" cy="412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58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60792" y="1611616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III. 3. Optimization CAPEX / OPEX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4EBC1C00-13A1-64C8-EFD1-C6F6EFFE23BC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2230B0A7-EF79-D224-EB59-BCC02516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7609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895FD4-8E86-2D62-E043-D8CD3450CC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03" t="1933" r="3878" b="2444"/>
          <a:stretch/>
        </p:blipFill>
        <p:spPr>
          <a:xfrm>
            <a:off x="5227171" y="757812"/>
            <a:ext cx="3665309" cy="32045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 numCol="1" anchor="t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Life-cycle approach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3200" noProof="0">
                  <a:solidFill>
                    <a:srgbClr val="0070C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kumimoji="0" lang="en-US" altLang="ja-JP" sz="3200" b="0" i="1" u="none" strike="noStrike" kern="1200" cap="none" spc="0" normalizeH="0" baseline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mbria Math" panose="02040503050406030204" pitchFamily="18" charset="0"/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 noProof="0">
                    <a:latin typeface="Cambria Math" panose="02040503050406030204" pitchFamily="18" charset="0"/>
                    <a:ea typeface="Lucida Sans Unicode" charset="0"/>
                    <a:cs typeface="Lucida Sans Unicode"/>
                  </a:rPr>
                  <a:t>•</a:t>
                </a:r>
                <a:r>
                  <a:rPr lang="en-US" altLang="ja-JP" sz="2400" i="1" noProof="0">
                    <a:solidFill>
                      <a:srgbClr val="0070C0"/>
                    </a:solidFill>
                    <a:latin typeface="Cambria Math" panose="02040503050406030204" pitchFamily="18" charset="0"/>
                    <a:ea typeface="Lucida Sans Unicode" charset="0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fr-FR" altLang="ja-JP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𝐶𝐴𝑃𝐸𝑋</m:t>
                    </m:r>
                    <m:r>
                      <a:rPr kumimoji="0" lang="fr-FR" altLang="ja-JP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</m:oMath>
                </a14:m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Capital cost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/>
                </a:pPr>
                <a:r>
                  <a:rPr kumimoji="0" lang="en-US" altLang="ja-JP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Lucida Sans Unicode" charset="0"/>
                    <a:cs typeface="Lucida Sans Unicode"/>
                  </a:rPr>
                  <a:t>•</a:t>
                </a:r>
                <a:r>
                  <a:rPr kumimoji="0" lang="en-US" altLang="ja-JP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Lucida Sans Unicode" charset="0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fr-FR" altLang="ja-JP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𝑂𝑃𝐸𝑋</m:t>
                    </m:r>
                    <m:r>
                      <a:rPr kumimoji="0" lang="fr-FR" altLang="ja-JP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Lucida Sans Unicode" charset="0"/>
                        <a:cs typeface="Lucida Sans Unicode"/>
                      </a:rPr>
                      <m:t>=</m:t>
                    </m:r>
                  </m:oMath>
                </a14:m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/>
                  </a:rPr>
                  <a:t> </a:t>
                </a:r>
                <a:r>
                  <a:rPr lang="en-US" altLang="ja-JP" sz="2400">
                    <a:ea typeface="Lucida Sans Unicode" charset="0"/>
                    <a:cs typeface="Lucida Sans Unicode"/>
                  </a:rPr>
                  <a:t>Operation and maintenance cost</a:t>
                </a: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/>
                  <a:t>• </a:t>
                </a:r>
                <a:r>
                  <a:rPr lang="fr-FR" altLang="ja-JP" sz="2400" b="1" u="sng"/>
                  <a:t>Goal:</a:t>
                </a:r>
                <a:r>
                  <a:rPr lang="fr-FR" altLang="ja-JP" sz="2400"/>
                  <a:t> </a:t>
                </a:r>
                <a:r>
                  <a:rPr lang="fr-FR" altLang="ja-JP" sz="2400" err="1"/>
                  <a:t>Create</a:t>
                </a:r>
                <a:r>
                  <a:rPr lang="fr-FR" altLang="ja-JP" sz="2400"/>
                  <a:t> an </a:t>
                </a:r>
                <a:r>
                  <a:rPr lang="fr-FR" altLang="ja-JP" sz="2400" err="1"/>
                  <a:t>overview</a:t>
                </a:r>
                <a:r>
                  <a:rPr lang="fr-FR" altLang="ja-JP" sz="2400"/>
                  <a:t> of the </a:t>
                </a:r>
                <a:r>
                  <a:rPr lang="fr-FR" altLang="ja-JP" sz="2400" err="1"/>
                  <a:t>cost</a:t>
                </a:r>
                <a:r>
                  <a:rPr lang="fr-FR" altLang="ja-JP" sz="2400"/>
                  <a:t> of the system </a:t>
                </a:r>
                <a:r>
                  <a:rPr lang="fr-FR" altLang="ja-JP" sz="2400" err="1"/>
                  <a:t>during</a:t>
                </a:r>
                <a:r>
                  <a:rPr lang="fr-FR" altLang="ja-JP" sz="2400"/>
                  <a:t> </a:t>
                </a:r>
                <a:r>
                  <a:rPr lang="fr-FR" altLang="ja-JP" sz="2400" err="1"/>
                  <a:t>its</a:t>
                </a:r>
                <a:r>
                  <a:rPr lang="fr-FR" altLang="ja-JP" sz="2400"/>
                  <a:t> full life-cycle and </a:t>
                </a:r>
                <a:r>
                  <a:rPr lang="fr-FR" altLang="ja-JP" sz="2400" err="1"/>
                  <a:t>find</a:t>
                </a:r>
                <a:r>
                  <a:rPr lang="fr-FR" altLang="ja-JP" sz="2400"/>
                  <a:t> a compromise </a:t>
                </a:r>
                <a:r>
                  <a:rPr lang="fr-FR" altLang="ja-JP" sz="2400" err="1"/>
                  <a:t>between</a:t>
                </a:r>
                <a:r>
                  <a:rPr lang="fr-FR" altLang="ja-JP" sz="2400"/>
                  <a:t> the </a:t>
                </a:r>
                <a:r>
                  <a:rPr lang="fr-FR" altLang="ja-JP" sz="2400" err="1"/>
                  <a:t>cost</a:t>
                </a:r>
                <a:r>
                  <a:rPr lang="fr-FR" altLang="ja-JP" sz="2400"/>
                  <a:t> of maintenance and the </a:t>
                </a:r>
                <a:r>
                  <a:rPr lang="fr-FR" altLang="ja-JP" sz="2400" err="1"/>
                  <a:t>cost</a:t>
                </a:r>
                <a:r>
                  <a:rPr lang="fr-FR" altLang="ja-JP" sz="2400"/>
                  <a:t> of </a:t>
                </a:r>
                <a:r>
                  <a:rPr lang="fr-FR" altLang="ja-JP" sz="2400" err="1"/>
                  <a:t>investment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 sz="2400" b="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0000"/>
                  </a:solidFill>
                  <a:ea typeface="Lucida Sans Unicode" charset="0"/>
                  <a:cs typeface="Lucida Sans Unicode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2400">
                  <a:solidFill>
                    <a:srgbClr val="00B05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3909E233-F596-CB67-5D39-4C5F5C852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57813"/>
                <a:ext cx="8640960" cy="5677385"/>
              </a:xfrm>
              <a:prstGeom prst="rect">
                <a:avLst/>
              </a:prstGeom>
              <a:blipFill>
                <a:blip r:embed="rId4"/>
                <a:stretch>
                  <a:fillRect l="-2821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CF99DCBC-4C08-29A8-A0B4-B3109C75DC7A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4A30C780-66A0-878A-3509-4D9714FB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4895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OPEX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chemeClr val="accent1"/>
                </a:solidFill>
                <a:ea typeface="Lucida Sans Unicode" charset="0"/>
                <a:cs typeface="Lucida Sans Unicode"/>
              </a:rPr>
              <a:t>Formula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err="1">
                <a:ea typeface="Lucida Sans Unicode" charset="0"/>
                <a:cs typeface="Lucida Sans Unicode" charset="0"/>
              </a:rPr>
              <a:t>CP</a:t>
            </a:r>
            <a:r>
              <a:rPr lang="en-US" altLang="ja-JP" baseline="-25000" err="1">
                <a:ea typeface="Lucida Sans Unicode" charset="0"/>
                <a:cs typeface="Lucida Sans Unicode" charset="0"/>
              </a:rPr>
              <a:t>coil</a:t>
            </a:r>
            <a:r>
              <a:rPr lang="en-US" altLang="ja-JP" baseline="-25000">
                <a:ea typeface="Lucida Sans Unicode" charset="0"/>
                <a:cs typeface="Lucida Sans Unicode" charset="0"/>
              </a:rPr>
              <a:t> </a:t>
            </a:r>
            <a:r>
              <a:rPr lang="en-US" altLang="ja-JP">
                <a:ea typeface="Lucida Sans Unicode" charset="0"/>
                <a:cs typeface="Lucida Sans Unicode" charset="0"/>
              </a:rPr>
              <a:t>is the cooling power required to keep the superconductor from overheating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l-GR" altLang="ja-JP">
                <a:ea typeface="Lucida Sans Unicode" charset="0"/>
                <a:cs typeface="Lucida Sans Unicode" charset="0"/>
              </a:rPr>
              <a:t>η </a:t>
            </a:r>
            <a:r>
              <a:rPr lang="en-US" altLang="ja-JP">
                <a:ea typeface="Lucida Sans Unicode" charset="0"/>
                <a:cs typeface="Lucida Sans Unicode" charset="0"/>
              </a:rPr>
              <a:t>is the efficiency of the cooling cycle (~7.14%)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err="1">
                <a:ea typeface="Lucida Sans Unicode" charset="0"/>
                <a:cs typeface="Lucida Sans Unicode" charset="0"/>
              </a:rPr>
              <a:t>R</a:t>
            </a:r>
            <a:r>
              <a:rPr lang="en-US" altLang="ja-JP" baseline="-25000" err="1">
                <a:ea typeface="Lucida Sans Unicode" charset="0"/>
                <a:cs typeface="Lucida Sans Unicode" charset="0"/>
              </a:rPr>
              <a:t>ScFCL</a:t>
            </a:r>
            <a:r>
              <a:rPr lang="en-US" altLang="ja-JP">
                <a:ea typeface="Lucida Sans Unicode" charset="0"/>
                <a:cs typeface="Lucida Sans Unicode" charset="0"/>
              </a:rPr>
              <a:t> is the equivalent resistance of the superconductor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err="1">
                <a:ea typeface="Lucida Sans Unicode" charset="0"/>
                <a:cs typeface="Lucida Sans Unicode" charset="0"/>
              </a:rPr>
              <a:t>I</a:t>
            </a:r>
            <a:r>
              <a:rPr lang="en-US" altLang="ja-JP" baseline="-25000" err="1">
                <a:ea typeface="Lucida Sans Unicode" charset="0"/>
                <a:cs typeface="Lucida Sans Unicode" charset="0"/>
              </a:rPr>
              <a:t>ScFCL</a:t>
            </a:r>
            <a:r>
              <a:rPr lang="en-US" altLang="ja-JP">
                <a:ea typeface="Lucida Sans Unicode" charset="0"/>
                <a:cs typeface="Lucida Sans Unicode" charset="0"/>
              </a:rPr>
              <a:t> is the current traversing the superconductor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1537763-4480-CA8D-DC4C-544ABCE1A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024" y="3793238"/>
            <a:ext cx="5623951" cy="2700361"/>
          </a:xfrm>
          <a:prstGeom prst="rect">
            <a:avLst/>
          </a:prstGeom>
        </p:spPr>
      </p:pic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E0C34938-5C9C-2827-BA78-028C3CF36830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4" name="Espace réservé de la date 5">
            <a:extLst>
              <a:ext uri="{FF2B5EF4-FFF2-40B4-BE49-F238E27FC236}">
                <a16:creationId xmlns:a16="http://schemas.microsoft.com/office/drawing/2014/main" id="{753E965D-99E7-D2CD-53E4-E03FA08E01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13D750-A35C-B281-0DC8-9C6176336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906202"/>
            <a:ext cx="4719127" cy="36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469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641023" y="757813"/>
            <a:ext cx="8251456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CAPEX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chemeClr val="accent1"/>
                </a:solidFill>
                <a:ea typeface="Lucida Sans Unicode" charset="0"/>
                <a:cs typeface="Lucida Sans Unicode"/>
              </a:rPr>
              <a:t>Formula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err="1">
                <a:ea typeface="Lucida Sans Unicode" charset="0"/>
                <a:cs typeface="Lucida Sans Unicode"/>
              </a:rPr>
              <a:t>L</a:t>
            </a:r>
            <a:r>
              <a:rPr lang="fr-FR" altLang="ja-JP" baseline="-25000" err="1">
                <a:ea typeface="Lucida Sans Unicode" charset="0"/>
                <a:cs typeface="Lucida Sans Unicode"/>
              </a:rPr>
              <a:t>tot</a:t>
            </a:r>
            <a:r>
              <a:rPr lang="fr-FR" altLang="ja-JP">
                <a:ea typeface="Lucida Sans Unicode" charset="0"/>
                <a:cs typeface="Lucida Sans Unicode"/>
              </a:rPr>
              <a:t> = </a:t>
            </a:r>
            <a:r>
              <a:rPr lang="fr-FR" altLang="ja-JP" err="1">
                <a:ea typeface="Lucida Sans Unicode" charset="0"/>
                <a:cs typeface="Lucida Sans Unicode"/>
              </a:rPr>
              <a:t>L</a:t>
            </a:r>
            <a:r>
              <a:rPr lang="fr-FR" altLang="ja-JP" baseline="-25000" err="1">
                <a:ea typeface="Lucida Sans Unicode" charset="0"/>
                <a:cs typeface="Lucida Sans Unicode"/>
              </a:rPr>
              <a:t>t</a:t>
            </a:r>
            <a:r>
              <a:rPr lang="fr-FR" altLang="ja-JP">
                <a:ea typeface="Lucida Sans Unicode" charset="0"/>
                <a:cs typeface="Lucida Sans Unicode"/>
              </a:rPr>
              <a:t> • n</a:t>
            </a:r>
            <a:r>
              <a:rPr lang="fr-FR" altLang="ja-JP" baseline="-25000">
                <a:ea typeface="Lucida Sans Unicode" charset="0"/>
                <a:cs typeface="Lucida Sans Unicode"/>
              </a:rPr>
              <a:t>t</a:t>
            </a:r>
            <a:r>
              <a:rPr lang="fr-FR" altLang="ja-JP">
                <a:ea typeface="Lucida Sans Unicode" charset="0"/>
                <a:cs typeface="Lucida Sans Unicode"/>
              </a:rPr>
              <a:t> : total </a:t>
            </a:r>
            <a:r>
              <a:rPr lang="fr-FR" altLang="ja-JP" err="1">
                <a:ea typeface="Lucida Sans Unicode" charset="0"/>
                <a:cs typeface="Lucida Sans Unicode"/>
              </a:rPr>
              <a:t>length</a:t>
            </a:r>
            <a:r>
              <a:rPr lang="fr-FR" altLang="ja-JP">
                <a:ea typeface="Lucida Sans Unicode" charset="0"/>
                <a:cs typeface="Lucida Sans Unicode"/>
              </a:rPr>
              <a:t> of </a:t>
            </a:r>
            <a:r>
              <a:rPr lang="fr-FR" altLang="ja-JP" err="1">
                <a:ea typeface="Lucida Sans Unicode" charset="0"/>
                <a:cs typeface="Lucida Sans Unicode"/>
              </a:rPr>
              <a:t>superconductive</a:t>
            </a:r>
            <a:r>
              <a:rPr lang="fr-FR" altLang="ja-JP">
                <a:ea typeface="Lucida Sans Unicode" charset="0"/>
                <a:cs typeface="Lucida Sans Unicode"/>
              </a:rPr>
              <a:t> </a:t>
            </a:r>
            <a:r>
              <a:rPr lang="fr-FR" altLang="ja-JP" err="1">
                <a:ea typeface="Lucida Sans Unicode" charset="0"/>
                <a:cs typeface="Lucida Sans Unicode"/>
              </a:rPr>
              <a:t>material</a:t>
            </a:r>
            <a:endParaRPr lang="fr-FR" altLang="ja-JP">
              <a:ea typeface="Lucida Sans Unicode" charset="0"/>
              <a:cs typeface="Lucida Sans Unicode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>
                <a:ea typeface="Lucida Sans Unicode" charset="0"/>
                <a:cs typeface="Lucida Sans Unicode"/>
              </a:rPr>
              <a:t>P</a:t>
            </a:r>
            <a:r>
              <a:rPr lang="fr-FR" altLang="ja-JP" baseline="-25000">
                <a:ea typeface="Lucida Sans Unicode" charset="0"/>
                <a:cs typeface="Lucida Sans Unicode"/>
              </a:rPr>
              <a:t>YBCO</a:t>
            </a:r>
            <a:r>
              <a:rPr lang="fr-FR" altLang="ja-JP">
                <a:ea typeface="Lucida Sans Unicode" charset="0"/>
                <a:cs typeface="Lucida Sans Unicode"/>
              </a:rPr>
              <a:t>  : </a:t>
            </a:r>
            <a:r>
              <a:rPr lang="fr-FR" altLang="ja-JP" err="1">
                <a:ea typeface="Lucida Sans Unicode" charset="0"/>
                <a:cs typeface="Lucida Sans Unicode"/>
              </a:rPr>
              <a:t>cost</a:t>
            </a:r>
            <a:r>
              <a:rPr lang="fr-FR" altLang="ja-JP">
                <a:ea typeface="Lucida Sans Unicode" charset="0"/>
                <a:cs typeface="Lucida Sans Unicode"/>
              </a:rPr>
              <a:t> (per m) of </a:t>
            </a:r>
            <a:r>
              <a:rPr lang="fr-FR" altLang="ja-JP" err="1">
                <a:ea typeface="Lucida Sans Unicode" charset="0"/>
                <a:cs typeface="Lucida Sans Unicode"/>
              </a:rPr>
              <a:t>superconductive</a:t>
            </a:r>
            <a:r>
              <a:rPr lang="fr-FR" altLang="ja-JP">
                <a:ea typeface="Lucida Sans Unicode" charset="0"/>
                <a:cs typeface="Lucida Sans Unicode"/>
              </a:rPr>
              <a:t> </a:t>
            </a:r>
            <a:r>
              <a:rPr lang="fr-FR" altLang="ja-JP" err="1">
                <a:ea typeface="Lucida Sans Unicode" charset="0"/>
                <a:cs typeface="Lucida Sans Unicode"/>
              </a:rPr>
              <a:t>material</a:t>
            </a:r>
            <a:r>
              <a:rPr lang="fr-FR" altLang="ja-JP">
                <a:ea typeface="Lucida Sans Unicode" charset="0"/>
                <a:cs typeface="Lucida Sans Unicode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err="1">
                <a:ea typeface="Lucida Sans Unicode" charset="0"/>
                <a:cs typeface="Lucida Sans Unicode"/>
              </a:rPr>
              <a:t>V</a:t>
            </a:r>
            <a:r>
              <a:rPr lang="fr-FR" altLang="ja-JP" baseline="-25000" err="1">
                <a:ea typeface="Lucida Sans Unicode" charset="0"/>
                <a:cs typeface="Lucida Sans Unicode"/>
              </a:rPr>
              <a:t>Cu</a:t>
            </a:r>
            <a:r>
              <a:rPr lang="fr-FR" altLang="ja-JP">
                <a:ea typeface="Lucida Sans Unicode" charset="0"/>
                <a:cs typeface="Lucida Sans Unicode"/>
              </a:rPr>
              <a:t> : volume of </a:t>
            </a:r>
            <a:r>
              <a:rPr lang="fr-FR" altLang="ja-JP" err="1">
                <a:ea typeface="Lucida Sans Unicode" charset="0"/>
                <a:cs typeface="Lucida Sans Unicode"/>
              </a:rPr>
              <a:t>copper</a:t>
            </a:r>
            <a:r>
              <a:rPr lang="fr-FR" altLang="ja-JP">
                <a:ea typeface="Lucida Sans Unicode" charset="0"/>
                <a:cs typeface="Lucida Sans Unicode"/>
              </a:rPr>
              <a:t> in the </a:t>
            </a:r>
            <a:r>
              <a:rPr lang="fr-FR" altLang="ja-JP" err="1">
                <a:ea typeface="Lucida Sans Unicode" charset="0"/>
                <a:cs typeface="Lucida Sans Unicode"/>
              </a:rPr>
              <a:t>heat</a:t>
            </a:r>
            <a:r>
              <a:rPr lang="fr-FR" altLang="ja-JP">
                <a:ea typeface="Lucida Sans Unicode" charset="0"/>
                <a:cs typeface="Lucida Sans Unicode"/>
              </a:rPr>
              <a:t> shunt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err="1">
                <a:ea typeface="Lucida Sans Unicode" charset="0"/>
                <a:cs typeface="Lucida Sans Unicode"/>
              </a:rPr>
              <a:t>m</a:t>
            </a:r>
            <a:r>
              <a:rPr lang="fr-FR" altLang="ja-JP" baseline="-25000" err="1">
                <a:ea typeface="Lucida Sans Unicode" charset="0"/>
                <a:cs typeface="Lucida Sans Unicode"/>
              </a:rPr>
              <a:t>Cu</a:t>
            </a:r>
            <a:r>
              <a:rPr lang="fr-FR" altLang="ja-JP">
                <a:ea typeface="Lucida Sans Unicode" charset="0"/>
                <a:cs typeface="Lucida Sans Unicode"/>
              </a:rPr>
              <a:t> : </a:t>
            </a:r>
            <a:r>
              <a:rPr lang="fr-FR" altLang="ja-JP" err="1">
                <a:ea typeface="Lucida Sans Unicode" charset="0"/>
                <a:cs typeface="Lucida Sans Unicode"/>
              </a:rPr>
              <a:t>density</a:t>
            </a:r>
            <a:r>
              <a:rPr lang="fr-FR" altLang="ja-JP">
                <a:ea typeface="Lucida Sans Unicode" charset="0"/>
                <a:cs typeface="Lucida Sans Unicode"/>
              </a:rPr>
              <a:t> of </a:t>
            </a:r>
            <a:r>
              <a:rPr lang="fr-FR" altLang="ja-JP" err="1">
                <a:ea typeface="Lucida Sans Unicode" charset="0"/>
                <a:cs typeface="Lucida Sans Unicode"/>
              </a:rPr>
              <a:t>copper</a:t>
            </a:r>
            <a:r>
              <a:rPr lang="fr-FR" altLang="ja-JP">
                <a:ea typeface="Lucida Sans Unicode" charset="0"/>
                <a:cs typeface="Lucida Sans Unicode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err="1">
                <a:ea typeface="Lucida Sans Unicode" charset="0"/>
                <a:cs typeface="Lucida Sans Unicode"/>
              </a:rPr>
              <a:t>P</a:t>
            </a:r>
            <a:r>
              <a:rPr lang="fr-FR" altLang="ja-JP" baseline="-25000" err="1">
                <a:ea typeface="Lucida Sans Unicode" charset="0"/>
                <a:cs typeface="Lucida Sans Unicode"/>
              </a:rPr>
              <a:t>Cu</a:t>
            </a:r>
            <a:r>
              <a:rPr lang="fr-FR" altLang="ja-JP">
                <a:ea typeface="Lucida Sans Unicode" charset="0"/>
                <a:cs typeface="Lucida Sans Unicode"/>
              </a:rPr>
              <a:t> : </a:t>
            </a:r>
            <a:r>
              <a:rPr lang="fr-FR" altLang="ja-JP" err="1">
                <a:ea typeface="Lucida Sans Unicode" charset="0"/>
                <a:cs typeface="Lucida Sans Unicode"/>
              </a:rPr>
              <a:t>cost</a:t>
            </a:r>
            <a:r>
              <a:rPr lang="fr-FR" altLang="ja-JP">
                <a:ea typeface="Lucida Sans Unicode" charset="0"/>
                <a:cs typeface="Lucida Sans Unicode"/>
              </a:rPr>
              <a:t> (per kg) of </a:t>
            </a:r>
            <a:r>
              <a:rPr lang="fr-FR" altLang="ja-JP" err="1">
                <a:ea typeface="Lucida Sans Unicode" charset="0"/>
                <a:cs typeface="Lucida Sans Unicode"/>
              </a:rPr>
              <a:t>copper</a:t>
            </a:r>
            <a:endParaRPr lang="fr-FR" altLang="ja-JP"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º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8C5C74E-4CA7-2FDB-8309-1A8F3155E34C}"/>
              </a:ext>
            </a:extLst>
          </p:cNvPr>
          <p:cNvGrpSpPr/>
          <p:nvPr/>
        </p:nvGrpSpPr>
        <p:grpSpPr>
          <a:xfrm>
            <a:off x="2641601" y="4094205"/>
            <a:ext cx="6250880" cy="2340993"/>
            <a:chOff x="838080" y="3597411"/>
            <a:chExt cx="6446640" cy="2036820"/>
          </a:xfrm>
        </p:grpSpPr>
        <p:sp>
          <p:nvSpPr>
            <p:cNvPr id="19" name="Cylindre 18">
              <a:extLst>
                <a:ext uri="{FF2B5EF4-FFF2-40B4-BE49-F238E27FC236}">
                  <a16:creationId xmlns:a16="http://schemas.microsoft.com/office/drawing/2014/main" id="{BEE1CF88-3FE7-58FE-7839-4FC687B2F4BC}"/>
                </a:ext>
              </a:extLst>
            </p:cNvPr>
            <p:cNvSpPr/>
            <p:nvPr/>
          </p:nvSpPr>
          <p:spPr>
            <a:xfrm rot="16200000">
              <a:off x="3841819" y="2720339"/>
              <a:ext cx="341335" cy="2812862"/>
            </a:xfrm>
            <a:prstGeom prst="can">
              <a:avLst>
                <a:gd name="adj" fmla="val 41129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AFEAE3EA-42FB-AC24-1AE1-E60E38ADDD4D}"/>
                </a:ext>
              </a:extLst>
            </p:cNvPr>
            <p:cNvSpPr/>
            <p:nvPr/>
          </p:nvSpPr>
          <p:spPr>
            <a:xfrm flipH="1">
              <a:off x="1844662" y="4599266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8DE31379-6F16-F1DD-E187-F936850EDF21}"/>
                </a:ext>
              </a:extLst>
            </p:cNvPr>
            <p:cNvCxnSpPr/>
            <p:nvPr/>
          </p:nvCxnSpPr>
          <p:spPr>
            <a:xfrm>
              <a:off x="83808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50F44451-7B27-8D6B-A4CB-FED35A5A5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6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33240FF-EBCB-5EA9-D619-1CA9672ADE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346" y="4126770"/>
              <a:ext cx="12200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46DA3575-9FF0-7C99-C958-F4879C7654E7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5418918" y="4126769"/>
              <a:ext cx="1264734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5E728223-CB0D-C4C5-08E5-AED247862282}"/>
                </a:ext>
              </a:extLst>
            </p:cNvPr>
            <p:cNvCxnSpPr/>
            <p:nvPr/>
          </p:nvCxnSpPr>
          <p:spPr>
            <a:xfrm>
              <a:off x="6192950" y="4776408"/>
              <a:ext cx="1091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C9AEBDD5-B3F0-E75E-2F69-AA903E6B85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1249" y="4126770"/>
              <a:ext cx="0" cy="643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93F6EFC6-6CF4-C444-B9CE-72C67F474B39}"/>
                </a:ext>
              </a:extLst>
            </p:cNvPr>
            <p:cNvSpPr txBox="1"/>
            <p:nvPr/>
          </p:nvSpPr>
          <p:spPr>
            <a:xfrm>
              <a:off x="2998813" y="3597411"/>
              <a:ext cx="2606467" cy="32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err="1"/>
                <a:t>Rsh</a:t>
              </a:r>
              <a:r>
                <a:rPr lang="fr-FR"/>
                <a:t> </a:t>
              </a:r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FC744D6B-2C07-94F4-AB0E-3C2054B88A81}"/>
                    </a:ext>
                  </a:extLst>
                </p:cNvPr>
                <p:cNvSpPr txBox="1"/>
                <p:nvPr/>
              </p:nvSpPr>
              <p:spPr>
                <a:xfrm>
                  <a:off x="2106612" y="4948565"/>
                  <a:ext cx="4541752" cy="3213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err="1"/>
                    <a:t>superconductor</a:t>
                  </a:r>
                  <a:r>
                    <a:rPr lang="fr-FR"/>
                    <a:t> (</a:t>
                  </a:r>
                  <a:r>
                    <a:rPr lang="fr-FR" err="1"/>
                    <a:t>length</a:t>
                  </a:r>
                  <a:r>
                    <a:rPr lang="fr-FR"/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fr-FR"/>
                    <a:t>) </a:t>
                  </a:r>
                  <a:endParaRPr lang="en-GB"/>
                </a:p>
              </p:txBody>
            </p:sp>
          </mc:Choice>
          <mc:Fallback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FC744D6B-2C07-94F4-AB0E-3C2054B8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6612" y="4948565"/>
                  <a:ext cx="4541752" cy="321343"/>
                </a:xfrm>
                <a:prstGeom prst="rect">
                  <a:avLst/>
                </a:prstGeom>
                <a:blipFill>
                  <a:blip r:embed="rId3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F799BD91-BDC0-569C-3554-6EEB2E6F9AE1}"/>
                </a:ext>
              </a:extLst>
            </p:cNvPr>
            <p:cNvSpPr/>
            <p:nvPr/>
          </p:nvSpPr>
          <p:spPr>
            <a:xfrm flipH="1">
              <a:off x="1929850" y="5292895"/>
              <a:ext cx="4402282" cy="341336"/>
            </a:xfrm>
            <a:prstGeom prst="cube">
              <a:avLst>
                <a:gd name="adj" fmla="val 70162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5EF00786-41FB-026F-B46F-504E5411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4747883"/>
              <a:ext cx="0" cy="7156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eur droit 96">
              <a:extLst>
                <a:ext uri="{FF2B5EF4-FFF2-40B4-BE49-F238E27FC236}">
                  <a16:creationId xmlns:a16="http://schemas.microsoft.com/office/drawing/2014/main" id="{E38C90F9-E990-D462-A90E-CF88B0FD65BB}"/>
                </a:ext>
              </a:extLst>
            </p:cNvPr>
            <p:cNvCxnSpPr>
              <a:cxnSpLocks/>
            </p:cNvCxnSpPr>
            <p:nvPr/>
          </p:nvCxnSpPr>
          <p:spPr>
            <a:xfrm>
              <a:off x="1472346" y="5463563"/>
              <a:ext cx="6050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Connecteur droit 97">
              <a:extLst>
                <a:ext uri="{FF2B5EF4-FFF2-40B4-BE49-F238E27FC236}">
                  <a16:creationId xmlns:a16="http://schemas.microsoft.com/office/drawing/2014/main" id="{4DD7904D-22B7-F18D-BF8C-82D83925BF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6944" y="5463563"/>
              <a:ext cx="424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139473B9-25F7-51E5-BB2B-CDF410846168}"/>
                </a:ext>
              </a:extLst>
            </p:cNvPr>
            <p:cNvCxnSpPr>
              <a:cxnSpLocks/>
            </p:cNvCxnSpPr>
            <p:nvPr/>
          </p:nvCxnSpPr>
          <p:spPr>
            <a:xfrm>
              <a:off x="6671248" y="4769934"/>
              <a:ext cx="1" cy="6936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Espace réservé du numéro de diapositive 6">
            <a:extLst>
              <a:ext uri="{FF2B5EF4-FFF2-40B4-BE49-F238E27FC236}">
                <a16:creationId xmlns:a16="http://schemas.microsoft.com/office/drawing/2014/main" id="{EA0848CA-3ED1-10C1-1C10-B8EB2A9D4E8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2" name="Espace réservé de la date 5">
            <a:extLst>
              <a:ext uri="{FF2B5EF4-FFF2-40B4-BE49-F238E27FC236}">
                <a16:creationId xmlns:a16="http://schemas.microsoft.com/office/drawing/2014/main" id="{A1A48910-613B-F449-786D-BD95CBF7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8C974-6409-8518-9837-C2056D5FE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43" y="2153087"/>
            <a:ext cx="4752932" cy="31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215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659876" y="757813"/>
            <a:ext cx="8232603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CAPEX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chemeClr val="accent1"/>
                </a:solidFill>
                <a:ea typeface="Lucida Sans Unicode" charset="0"/>
                <a:cs typeface="Lucida Sans Unicode"/>
              </a:rPr>
              <a:t>Formula for </a:t>
            </a:r>
            <a:r>
              <a:rPr lang="en-US" altLang="ja-JP" sz="2400" err="1">
                <a:solidFill>
                  <a:schemeClr val="accent1"/>
                </a:solidFill>
                <a:ea typeface="Lucida Sans Unicode" charset="0"/>
                <a:cs typeface="Lucida Sans Unicode"/>
              </a:rPr>
              <a:t>V</a:t>
            </a:r>
            <a:r>
              <a:rPr lang="en-US" altLang="ja-JP" sz="2400" baseline="-25000" err="1">
                <a:solidFill>
                  <a:schemeClr val="accent1"/>
                </a:solidFill>
                <a:ea typeface="Lucida Sans Unicode" charset="0"/>
                <a:cs typeface="Lucida Sans Unicode"/>
              </a:rPr>
              <a:t>Cu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l-GR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ρ</a:t>
            </a:r>
            <a:r>
              <a:rPr lang="fr-FR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: </a:t>
            </a:r>
            <a:r>
              <a:rPr lang="fr-FR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resistivity</a:t>
            </a:r>
            <a:r>
              <a:rPr lang="fr-FR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of </a:t>
            </a:r>
            <a:r>
              <a:rPr lang="fr-FR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copper</a:t>
            </a:r>
            <a:endParaRPr lang="fr-FR" altLang="ja-JP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J : </a:t>
            </a:r>
            <a:r>
              <a:rPr lang="fr-FR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allowed</a:t>
            </a:r>
            <a:r>
              <a:rPr lang="fr-FR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fr-FR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current</a:t>
            </a:r>
            <a:r>
              <a:rPr lang="fr-FR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fr-FR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density</a:t>
            </a:r>
            <a:endParaRPr lang="fr-FR" altLang="ja-JP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º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100" name="Espace réservé du numéro de diapositive 6">
            <a:extLst>
              <a:ext uri="{FF2B5EF4-FFF2-40B4-BE49-F238E27FC236}">
                <a16:creationId xmlns:a16="http://schemas.microsoft.com/office/drawing/2014/main" id="{EA0848CA-3ED1-10C1-1C10-B8EB2A9D4E8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2" name="Espace réservé de la date 5">
            <a:extLst>
              <a:ext uri="{FF2B5EF4-FFF2-40B4-BE49-F238E27FC236}">
                <a16:creationId xmlns:a16="http://schemas.microsoft.com/office/drawing/2014/main" id="{A1A48910-613B-F449-786D-BD95CBF7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5" name="Picture 4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7F2276ED-019A-9EE4-9B98-571C52C43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60" y="2079037"/>
            <a:ext cx="2022850" cy="761073"/>
          </a:xfrm>
          <a:prstGeom prst="rect">
            <a:avLst/>
          </a:prstGeom>
        </p:spPr>
      </p:pic>
      <p:pic>
        <p:nvPicPr>
          <p:cNvPr id="8" name="Picture 7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47B99EBB-D13F-DC4B-9E19-D05F0D487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460" y="2957140"/>
            <a:ext cx="2773413" cy="65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748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">
            <a:extLst>
              <a:ext uri="{FF2B5EF4-FFF2-40B4-BE49-F238E27FC236}">
                <a16:creationId xmlns:a16="http://schemas.microsoft.com/office/drawing/2014/main" id="{3909E233-F596-CB67-5D39-4C5F5C852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Optimization according to CAPEX and OPEX 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2023-03-31</a:t>
            </a:r>
            <a:endParaRPr lang="fr-FR"/>
          </a:p>
        </p:txBody>
      </p:sp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5C6D1794-1A09-BFB0-588C-355928860C5F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28</a:t>
            </a:fld>
            <a:endParaRPr lang="fr-FR"/>
          </a:p>
        </p:txBody>
      </p:sp>
      <p:pic>
        <p:nvPicPr>
          <p:cNvPr id="8" name="Picture 7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7A196CC3-3CEA-A3A2-BF96-9A7BE25F9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105" y="1780827"/>
            <a:ext cx="5643282" cy="389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285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F92BE3A0-2B1B-8925-F80F-2447D7B84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5781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numCol="1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CAPEX - OPEX 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 b="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B05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0597B9F-5D09-D2ED-FA97-D67D5C60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B37BDF28-4555-CC20-48BC-5A9C441156A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9" name="Espace réservé de la date 5">
            <a:extLst>
              <a:ext uri="{FF2B5EF4-FFF2-40B4-BE49-F238E27FC236}">
                <a16:creationId xmlns:a16="http://schemas.microsoft.com/office/drawing/2014/main" id="{2CE7E093-EB1A-E7C8-0A76-F7D64A7AE2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11" name="Picture 10" descr="A graph with green circles and numbers&#10;&#10;Description automatically generated">
            <a:extLst>
              <a:ext uri="{FF2B5EF4-FFF2-40B4-BE49-F238E27FC236}">
                <a16:creationId xmlns:a16="http://schemas.microsoft.com/office/drawing/2014/main" id="{89AFB21B-1E53-AD16-A174-6ED1F3F5E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9406"/>
            <a:ext cx="6792754" cy="50190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2">
                <a:extLst>
                  <a:ext uri="{FF2B5EF4-FFF2-40B4-BE49-F238E27FC236}">
                    <a16:creationId xmlns:a16="http://schemas.microsoft.com/office/drawing/2014/main" id="{317470FA-1917-FB12-A0BD-7385B1959B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2800809"/>
                  </p:ext>
                </p:extLst>
              </p:nvPr>
            </p:nvGraphicFramePr>
            <p:xfrm>
              <a:off x="4788816" y="560265"/>
              <a:ext cx="4103663" cy="2919794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062665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047498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013707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979793">
                      <a:extLst>
                        <a:ext uri="{9D8B030D-6E8A-4147-A177-3AD203B41FA5}">
                          <a16:colId xmlns:a16="http://schemas.microsoft.com/office/drawing/2014/main" val="322366126"/>
                        </a:ext>
                      </a:extLst>
                    </a:gridCol>
                  </a:tblGrid>
                  <a:tr h="312424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5413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𝑠h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.93</m:t>
                                </m:r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.43</m:t>
                                </m:r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.39</m:t>
                                </m:r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124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</m:oMath>
                          </a14:m>
                          <a:r>
                            <a:rPr lang="fr-FR"/>
                            <a:t>m]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22.5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29.3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i="0">
                              <a:latin typeface="+mj-lt"/>
                            </a:rPr>
                            <a:t>30.4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124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i="0">
                              <a:latin typeface="+mj-lt"/>
                            </a:rPr>
                            <a:t>2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727654"/>
                      </a:ext>
                    </a:extLst>
                  </a:tr>
                  <a:tr h="10153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Objectif</a:t>
                          </a:r>
                        </a:p>
                        <a:p>
                          <a:pPr algn="ctr"/>
                          <a:r>
                            <a:rPr lang="fr-FR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𝐶𝐴𝑃𝐸𝑋</m:t>
                              </m:r>
                            </m:oMath>
                          </a14:m>
                          <a:r>
                            <a:rPr lang="fr-FR"/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𝑂𝑃𝐸𝑋</m:t>
                              </m:r>
                            </m:oMath>
                          </a14:m>
                          <a:r>
                            <a:rPr lang="fr-FR"/>
                            <a:t>) [$;kW]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(4370;</a:t>
                          </a:r>
                        </a:p>
                        <a:p>
                          <a:pPr algn="ctr"/>
                          <a:r>
                            <a:rPr lang="fr-FR"/>
                            <a:t>49.6)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(5940;</a:t>
                          </a:r>
                        </a:p>
                        <a:p>
                          <a:pPr algn="ctr"/>
                          <a:r>
                            <a:rPr lang="fr-FR"/>
                            <a:t>42.6)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(6140 ; 42.6)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2">
                <a:extLst>
                  <a:ext uri="{FF2B5EF4-FFF2-40B4-BE49-F238E27FC236}">
                    <a16:creationId xmlns:a16="http://schemas.microsoft.com/office/drawing/2014/main" id="{317470FA-1917-FB12-A0BD-7385B1959B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2800809"/>
                  </p:ext>
                </p:extLst>
              </p:nvPr>
            </p:nvGraphicFramePr>
            <p:xfrm>
              <a:off x="4788816" y="560265"/>
              <a:ext cx="4103663" cy="2919794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062665">
                      <a:extLst>
                        <a:ext uri="{9D8B030D-6E8A-4147-A177-3AD203B41FA5}">
                          <a16:colId xmlns:a16="http://schemas.microsoft.com/office/drawing/2014/main" val="1232704258"/>
                        </a:ext>
                      </a:extLst>
                    </a:gridCol>
                    <a:gridCol w="1047498">
                      <a:extLst>
                        <a:ext uri="{9D8B030D-6E8A-4147-A177-3AD203B41FA5}">
                          <a16:colId xmlns:a16="http://schemas.microsoft.com/office/drawing/2014/main" val="2702902973"/>
                        </a:ext>
                      </a:extLst>
                    </a:gridCol>
                    <a:gridCol w="1013707">
                      <a:extLst>
                        <a:ext uri="{9D8B030D-6E8A-4147-A177-3AD203B41FA5}">
                          <a16:colId xmlns:a16="http://schemas.microsoft.com/office/drawing/2014/main" val="271771272"/>
                        </a:ext>
                      </a:extLst>
                    </a:gridCol>
                    <a:gridCol w="979793">
                      <a:extLst>
                        <a:ext uri="{9D8B030D-6E8A-4147-A177-3AD203B41FA5}">
                          <a16:colId xmlns:a16="http://schemas.microsoft.com/office/drawing/2014/main" val="32236612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A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B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C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6422185"/>
                      </a:ext>
                    </a:extLst>
                  </a:tr>
                  <a:tr h="6337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1" t="-62500" r="-286857" b="-3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326" t="-62500" r="-191860" b="-3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639" t="-62500" r="-98795" b="-3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9255" t="-62500" r="-1863" b="-31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0263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1" t="-281667" r="-286857" b="-4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326" t="-281667" r="-191860" b="-4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639" t="-281667" r="-98795" b="-4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i="0">
                              <a:latin typeface="+mj-lt"/>
                            </a:rPr>
                            <a:t>30.4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07862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1" t="-375410" r="-286857" b="-345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326" t="-375410" r="-191860" b="-345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639" t="-375410" r="-98795" b="-345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0" i="0">
                              <a:latin typeface="+mj-lt"/>
                            </a:rPr>
                            <a:t>2</a:t>
                          </a:r>
                          <a:endParaRPr lang="fr-FR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727654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1" t="-148718" r="-286857" b="-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(4370;</a:t>
                          </a:r>
                        </a:p>
                        <a:p>
                          <a:pPr algn="ctr"/>
                          <a:r>
                            <a:rPr lang="fr-FR"/>
                            <a:t>49.6)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(5940;</a:t>
                          </a:r>
                        </a:p>
                        <a:p>
                          <a:pPr algn="ctr"/>
                          <a:r>
                            <a:rPr lang="fr-FR"/>
                            <a:t>42.6)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/>
                            <a:t>(6140 ; 42.6)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4329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Image 2" descr="Une image contenant texte, ligne, capture d’écran, Parallèle&#10;&#10;Description générée automatiquement">
            <a:extLst>
              <a:ext uri="{FF2B5EF4-FFF2-40B4-BE49-F238E27FC236}">
                <a16:creationId xmlns:a16="http://schemas.microsoft.com/office/drawing/2014/main" id="{9F6BEF6E-C85A-DC9C-F250-700594426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638" y="3654885"/>
            <a:ext cx="3620362" cy="272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15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DEAB4FFB-490E-AC91-56AF-2589B8C0F9C9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12" name="Espace réservé de la date 5">
            <a:extLst>
              <a:ext uri="{FF2B5EF4-FFF2-40B4-BE49-F238E27FC236}">
                <a16:creationId xmlns:a16="http://schemas.microsoft.com/office/drawing/2014/main" id="{5F3F317E-4C4E-4434-B714-3D8EABCB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5" name="Image 4" descr="Une image contenant diagramme, ligne&#10;&#10;Description générée automatiquement">
            <a:extLst>
              <a:ext uri="{FF2B5EF4-FFF2-40B4-BE49-F238E27FC236}">
                <a16:creationId xmlns:a16="http://schemas.microsoft.com/office/drawing/2014/main" id="{E5C65F96-FB35-6369-95CF-0D86F0F26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620" y="684494"/>
            <a:ext cx="5327106" cy="2799601"/>
          </a:xfrm>
          <a:prstGeom prst="rect">
            <a:avLst/>
          </a:prstGeom>
        </p:spPr>
      </p:pic>
      <p:pic>
        <p:nvPicPr>
          <p:cNvPr id="13" name="Image 12" descr="Une image contenant diagramme, Tracé, origami, conception&#10;&#10;Description générée automatiquement">
            <a:extLst>
              <a:ext uri="{FF2B5EF4-FFF2-40B4-BE49-F238E27FC236}">
                <a16:creationId xmlns:a16="http://schemas.microsoft.com/office/drawing/2014/main" id="{09C97963-02B0-2AD8-C0ED-7BE81F130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774" y="3489460"/>
            <a:ext cx="5502952" cy="2889154"/>
          </a:xfrm>
          <a:prstGeom prst="rect">
            <a:avLst/>
          </a:prstGeom>
        </p:spPr>
      </p:pic>
      <p:pic>
        <p:nvPicPr>
          <p:cNvPr id="15" name="Picture 10" descr="A graph with green circles and numbers&#10;&#10;Description automatically generated">
            <a:extLst>
              <a:ext uri="{FF2B5EF4-FFF2-40B4-BE49-F238E27FC236}">
                <a16:creationId xmlns:a16="http://schemas.microsoft.com/office/drawing/2014/main" id="{581B76D4-486F-744F-7553-917DD6EA7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54" y="684494"/>
            <a:ext cx="2253345" cy="166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289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DEAB4FFB-490E-AC91-56AF-2589B8C0F9C9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12" name="Espace réservé de la date 5">
            <a:extLst>
              <a:ext uri="{FF2B5EF4-FFF2-40B4-BE49-F238E27FC236}">
                <a16:creationId xmlns:a16="http://schemas.microsoft.com/office/drawing/2014/main" id="{5F3F317E-4C4E-4434-B714-3D8EABCB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15" name="Picture 10" descr="A graph with green circles and numbers&#10;&#10;Description automatically generated">
            <a:extLst>
              <a:ext uri="{FF2B5EF4-FFF2-40B4-BE49-F238E27FC236}">
                <a16:creationId xmlns:a16="http://schemas.microsoft.com/office/drawing/2014/main" id="{581B76D4-486F-744F-7553-917DD6EA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941" y="683614"/>
            <a:ext cx="1682872" cy="1243481"/>
          </a:xfrm>
          <a:prstGeom prst="rect">
            <a:avLst/>
          </a:prstGeom>
        </p:spPr>
      </p:pic>
      <p:pic>
        <p:nvPicPr>
          <p:cNvPr id="2" name="Image 1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D5FABD05-B2BC-71E9-3360-541023A40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37903"/>
            <a:ext cx="7499322" cy="395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986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DEAB4FFB-490E-AC91-56AF-2589B8C0F9C9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12" name="Espace réservé de la date 5">
            <a:extLst>
              <a:ext uri="{FF2B5EF4-FFF2-40B4-BE49-F238E27FC236}">
                <a16:creationId xmlns:a16="http://schemas.microsoft.com/office/drawing/2014/main" id="{5F3F317E-4C4E-4434-B714-3D8EABCB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pic>
        <p:nvPicPr>
          <p:cNvPr id="4" name="Image 3" descr="Une image contenant diagramme, cercle, capture d’écran&#10;&#10;Description générée automatiquement">
            <a:extLst>
              <a:ext uri="{FF2B5EF4-FFF2-40B4-BE49-F238E27FC236}">
                <a16:creationId xmlns:a16="http://schemas.microsoft.com/office/drawing/2014/main" id="{D9FDA4D6-064A-59D4-E041-1A7DE1798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42" y="718453"/>
            <a:ext cx="7707885" cy="56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222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732735" y="2322575"/>
            <a:ext cx="3674240" cy="118513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IV. Conclusion</a:t>
            </a:r>
            <a:endParaRPr lang="en-US" sz="3200" b="1">
              <a:solidFill>
                <a:srgbClr val="000000"/>
              </a:solidFill>
              <a:latin typeface="+mj-lt"/>
              <a:ea typeface="ＭＳ Ｐゴシック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8BEFE32-FEAE-BCCA-A8C9-A317CFD020D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99A6A45F-FD42-670C-2DDC-D7905988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3381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8BEFE32-FEAE-BCCA-A8C9-A317CFD020D1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99A6A45F-FD42-670C-2DDC-D7905988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5A781-9920-3A43-82E1-5D826024A321}"/>
              </a:ext>
            </a:extLst>
          </p:cNvPr>
          <p:cNvSpPr txBox="1"/>
          <p:nvPr/>
        </p:nvSpPr>
        <p:spPr>
          <a:xfrm>
            <a:off x="537910" y="1517684"/>
            <a:ext cx="821483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>
                <a:ea typeface="+mn-lt"/>
                <a:cs typeface="+mn-lt"/>
              </a:rPr>
              <a:t>The modeling part of this project has confirmed the effectiveness of a superconducting resistor to enable DC power grid stability.</a:t>
            </a:r>
            <a:endParaRPr lang="fr-FR">
              <a:ea typeface="+mn-lt"/>
              <a:cs typeface="+mn-lt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747628F-82AC-921D-DBA6-F7DFB70E38A9}"/>
              </a:ext>
            </a:extLst>
          </p:cNvPr>
          <p:cNvSpPr txBox="1"/>
          <p:nvPr/>
        </p:nvSpPr>
        <p:spPr>
          <a:xfrm>
            <a:off x="537910" y="3917467"/>
            <a:ext cx="821483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>
                <a:ea typeface="+mn-lt"/>
                <a:cs typeface="+mn-lt"/>
              </a:rPr>
              <a:t>After obtaining all the optimization results, a discussion with the client should be initiated in order to determine which point of the Pareto front to choose. Several aspects must be considered, among which the </a:t>
            </a:r>
            <a:r>
              <a:rPr lang="en-US" sz="2800">
                <a:solidFill>
                  <a:srgbClr val="00B050"/>
                </a:solidFill>
                <a:ea typeface="+mn-lt"/>
                <a:cs typeface="+mn-lt"/>
              </a:rPr>
              <a:t>initial, operation, and environmental costs.</a:t>
            </a:r>
            <a:endParaRPr lang="en-US" sz="2800">
              <a:solidFill>
                <a:srgbClr val="00B05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2042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1350169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Thank you !</a:t>
            </a:r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7860819-971E-BAD6-6A18-9CA803C8CEB2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id="{DB0C2D77-F049-5605-4906-C9A52165A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57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References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/>
        </p:nvGraphicFramePr>
        <p:xfrm>
          <a:off x="356607" y="1288335"/>
          <a:ext cx="8321401" cy="5583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21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sz="1200"/>
                        <a:t>[1] 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 Herrera, W. Zhang and J. Wang, "Stability Analysis and Controller Design of DC Microgrids With Constant Power Loads," in </a:t>
                      </a:r>
                      <a:r>
                        <a:rPr lang="en-GB" sz="1200" b="0" i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Transactions on Smart Grid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vol. 8, no. 2, pp. 881-888, March 2017, </a:t>
                      </a:r>
                      <a:r>
                        <a:rPr lang="en-GB" sz="1200" b="0" i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doi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10.1109/TSG.2015.2457909.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sz="1200"/>
                        <a:t>[2]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A. Russo and A. Cavallo,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Supercapacitor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control for More Electric Aircraft application," 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2020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European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Control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(ECC)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St. Petersburg,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Russia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2020, pp. 1909-1914,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10.23919/ECC51009.2020.9143927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23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[3]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G.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Ensermu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A. Bhattacharya, "Control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Analysis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of DC Micro-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grids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Constant Power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Loads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Source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Disturbances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," 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2018 IEEE International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on Power Electronics, Drives and Energy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Systems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(PEDES)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Chennai,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India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2018, pp. 1-6,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10.1109/PEDES.2018.8707605.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[4]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Dehghani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Ghiasi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GhasemiGarpachi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T.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Niknam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A.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Kavousi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-Fard and H.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Shirazi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Stabilization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of DC/DC Converter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Constant Power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Load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using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Exact Feedback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Linearization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Method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based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on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Backstepping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Sliding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Mode Control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Nonlinear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Disturbance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Observer," 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2021 12th Power Electronics, Drive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Systems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, and Technologies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(PEDSTC)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Tabriz, Iran, 2021, pp. 1-6,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10.1109/PEDSTC52094.2021.9405916.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[5]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J. G.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Ciezki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R. W. Ashton,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Selection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issues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associated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navy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shipboard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DC zonal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electric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distribution system," in 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IEEE Transactions on Power Delivery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vol. 15, no. 2, pp. 665-669, April 2000,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10.1109/61.853002.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200" b="0" i="0" u="none" strike="noStrike" noProof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noProof="0">
                          <a:latin typeface="Calibri"/>
                        </a:rPr>
                        <a:t>[6] </a:t>
                      </a:r>
                      <a:r>
                        <a:rPr lang="fr-FR" sz="1200" b="0" i="0" u="none" strike="noStrike" noProof="0"/>
                        <a:t>A. </a:t>
                      </a:r>
                      <a:r>
                        <a:rPr lang="fr-FR" sz="1200" b="0" i="0" u="none" strike="noStrike" noProof="0" err="1"/>
                        <a:t>Kwasinski</a:t>
                      </a:r>
                      <a:r>
                        <a:rPr lang="fr-FR" sz="1200" b="0" i="0" u="none" strike="noStrike" noProof="0"/>
                        <a:t> and C. N. </a:t>
                      </a:r>
                      <a:r>
                        <a:rPr lang="fr-FR" sz="1200" b="0" i="0" u="none" strike="noStrike" noProof="0" err="1"/>
                        <a:t>Onwuchekwa</a:t>
                      </a:r>
                      <a:r>
                        <a:rPr lang="fr-FR" sz="1200" b="0" i="0" u="none" strike="noStrike" noProof="0"/>
                        <a:t>, "Dynamic </a:t>
                      </a:r>
                      <a:r>
                        <a:rPr lang="fr-FR" sz="1200" b="0" i="0" u="none" strike="noStrike" noProof="0" err="1"/>
                        <a:t>Behavior</a:t>
                      </a:r>
                      <a:r>
                        <a:rPr lang="fr-FR" sz="1200" b="0" i="0" u="none" strike="noStrike" noProof="0"/>
                        <a:t> and </a:t>
                      </a:r>
                      <a:r>
                        <a:rPr lang="fr-FR" sz="1200" b="0" i="0" u="none" strike="noStrike" noProof="0" err="1"/>
                        <a:t>Stabilization</a:t>
                      </a:r>
                      <a:r>
                        <a:rPr lang="fr-FR" sz="1200" b="0" i="0" u="none" strike="noStrike" noProof="0"/>
                        <a:t> of DC </a:t>
                      </a:r>
                      <a:r>
                        <a:rPr lang="fr-FR" sz="1200" b="0" i="0" u="none" strike="noStrike" noProof="0" err="1"/>
                        <a:t>Microgrids</a:t>
                      </a:r>
                      <a:r>
                        <a:rPr lang="fr-FR" sz="1200" b="0" i="0" u="none" strike="noStrike" noProof="0"/>
                        <a:t> </a:t>
                      </a:r>
                      <a:r>
                        <a:rPr lang="fr-FR" sz="1200" b="0" i="0" u="none" strike="noStrike" noProof="0" err="1"/>
                        <a:t>With</a:t>
                      </a:r>
                      <a:r>
                        <a:rPr lang="fr-FR" sz="1200" b="0" i="0" u="none" strike="noStrike" noProof="0"/>
                        <a:t> </a:t>
                      </a:r>
                      <a:r>
                        <a:rPr lang="fr-FR" sz="1200" b="0" i="0" u="none" strike="noStrike" noProof="0" err="1"/>
                        <a:t>Instantaneous</a:t>
                      </a:r>
                      <a:r>
                        <a:rPr lang="fr-FR" sz="1200" b="0" i="0" u="none" strike="noStrike" noProof="0"/>
                        <a:t> Constant-Power </a:t>
                      </a:r>
                      <a:r>
                        <a:rPr lang="fr-FR" sz="1200" b="0" i="0" u="none" strike="noStrike" noProof="0" err="1"/>
                        <a:t>Loads</a:t>
                      </a:r>
                      <a:r>
                        <a:rPr lang="fr-FR" sz="1200" b="0" i="0" u="none" strike="noStrike" noProof="0"/>
                        <a:t>," in </a:t>
                      </a:r>
                      <a:r>
                        <a:rPr lang="fr-FR" sz="1200" b="0" i="1" u="none" strike="noStrike" noProof="0"/>
                        <a:t>IEEE Transactions on Power Electronics</a:t>
                      </a:r>
                      <a:r>
                        <a:rPr lang="fr-FR" sz="1200" b="0" i="0" u="none" strike="noStrike" noProof="0"/>
                        <a:t>, vol. 26, no. 3, pp. 822-834, March 2011, </a:t>
                      </a:r>
                      <a:r>
                        <a:rPr lang="fr-FR" sz="1200" b="0" i="0" u="none" strike="noStrike" noProof="0" err="1"/>
                        <a:t>doi</a:t>
                      </a:r>
                      <a:r>
                        <a:rPr lang="fr-FR" sz="1200" b="0" i="0" u="none" strike="noStrike" noProof="0"/>
                        <a:t>: 10.1109/TPEL.2010.2091285.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200" b="0" i="0" u="none" strike="noStrike" noProof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noProof="0">
                          <a:latin typeface="Calibri"/>
                        </a:rPr>
                        <a:t>[7] 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D. </a:t>
                      </a:r>
                      <a:r>
                        <a:rPr lang="en-GB" sz="1200" b="0" i="0" u="none" strike="noStrike" kern="1200" err="1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Gunji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, T. </a:t>
                      </a:r>
                      <a:r>
                        <a:rPr lang="en-GB" sz="1200" b="0" i="0" u="none" strike="noStrike" kern="1200" err="1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Imura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 and H. Fujimoto, "Stability analysis of constant power load and load voltage control method for Wireless In-Wheel Motor," 2015 9th International Conference on Power Electronics and ECCE Asia (ICPE-ECCE Asia), Seoul, Korea (South), 2015, pp. 1944-1949, </a:t>
                      </a:r>
                      <a:r>
                        <a:rPr lang="en-GB" sz="1200" b="0" i="0" u="none" strike="noStrike" kern="1200" err="1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doi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: 10.1109/ICPE.2015.7168044.</a:t>
                      </a:r>
                      <a:endParaRPr lang="en-US" sz="1200" b="0" i="0" u="none" strike="noStrike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[8] </a:t>
                      </a:r>
                      <a:r>
                        <a:rPr lang="en-US" sz="1200" b="0" i="0" u="none" strike="noStrike" kern="1200" noProof="0"/>
                        <a:t>P. </a:t>
                      </a:r>
                      <a:r>
                        <a:rPr lang="en-US" sz="1200" b="0" i="0" u="none" strike="noStrike" kern="1200" noProof="0" err="1"/>
                        <a:t>Magne</a:t>
                      </a:r>
                      <a:r>
                        <a:rPr lang="en-US" sz="1200" b="0" i="0" u="none" strike="noStrike" kern="1200" noProof="0"/>
                        <a:t>, B. Nahid-</a:t>
                      </a:r>
                      <a:r>
                        <a:rPr lang="en-US" sz="1200" b="0" i="0" u="none" strike="noStrike" kern="1200" noProof="0" err="1"/>
                        <a:t>Mobarakeh</a:t>
                      </a:r>
                      <a:r>
                        <a:rPr lang="en-US" sz="1200" b="0" i="0" u="none" strike="noStrike" kern="1200" noProof="0"/>
                        <a:t> and S. </a:t>
                      </a:r>
                      <a:r>
                        <a:rPr lang="en-US" sz="1200" b="0" i="0" u="none" strike="noStrike" kern="1200" noProof="0" err="1"/>
                        <a:t>Pierfederici</a:t>
                      </a:r>
                      <a:r>
                        <a:rPr lang="en-US" sz="1200" b="0" i="0" u="none" strike="noStrike" kern="1200" noProof="0"/>
                        <a:t>, "General Active Global Stabilization of Multiloads DC-Power Networks," in </a:t>
                      </a:r>
                      <a:r>
                        <a:rPr lang="en-US" sz="1200" b="0" i="1" u="none" strike="noStrike" kern="1200" noProof="0"/>
                        <a:t>IEEE Transactions on Power Electronics</a:t>
                      </a:r>
                      <a:r>
                        <a:rPr lang="en-US" sz="1200" b="0" i="0" u="none" strike="noStrike" kern="1200" noProof="0"/>
                        <a:t>, vol. 27, no. 4, pp. 1788-1798, April 2012, </a:t>
                      </a:r>
                      <a:r>
                        <a:rPr lang="en-US" sz="1200" b="0" i="0" u="none" strike="noStrike" kern="1200" noProof="0" err="1"/>
                        <a:t>doi</a:t>
                      </a:r>
                      <a:r>
                        <a:rPr lang="en-US" sz="1200" b="0" i="0" u="none" strike="noStrike" kern="1200" noProof="0"/>
                        <a:t>: 10.1109/TPEL.2011.2168426.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/>
                        <a:t>P. </a:t>
                      </a:r>
                      <a:r>
                        <a:rPr lang="en-US" sz="1200" b="0" i="0" u="none" strike="noStrike" kern="1200" noProof="0" err="1"/>
                        <a:t>Magne</a:t>
                      </a:r>
                      <a:r>
                        <a:rPr lang="en-US" sz="1200" b="0" i="0" u="none" strike="noStrike" kern="1200" noProof="0"/>
                        <a:t>, B. Nahid-</a:t>
                      </a:r>
                      <a:r>
                        <a:rPr lang="en-US" sz="1200" b="0" i="0" u="none" strike="noStrike" kern="1200" noProof="0" err="1"/>
                        <a:t>Mobarakeh</a:t>
                      </a:r>
                      <a:r>
                        <a:rPr lang="en-US" sz="1200" b="0" i="0" u="none" strike="noStrike" kern="1200" noProof="0"/>
                        <a:t> and S. </a:t>
                      </a:r>
                      <a:r>
                        <a:rPr lang="en-US" sz="1200" b="0" i="0" u="none" strike="noStrike" kern="1200" noProof="0" err="1"/>
                        <a:t>Pierfederici</a:t>
                      </a:r>
                      <a:r>
                        <a:rPr lang="en-US" sz="1200" b="0" i="0" u="none" strike="noStrike" kern="1200" noProof="0"/>
                        <a:t>, "General Active Global Stabilization of Multiloads DC-Power Networks," in , vol. 27, no. 4, pp. 1788-1798, April 2012, </a:t>
                      </a:r>
                      <a:r>
                        <a:rPr lang="en-US" sz="1200" b="0" i="0" u="none" strike="noStrike" kern="1200" noProof="0" err="1"/>
                        <a:t>doi</a:t>
                      </a:r>
                      <a:r>
                        <a:rPr lang="en-US" sz="1200" b="0" i="0" u="none" strike="noStrike" kern="1200" noProof="0"/>
                        <a:t>: 10.1109/TPEL.2011.2168426.</a:t>
                      </a:r>
                      <a:endParaRPr lang="en-US"/>
                    </a:p>
                    <a:p>
                      <a:pPr lvl="0" algn="l"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br>
                        <a:rPr lang="en-US" sz="12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Final presentation - Project CS ST7 aeronautic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FDC327-ED95-8E03-BAD2-F4D298C1A657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B18532D-BAF1-3040-30B5-4E9DFD5A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en-US"/>
              <a:t>2024-03-29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1391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55AC1C-E494-4969-96EF-50C23C893D9A}"/>
</file>

<file path=customXml/itemProps2.xml><?xml version="1.0" encoding="utf-8"?>
<ds:datastoreItem xmlns:ds="http://schemas.openxmlformats.org/officeDocument/2006/customXml" ds:itemID="{FB90B879-DC45-4576-BD26-22026BB99AA7}">
  <ds:schemaRefs>
    <ds:schemaRef ds:uri="218d942a-1588-4b14-8e60-1455442023b0"/>
    <ds:schemaRef ds:uri="de53268d-be1b-4b5a-b9bf-e616a275efa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3FA2A11-5E75-4567-96C3-DE541E7A52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36</Slides>
  <Notes>26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Claude Marchand</dc:creator>
  <cp:revision>1</cp:revision>
  <cp:lastPrinted>2014-10-16T07:55:38Z</cp:lastPrinted>
  <dcterms:created xsi:type="dcterms:W3CDTF">2015-10-23T07:22:14Z</dcterms:created>
  <dcterms:modified xsi:type="dcterms:W3CDTF">2024-03-29T14:27:06Z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  <property fmtid="{D5CDD505-2E9C-101B-9397-08002B2CF9AE}" pid="3" name="MediaServiceImageTags">
    <vt:lpwstr/>
  </property>
</Properties>
</file>