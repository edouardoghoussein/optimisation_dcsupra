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7" r:id="rId5"/>
    <p:sldId id="291" r:id="rId6"/>
    <p:sldId id="302" r:id="rId7"/>
    <p:sldId id="305" r:id="rId8"/>
    <p:sldId id="306" r:id="rId9"/>
    <p:sldId id="267" r:id="rId10"/>
    <p:sldId id="295" r:id="rId11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F25"/>
    <a:srgbClr val="614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34DEB7-3D7B-4E34-A3F4-522826D897B5}" v="3" dt="2024-03-20T08:15:10.875"/>
    <p1510:client id="{45539712-0BFD-654F-B8B2-8AF500508F02}" v="102" dt="2024-03-20T08:19:06.7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 Arvis (Student at CentraleSupelec)" userId="2eec99dc-37bd-428a-ae0e-36fa30341aa6" providerId="ADAL" clId="{45539712-0BFD-654F-B8B2-8AF500508F02}"/>
    <pc:docChg chg="undo custSel addSld delSld modSld">
      <pc:chgData name="Henri Arvis (Student at CentraleSupelec)" userId="2eec99dc-37bd-428a-ae0e-36fa30341aa6" providerId="ADAL" clId="{45539712-0BFD-654F-B8B2-8AF500508F02}" dt="2024-03-20T08:19:06.728" v="94" actId="20577"/>
      <pc:docMkLst>
        <pc:docMk/>
      </pc:docMkLst>
      <pc:sldChg chg="modSp mod">
        <pc:chgData name="Henri Arvis (Student at CentraleSupelec)" userId="2eec99dc-37bd-428a-ae0e-36fa30341aa6" providerId="ADAL" clId="{45539712-0BFD-654F-B8B2-8AF500508F02}" dt="2024-03-20T08:18:59.978" v="90" actId="20577"/>
        <pc:sldMkLst>
          <pc:docMk/>
          <pc:sldMk cId="3644075111" sldId="302"/>
        </pc:sldMkLst>
        <pc:spChg chg="mod">
          <ac:chgData name="Henri Arvis (Student at CentraleSupelec)" userId="2eec99dc-37bd-428a-ae0e-36fa30341aa6" providerId="ADAL" clId="{45539712-0BFD-654F-B8B2-8AF500508F02}" dt="2024-03-20T08:15:31.373" v="47" actId="1076"/>
          <ac:spMkLst>
            <pc:docMk/>
            <pc:sldMk cId="3644075111" sldId="302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5:52.467" v="49" actId="1076"/>
          <ac:spMkLst>
            <pc:docMk/>
            <pc:sldMk cId="3644075111" sldId="302"/>
            <ac:spMk id="5" creationId="{7EB532A0-BE93-DF02-E41C-CC78434AB2E5}"/>
          </ac:spMkLst>
        </pc:spChg>
        <pc:spChg chg="mod">
          <ac:chgData name="Henri Arvis (Student at CentraleSupelec)" userId="2eec99dc-37bd-428a-ae0e-36fa30341aa6" providerId="ADAL" clId="{45539712-0BFD-654F-B8B2-8AF500508F02}" dt="2024-03-20T08:14:50.720" v="44" actId="20577"/>
          <ac:spMkLst>
            <pc:docMk/>
            <pc:sldMk cId="3644075111" sldId="302"/>
            <ac:spMk id="6" creationId="{6BB42A9A-64DF-3787-5AAC-F2644E5BEF5B}"/>
          </ac:spMkLst>
        </pc:spChg>
        <pc:spChg chg="mod">
          <ac:chgData name="Henri Arvis (Student at CentraleSupelec)" userId="2eec99dc-37bd-428a-ae0e-36fa30341aa6" providerId="ADAL" clId="{45539712-0BFD-654F-B8B2-8AF500508F02}" dt="2024-03-20T08:15:47.455" v="48" actId="1076"/>
          <ac:spMkLst>
            <pc:docMk/>
            <pc:sldMk cId="3644075111" sldId="302"/>
            <ac:spMk id="8" creationId="{2B907F35-4FCB-0082-A3A4-39E3F994EFD9}"/>
          </ac:spMkLst>
        </pc:spChg>
        <pc:spChg chg="mod">
          <ac:chgData name="Henri Arvis (Student at CentraleSupelec)" userId="2eec99dc-37bd-428a-ae0e-36fa30341aa6" providerId="ADAL" clId="{45539712-0BFD-654F-B8B2-8AF500508F02}" dt="2024-03-20T08:18:59.978" v="90" actId="20577"/>
          <ac:spMkLst>
            <pc:docMk/>
            <pc:sldMk cId="3644075111" sldId="302"/>
            <ac:spMk id="9" creationId="{49DA495F-B0BD-1ABF-7D02-55921EB8A0BD}"/>
          </ac:spMkLst>
        </pc:spChg>
      </pc:sldChg>
      <pc:sldChg chg="addSp delSp modSp del mod">
        <pc:chgData name="Henri Arvis (Student at CentraleSupelec)" userId="2eec99dc-37bd-428a-ae0e-36fa30341aa6" providerId="ADAL" clId="{45539712-0BFD-654F-B8B2-8AF500508F02}" dt="2024-03-20T08:18:42.823" v="87" actId="2696"/>
        <pc:sldMkLst>
          <pc:docMk/>
          <pc:sldMk cId="1953562103" sldId="303"/>
        </pc:sldMkLst>
        <pc:spChg chg="mod">
          <ac:chgData name="Henri Arvis (Student at CentraleSupelec)" userId="2eec99dc-37bd-428a-ae0e-36fa30341aa6" providerId="ADAL" clId="{45539712-0BFD-654F-B8B2-8AF500508F02}" dt="2024-03-20T08:17:21.753" v="63" actId="1076"/>
          <ac:spMkLst>
            <pc:docMk/>
            <pc:sldMk cId="1953562103" sldId="303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7:46.737" v="69" actId="1076"/>
          <ac:spMkLst>
            <pc:docMk/>
            <pc:sldMk cId="1953562103" sldId="303"/>
            <ac:spMk id="5" creationId="{7EB532A0-BE93-DF02-E41C-CC78434AB2E5}"/>
          </ac:spMkLst>
        </pc:spChg>
        <pc:spChg chg="mod">
          <ac:chgData name="Henri Arvis (Student at CentraleSupelec)" userId="2eec99dc-37bd-428a-ae0e-36fa30341aa6" providerId="ADAL" clId="{45539712-0BFD-654F-B8B2-8AF500508F02}" dt="2024-03-20T08:17:46.737" v="69" actId="1076"/>
          <ac:spMkLst>
            <pc:docMk/>
            <pc:sldMk cId="1953562103" sldId="303"/>
            <ac:spMk id="6" creationId="{6BB42A9A-64DF-3787-5AAC-F2644E5BEF5B}"/>
          </ac:spMkLst>
        </pc:spChg>
        <pc:spChg chg="mod">
          <ac:chgData name="Henri Arvis (Student at CentraleSupelec)" userId="2eec99dc-37bd-428a-ae0e-36fa30341aa6" providerId="ADAL" clId="{45539712-0BFD-654F-B8B2-8AF500508F02}" dt="2024-03-20T08:17:46.737" v="69" actId="1076"/>
          <ac:spMkLst>
            <pc:docMk/>
            <pc:sldMk cId="1953562103" sldId="303"/>
            <ac:spMk id="8" creationId="{2B907F35-4FCB-0082-A3A4-39E3F994EFD9}"/>
          </ac:spMkLst>
        </pc:spChg>
        <pc:spChg chg="mod">
          <ac:chgData name="Henri Arvis (Student at CentraleSupelec)" userId="2eec99dc-37bd-428a-ae0e-36fa30341aa6" providerId="ADAL" clId="{45539712-0BFD-654F-B8B2-8AF500508F02}" dt="2024-03-20T08:17:46.737" v="69" actId="1076"/>
          <ac:spMkLst>
            <pc:docMk/>
            <pc:sldMk cId="1953562103" sldId="303"/>
            <ac:spMk id="9" creationId="{CFDD5E1E-1F04-F59B-4041-50F03A92F873}"/>
          </ac:spMkLst>
        </pc:spChg>
        <pc:spChg chg="add del mod">
          <ac:chgData name="Henri Arvis (Student at CentraleSupelec)" userId="2eec99dc-37bd-428a-ae0e-36fa30341aa6" providerId="ADAL" clId="{45539712-0BFD-654F-B8B2-8AF500508F02}" dt="2024-03-20T08:17:40.217" v="68" actId="478"/>
          <ac:spMkLst>
            <pc:docMk/>
            <pc:sldMk cId="1953562103" sldId="303"/>
            <ac:spMk id="10" creationId="{ACC6D809-E08D-532A-5338-1ACCCE74ECBF}"/>
          </ac:spMkLst>
        </pc:spChg>
      </pc:sldChg>
      <pc:sldChg chg="modSp del mod">
        <pc:chgData name="Henri Arvis (Student at CentraleSupelec)" userId="2eec99dc-37bd-428a-ae0e-36fa30341aa6" providerId="ADAL" clId="{45539712-0BFD-654F-B8B2-8AF500508F02}" dt="2024-03-20T08:18:44.321" v="88" actId="2696"/>
        <pc:sldMkLst>
          <pc:docMk/>
          <pc:sldMk cId="1911578680" sldId="304"/>
        </pc:sldMkLst>
        <pc:spChg chg="mod">
          <ac:chgData name="Henri Arvis (Student at CentraleSupelec)" userId="2eec99dc-37bd-428a-ae0e-36fa30341aa6" providerId="ADAL" clId="{45539712-0BFD-654F-B8B2-8AF500508F02}" dt="2024-03-20T08:16:55.824" v="62" actId="1076"/>
          <ac:spMkLst>
            <pc:docMk/>
            <pc:sldMk cId="1911578680" sldId="304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6:50.179" v="61" actId="1076"/>
          <ac:spMkLst>
            <pc:docMk/>
            <pc:sldMk cId="1911578680" sldId="304"/>
            <ac:spMk id="5" creationId="{7EB532A0-BE93-DF02-E41C-CC78434AB2E5}"/>
          </ac:spMkLst>
        </pc:spChg>
        <pc:spChg chg="mod">
          <ac:chgData name="Henri Arvis (Student at CentraleSupelec)" userId="2eec99dc-37bd-428a-ae0e-36fa30341aa6" providerId="ADAL" clId="{45539712-0BFD-654F-B8B2-8AF500508F02}" dt="2024-03-20T08:16:46.466" v="60" actId="1076"/>
          <ac:spMkLst>
            <pc:docMk/>
            <pc:sldMk cId="1911578680" sldId="304"/>
            <ac:spMk id="6" creationId="{6BB42A9A-64DF-3787-5AAC-F2644E5BEF5B}"/>
          </ac:spMkLst>
        </pc:spChg>
        <pc:spChg chg="mod">
          <ac:chgData name="Henri Arvis (Student at CentraleSupelec)" userId="2eec99dc-37bd-428a-ae0e-36fa30341aa6" providerId="ADAL" clId="{45539712-0BFD-654F-B8B2-8AF500508F02}" dt="2024-03-20T08:16:39.771" v="58" actId="1076"/>
          <ac:spMkLst>
            <pc:docMk/>
            <pc:sldMk cId="1911578680" sldId="304"/>
            <ac:spMk id="8" creationId="{2B907F35-4FCB-0082-A3A4-39E3F994EFD9}"/>
          </ac:spMkLst>
        </pc:spChg>
        <pc:spChg chg="mod">
          <ac:chgData name="Henri Arvis (Student at CentraleSupelec)" userId="2eec99dc-37bd-428a-ae0e-36fa30341aa6" providerId="ADAL" clId="{45539712-0BFD-654F-B8B2-8AF500508F02}" dt="2024-03-20T08:16:17.967" v="54" actId="1076"/>
          <ac:spMkLst>
            <pc:docMk/>
            <pc:sldMk cId="1911578680" sldId="304"/>
            <ac:spMk id="9" creationId="{CFDD5E1E-1F04-F59B-4041-50F03A92F873}"/>
          </ac:spMkLst>
        </pc:spChg>
      </pc:sldChg>
      <pc:sldChg chg="modSp add mod">
        <pc:chgData name="Henri Arvis (Student at CentraleSupelec)" userId="2eec99dc-37bd-428a-ae0e-36fa30341aa6" providerId="ADAL" clId="{45539712-0BFD-654F-B8B2-8AF500508F02}" dt="2024-03-20T08:19:02.674" v="92" actId="20577"/>
        <pc:sldMkLst>
          <pc:docMk/>
          <pc:sldMk cId="2687400349" sldId="305"/>
        </pc:sldMkLst>
        <pc:spChg chg="mod">
          <ac:chgData name="Henri Arvis (Student at CentraleSupelec)" userId="2eec99dc-37bd-428a-ae0e-36fa30341aa6" providerId="ADAL" clId="{45539712-0BFD-654F-B8B2-8AF500508F02}" dt="2024-03-20T08:18:25.262" v="81" actId="20577"/>
          <ac:spMkLst>
            <pc:docMk/>
            <pc:sldMk cId="2687400349" sldId="305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9:02.674" v="92" actId="20577"/>
          <ac:spMkLst>
            <pc:docMk/>
            <pc:sldMk cId="2687400349" sldId="305"/>
            <ac:spMk id="9" creationId="{49DA495F-B0BD-1ABF-7D02-55921EB8A0BD}"/>
          </ac:spMkLst>
        </pc:spChg>
      </pc:sldChg>
      <pc:sldChg chg="modSp add mod">
        <pc:chgData name="Henri Arvis (Student at CentraleSupelec)" userId="2eec99dc-37bd-428a-ae0e-36fa30341aa6" providerId="ADAL" clId="{45539712-0BFD-654F-B8B2-8AF500508F02}" dt="2024-03-20T08:19:06.728" v="94" actId="20577"/>
        <pc:sldMkLst>
          <pc:docMk/>
          <pc:sldMk cId="3198216006" sldId="306"/>
        </pc:sldMkLst>
        <pc:spChg chg="mod">
          <ac:chgData name="Henri Arvis (Student at CentraleSupelec)" userId="2eec99dc-37bd-428a-ae0e-36fa30341aa6" providerId="ADAL" clId="{45539712-0BFD-654F-B8B2-8AF500508F02}" dt="2024-03-20T08:18:36.088" v="86" actId="20577"/>
          <ac:spMkLst>
            <pc:docMk/>
            <pc:sldMk cId="3198216006" sldId="306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9:06.728" v="94" actId="20577"/>
          <ac:spMkLst>
            <pc:docMk/>
            <pc:sldMk cId="3198216006" sldId="306"/>
            <ac:spMk id="9" creationId="{49DA495F-B0BD-1ABF-7D02-55921EB8A0BD}"/>
          </ac:spMkLst>
        </pc:spChg>
      </pc:sldChg>
    </pc:docChg>
  </pc:docChgLst>
  <pc:docChgLst>
    <pc:chgData name="Thomas Bordino (Student at CentraleSupelec)" userId="S::thomas.bordino@student-cs.fr::059e5d54-57bf-4e3d-9785-61ef755fb47f" providerId="AD" clId="Web-{2634DEB7-3D7B-4E34-A3F4-522826D897B5}"/>
    <pc:docChg chg="modSld">
      <pc:chgData name="Thomas Bordino (Student at CentraleSupelec)" userId="S::thomas.bordino@student-cs.fr::059e5d54-57bf-4e3d-9785-61ef755fb47f" providerId="AD" clId="Web-{2634DEB7-3D7B-4E34-A3F4-522826D897B5}" dt="2024-03-20T08:15:10.875" v="2" actId="14100"/>
      <pc:docMkLst>
        <pc:docMk/>
      </pc:docMkLst>
      <pc:sldChg chg="modSp">
        <pc:chgData name="Thomas Bordino (Student at CentraleSupelec)" userId="S::thomas.bordino@student-cs.fr::059e5d54-57bf-4e3d-9785-61ef755fb47f" providerId="AD" clId="Web-{2634DEB7-3D7B-4E34-A3F4-522826D897B5}" dt="2024-03-20T08:15:10.875" v="2" actId="14100"/>
        <pc:sldMkLst>
          <pc:docMk/>
          <pc:sldMk cId="3644075111" sldId="302"/>
        </pc:sldMkLst>
        <pc:spChg chg="mod">
          <ac:chgData name="Thomas Bordino (Student at CentraleSupelec)" userId="S::thomas.bordino@student-cs.fr::059e5d54-57bf-4e3d-9785-61ef755fb47f" providerId="AD" clId="Web-{2634DEB7-3D7B-4E34-A3F4-522826D897B5}" dt="2024-03-20T08:15:10.875" v="2" actId="14100"/>
          <ac:spMkLst>
            <pc:docMk/>
            <pc:sldMk cId="3644075111" sldId="302"/>
            <ac:spMk id="6" creationId="{6BB42A9A-64DF-3787-5AAC-F2644E5BEF5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6B114-B247-584B-A759-38D214B573E6}" type="datetime1">
              <a:rPr lang="fr-FR" smtClean="0"/>
              <a:pPr/>
              <a:t>20/03/2024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29580-D3F1-9D46-9FCE-B296DF92ECC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8282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590E6-FA6C-4B47-BD39-E9F5A6FFEC41}" type="datetime1">
              <a:rPr lang="fr-FR" smtClean="0"/>
              <a:pPr/>
              <a:t>20/03/2024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DE502-8C40-5647-8954-9086A4F9DCDA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473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2FD3D5F-8BD3-4ADB-AE07-45C5B6416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F93E992B-42CD-4520-B470-1099404BF3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040EB-8817-423F-880D-C4F2B4D9EC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03433FF8-F867-4F87-B9CF-F2CCA5F09A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BB911D-4A40-4E11-866E-0F94EC3D5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633750" y="1300149"/>
            <a:ext cx="740217" cy="379785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70C3CC8F-A187-4C37-B680-5DDA012489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8" y="1299197"/>
            <a:ext cx="381688" cy="38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FBCE0A2-9F2A-4582-AEB4-EBD254D397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31" y="1299197"/>
            <a:ext cx="938576" cy="381688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7E95DE26-0125-4775-B2A4-2E0517EC6B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8029" y="1245075"/>
            <a:ext cx="1114265" cy="3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36" y="28136"/>
            <a:ext cx="1809750" cy="678493"/>
          </a:xfrm>
          <a:prstGeom prst="rect">
            <a:avLst/>
          </a:prstGeom>
        </p:spPr>
      </p:pic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for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12" name="I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567323" y="602504"/>
            <a:ext cx="4009355" cy="4041938"/>
          </a:xfrm>
          <a:prstGeom prst="rect">
            <a:avLst/>
          </a:prstGeom>
        </p:spPr>
      </p:pic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EBB21A-1953-4E84-8576-5A93B53E1F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0" name="Picture 4" descr="See original image">
            <a:extLst>
              <a:ext uri="{FF2B5EF4-FFF2-40B4-BE49-F238E27FC236}">
                <a16:creationId xmlns:a16="http://schemas.microsoft.com/office/drawing/2014/main" id="{CDABD2DE-8EB0-4CFD-AE31-D3B381284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B7A347-14FD-494F-AD90-D865EBAAD3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8" name="Image 17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F0E1ED4E-5FA8-4A0C-9777-283E7104B29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AD1E3A3D-12A0-A14A-AD9F-0CE6AFFEFF3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6" name="Line 2"/>
          <p:cNvSpPr>
            <a:spLocks noChangeShapeType="1"/>
          </p:cNvSpPr>
          <p:nvPr userDrawn="1"/>
        </p:nvSpPr>
        <p:spPr bwMode="auto">
          <a:xfrm flipV="1">
            <a:off x="0" y="6548114"/>
            <a:ext cx="9143999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7" name="Rectangle 16"/>
          <p:cNvSpPr/>
          <p:nvPr userDrawn="1"/>
        </p:nvSpPr>
        <p:spPr>
          <a:xfrm rot="10800000" flipV="1">
            <a:off x="124092" y="287396"/>
            <a:ext cx="87840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solidFill>
                <a:srgbClr val="507FC5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 rot="10800000" flipV="1">
            <a:off x="304020" y="390875"/>
            <a:ext cx="7956000" cy="36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</p:txBody>
      </p:sp>
      <p:sp>
        <p:nvSpPr>
          <p:cNvPr id="19" name="Espace réservé du pied de page 4"/>
          <p:cNvSpPr txBox="1">
            <a:spLocks/>
          </p:cNvSpPr>
          <p:nvPr userDrawn="1"/>
        </p:nvSpPr>
        <p:spPr>
          <a:xfrm>
            <a:off x="0" y="6552000"/>
            <a:ext cx="2370406" cy="30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/>
              <a:t>loic.queval@geeps.centralesupelec.fr</a:t>
            </a:r>
            <a:endParaRPr lang="fr-FR" sz="9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55" r:id="rId3"/>
    <p:sldLayoutId id="2147483661" r:id="rId4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252000" y="963241"/>
            <a:ext cx="8640000" cy="4561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de-DE" sz="3200" b="1">
                <a:latin typeface="+mj-lt"/>
              </a:rPr>
              <a:t>Considering the superconductor in the circuit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de-DE" u="sng">
                <a:latin typeface="+mj-lt"/>
              </a:rPr>
              <a:t>Thomas B., Henri A., Oussama H., Benoît l. Bilal Z. </a:t>
            </a:r>
            <a:endParaRPr lang="fr-FR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sz="180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de-DE" sz="18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1800">
              <a:latin typeface="+mj-lt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9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52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I. Increasing problem complexity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35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CA36B-A0E0-9EAB-FA68-07ADC3CBABCD}"/>
                  </a:ext>
                </a:extLst>
              </p:cNvPr>
              <p:cNvSpPr txBox="1"/>
              <p:nvPr/>
            </p:nvSpPr>
            <p:spPr>
              <a:xfrm>
                <a:off x="2173459" y="2019683"/>
                <a:ext cx="366138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minimize</m:t>
                          </m:r>
                        </m:fName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𝐿𝑡</m:t>
                          </m:r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3600" b="0" i="1" smtClean="0">
                              <a:latin typeface="Cambria Math" panose="02040503050406030204" pitchFamily="18" charset="0"/>
                            </a:rPr>
                            <m:t>𝑛𝑡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36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CA36B-A0E0-9EAB-FA68-07ADC3CBA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459" y="2019683"/>
                <a:ext cx="3661387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42A9A-64DF-3787-5AAC-F2644E5BEF5B}"/>
                  </a:ext>
                </a:extLst>
              </p:cNvPr>
              <p:cNvSpPr txBox="1"/>
              <p:nvPr/>
            </p:nvSpPr>
            <p:spPr>
              <a:xfrm>
                <a:off x="3101687" y="2639475"/>
                <a:ext cx="9471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42A9A-64DF-3787-5AAC-F2644E5BE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687" y="2639475"/>
                <a:ext cx="94711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3255263" y="790282"/>
            <a:ext cx="2633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Formal Problem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EB532A0-BE93-DF02-E41C-CC78434AB2E5}"/>
              </a:ext>
            </a:extLst>
          </p:cNvPr>
          <p:cNvSpPr txBox="1"/>
          <p:nvPr/>
        </p:nvSpPr>
        <p:spPr>
          <a:xfrm>
            <a:off x="3101687" y="3136156"/>
            <a:ext cx="140961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err="1"/>
              <a:t>T</a:t>
            </a:r>
            <a:r>
              <a:rPr lang="en-US" sz="1600" b="0" err="1"/>
              <a:t>supra</a:t>
            </a:r>
            <a:r>
              <a:rPr lang="en-US" sz="2800" b="0"/>
              <a:t> &lt; </a:t>
            </a:r>
            <a:r>
              <a:rPr lang="en-US" sz="2800" b="0" err="1"/>
              <a:t>T</a:t>
            </a:r>
            <a:r>
              <a:rPr lang="en-US" sz="1600" b="0" err="1"/>
              <a:t>lim</a:t>
            </a:r>
            <a:endParaRPr 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5">
                <a:extLst>
                  <a:ext uri="{FF2B5EF4-FFF2-40B4-BE49-F238E27FC236}">
                    <a16:creationId xmlns:a16="http://schemas.microsoft.com/office/drawing/2014/main" id="{2B907F35-4FCB-0082-A3A4-39E3F994EFD9}"/>
                  </a:ext>
                </a:extLst>
              </p:cNvPr>
              <p:cNvSpPr txBox="1"/>
              <p:nvPr/>
            </p:nvSpPr>
            <p:spPr>
              <a:xfrm>
                <a:off x="2173459" y="2639475"/>
                <a:ext cx="4752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8" name="TextBox 5">
                <a:extLst>
                  <a:ext uri="{FF2B5EF4-FFF2-40B4-BE49-F238E27FC236}">
                    <a16:creationId xmlns:a16="http://schemas.microsoft.com/office/drawing/2014/main" id="{2B907F35-4FCB-0082-A3A4-39E3F994E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459" y="2639475"/>
                <a:ext cx="47525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49DA495F-B0BD-1ABF-7D02-55921EB8A0BD}"/>
              </a:ext>
            </a:extLst>
          </p:cNvPr>
          <p:cNvSpPr txBox="1"/>
          <p:nvPr/>
        </p:nvSpPr>
        <p:spPr>
          <a:xfrm>
            <a:off x="2173459" y="3567043"/>
            <a:ext cx="34882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Variables:</a:t>
            </a:r>
          </a:p>
          <a:p>
            <a:r>
              <a:rPr lang="fr-FR" err="1"/>
              <a:t>Rsh</a:t>
            </a:r>
            <a:endParaRPr lang="fr-FR"/>
          </a:p>
          <a:p>
            <a:r>
              <a:rPr lang="fr-FR" err="1"/>
              <a:t>Lt</a:t>
            </a:r>
            <a:endParaRPr lang="fr-FR"/>
          </a:p>
          <a:p>
            <a:r>
              <a:rPr lang="fr-FR"/>
              <a:t>nt</a:t>
            </a:r>
          </a:p>
          <a:p>
            <a:endParaRPr lang="fr-FR"/>
          </a:p>
          <a:p>
            <a:r>
              <a:rPr lang="fr-FR" err="1"/>
              <a:t>Bounds</a:t>
            </a:r>
            <a:r>
              <a:rPr lang="fr-FR"/>
              <a:t> :</a:t>
            </a:r>
          </a:p>
          <a:p>
            <a:r>
              <a:rPr lang="fr-FR"/>
              <a:t>[1 e-3, 1 e-1, 0,</a:t>
            </a:r>
          </a:p>
          <a:p>
            <a:r>
              <a:rPr lang="fr-FR"/>
              <a:t>1, 200, 0,</a:t>
            </a:r>
          </a:p>
          <a:p>
            <a:r>
              <a:rPr lang="fr-FR"/>
              <a:t>1, 6, 1]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07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CA36B-A0E0-9EAB-FA68-07ADC3CBABCD}"/>
                  </a:ext>
                </a:extLst>
              </p:cNvPr>
              <p:cNvSpPr txBox="1"/>
              <p:nvPr/>
            </p:nvSpPr>
            <p:spPr>
              <a:xfrm>
                <a:off x="2173459" y="2019683"/>
                <a:ext cx="515698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minimize</m:t>
                          </m:r>
                        </m:fName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𝐶𝐴𝑃𝐸𝑋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𝑂𝑃𝐸𝑋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36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CA36B-A0E0-9EAB-FA68-07ADC3CBA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459" y="2019683"/>
                <a:ext cx="5156989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42A9A-64DF-3787-5AAC-F2644E5BEF5B}"/>
                  </a:ext>
                </a:extLst>
              </p:cNvPr>
              <p:cNvSpPr txBox="1"/>
              <p:nvPr/>
            </p:nvSpPr>
            <p:spPr>
              <a:xfrm>
                <a:off x="3101687" y="2639475"/>
                <a:ext cx="9471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42A9A-64DF-3787-5AAC-F2644E5BE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687" y="2639475"/>
                <a:ext cx="94711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3255263" y="790282"/>
            <a:ext cx="2633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Formal Problem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EB532A0-BE93-DF02-E41C-CC78434AB2E5}"/>
              </a:ext>
            </a:extLst>
          </p:cNvPr>
          <p:cNvSpPr txBox="1"/>
          <p:nvPr/>
        </p:nvSpPr>
        <p:spPr>
          <a:xfrm>
            <a:off x="3101687" y="3136156"/>
            <a:ext cx="140961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err="1"/>
              <a:t>T</a:t>
            </a:r>
            <a:r>
              <a:rPr lang="en-US" sz="1600" b="0" err="1"/>
              <a:t>supra</a:t>
            </a:r>
            <a:r>
              <a:rPr lang="en-US" sz="2800" b="0"/>
              <a:t> &lt; </a:t>
            </a:r>
            <a:r>
              <a:rPr lang="en-US" sz="2800" b="0" err="1"/>
              <a:t>T</a:t>
            </a:r>
            <a:r>
              <a:rPr lang="en-US" sz="1600" b="0" err="1"/>
              <a:t>lim</a:t>
            </a:r>
            <a:endParaRPr 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5">
                <a:extLst>
                  <a:ext uri="{FF2B5EF4-FFF2-40B4-BE49-F238E27FC236}">
                    <a16:creationId xmlns:a16="http://schemas.microsoft.com/office/drawing/2014/main" id="{2B907F35-4FCB-0082-A3A4-39E3F994EFD9}"/>
                  </a:ext>
                </a:extLst>
              </p:cNvPr>
              <p:cNvSpPr txBox="1"/>
              <p:nvPr/>
            </p:nvSpPr>
            <p:spPr>
              <a:xfrm>
                <a:off x="2173459" y="2639475"/>
                <a:ext cx="4752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8" name="TextBox 5">
                <a:extLst>
                  <a:ext uri="{FF2B5EF4-FFF2-40B4-BE49-F238E27FC236}">
                    <a16:creationId xmlns:a16="http://schemas.microsoft.com/office/drawing/2014/main" id="{2B907F35-4FCB-0082-A3A4-39E3F994E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459" y="2639475"/>
                <a:ext cx="47525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49DA495F-B0BD-1ABF-7D02-55921EB8A0BD}"/>
              </a:ext>
            </a:extLst>
          </p:cNvPr>
          <p:cNvSpPr txBox="1"/>
          <p:nvPr/>
        </p:nvSpPr>
        <p:spPr>
          <a:xfrm>
            <a:off x="2173459" y="3567043"/>
            <a:ext cx="34882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Variables:</a:t>
            </a:r>
          </a:p>
          <a:p>
            <a:r>
              <a:rPr lang="fr-FR" err="1"/>
              <a:t>Rsh</a:t>
            </a:r>
            <a:endParaRPr lang="fr-FR"/>
          </a:p>
          <a:p>
            <a:r>
              <a:rPr lang="fr-FR" err="1"/>
              <a:t>Lt</a:t>
            </a:r>
            <a:endParaRPr lang="fr-FR"/>
          </a:p>
          <a:p>
            <a:r>
              <a:rPr lang="fr-FR"/>
              <a:t>nt</a:t>
            </a:r>
          </a:p>
          <a:p>
            <a:endParaRPr lang="fr-FR"/>
          </a:p>
          <a:p>
            <a:r>
              <a:rPr lang="fr-FR" err="1"/>
              <a:t>Bounds</a:t>
            </a:r>
            <a:r>
              <a:rPr lang="fr-FR"/>
              <a:t> :</a:t>
            </a:r>
          </a:p>
          <a:p>
            <a:r>
              <a:rPr lang="fr-FR"/>
              <a:t>[1 e-3, 1 e-1, 0,</a:t>
            </a:r>
          </a:p>
          <a:p>
            <a:r>
              <a:rPr lang="fr-FR"/>
              <a:t>1, 200, 0,</a:t>
            </a:r>
          </a:p>
          <a:p>
            <a:r>
              <a:rPr lang="fr-FR"/>
              <a:t>1, 6, 1]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40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CA36B-A0E0-9EAB-FA68-07ADC3CBABCD}"/>
                  </a:ext>
                </a:extLst>
              </p:cNvPr>
              <p:cNvSpPr txBox="1"/>
              <p:nvPr/>
            </p:nvSpPr>
            <p:spPr>
              <a:xfrm>
                <a:off x="2173459" y="2019683"/>
                <a:ext cx="342087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minimize</m:t>
                          </m:r>
                        </m:fName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𝑃𝑙𝑜𝑠𝑡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360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1CA36B-A0E0-9EAB-FA68-07ADC3CBA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459" y="2019683"/>
                <a:ext cx="342087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42A9A-64DF-3787-5AAC-F2644E5BEF5B}"/>
                  </a:ext>
                </a:extLst>
              </p:cNvPr>
              <p:cNvSpPr txBox="1"/>
              <p:nvPr/>
            </p:nvSpPr>
            <p:spPr>
              <a:xfrm>
                <a:off x="3101687" y="2639475"/>
                <a:ext cx="94711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B42A9A-64DF-3787-5AAC-F2644E5BE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687" y="2639475"/>
                <a:ext cx="947119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3255263" y="790282"/>
            <a:ext cx="2633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Formal Problem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EB532A0-BE93-DF02-E41C-CC78434AB2E5}"/>
              </a:ext>
            </a:extLst>
          </p:cNvPr>
          <p:cNvSpPr txBox="1"/>
          <p:nvPr/>
        </p:nvSpPr>
        <p:spPr>
          <a:xfrm>
            <a:off x="3101687" y="3136156"/>
            <a:ext cx="140961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b="0" err="1"/>
              <a:t>T</a:t>
            </a:r>
            <a:r>
              <a:rPr lang="en-US" sz="1600" b="0" err="1"/>
              <a:t>supra</a:t>
            </a:r>
            <a:r>
              <a:rPr lang="en-US" sz="2800" b="0"/>
              <a:t> &lt; </a:t>
            </a:r>
            <a:r>
              <a:rPr lang="en-US" sz="2800" b="0" err="1"/>
              <a:t>T</a:t>
            </a:r>
            <a:r>
              <a:rPr lang="en-US" sz="1600" b="0" err="1"/>
              <a:t>lim</a:t>
            </a:r>
            <a:endParaRPr 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5">
                <a:extLst>
                  <a:ext uri="{FF2B5EF4-FFF2-40B4-BE49-F238E27FC236}">
                    <a16:creationId xmlns:a16="http://schemas.microsoft.com/office/drawing/2014/main" id="{2B907F35-4FCB-0082-A3A4-39E3F994EFD9}"/>
                  </a:ext>
                </a:extLst>
              </p:cNvPr>
              <p:cNvSpPr txBox="1"/>
              <p:nvPr/>
            </p:nvSpPr>
            <p:spPr>
              <a:xfrm>
                <a:off x="2173459" y="2639475"/>
                <a:ext cx="4752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8" name="TextBox 5">
                <a:extLst>
                  <a:ext uri="{FF2B5EF4-FFF2-40B4-BE49-F238E27FC236}">
                    <a16:creationId xmlns:a16="http://schemas.microsoft.com/office/drawing/2014/main" id="{2B907F35-4FCB-0082-A3A4-39E3F994E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459" y="2639475"/>
                <a:ext cx="475258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49DA495F-B0BD-1ABF-7D02-55921EB8A0BD}"/>
              </a:ext>
            </a:extLst>
          </p:cNvPr>
          <p:cNvSpPr txBox="1"/>
          <p:nvPr/>
        </p:nvSpPr>
        <p:spPr>
          <a:xfrm>
            <a:off x="2173459" y="3567043"/>
            <a:ext cx="34882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Variables:</a:t>
            </a:r>
          </a:p>
          <a:p>
            <a:r>
              <a:rPr lang="fr-FR" err="1"/>
              <a:t>Rsh</a:t>
            </a:r>
            <a:endParaRPr lang="fr-FR"/>
          </a:p>
          <a:p>
            <a:r>
              <a:rPr lang="fr-FR" err="1"/>
              <a:t>Lt</a:t>
            </a:r>
            <a:endParaRPr lang="fr-FR"/>
          </a:p>
          <a:p>
            <a:r>
              <a:rPr lang="fr-FR"/>
              <a:t>nt</a:t>
            </a:r>
          </a:p>
          <a:p>
            <a:endParaRPr lang="fr-FR"/>
          </a:p>
          <a:p>
            <a:r>
              <a:rPr lang="fr-FR" err="1"/>
              <a:t>Bounds</a:t>
            </a:r>
            <a:r>
              <a:rPr lang="fr-FR"/>
              <a:t> :</a:t>
            </a:r>
          </a:p>
          <a:p>
            <a:r>
              <a:rPr lang="fr-FR"/>
              <a:t>[1 e-3, 1 e-1, 0,</a:t>
            </a:r>
          </a:p>
          <a:p>
            <a:r>
              <a:rPr lang="fr-FR"/>
              <a:t>1, 200, 0,</a:t>
            </a:r>
          </a:p>
          <a:p>
            <a:r>
              <a:rPr lang="fr-FR"/>
              <a:t>1, 6, 1]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21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1350169" y="4441366"/>
            <a:ext cx="6443663" cy="800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Merci !</a:t>
            </a:r>
          </a:p>
        </p:txBody>
      </p:sp>
      <p:sp>
        <p:nvSpPr>
          <p:cNvPr id="23" name="Espace réservé de la date 2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57200" y="1600200"/>
            <a:ext cx="8218488" cy="4514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References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392650"/>
              </p:ext>
            </p:extLst>
          </p:nvPr>
        </p:nvGraphicFramePr>
        <p:xfrm>
          <a:off x="365400" y="1499350"/>
          <a:ext cx="8413200" cy="3515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[1]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P.C. Krause, O.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Wasynczuk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S.D.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Sudhoff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 altLang="ja-JP" i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Analysis of electric machinery and drive systems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IEEE Press, 2002.</a:t>
                      </a:r>
                      <a:endParaRPr lang="fr-FR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[2]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L. </a:t>
                      </a:r>
                      <a:r>
                        <a:rPr lang="en-US" err="1"/>
                        <a:t>Quéval</a:t>
                      </a:r>
                      <a:r>
                        <a:rPr lang="en-US"/>
                        <a:t>, H. </a:t>
                      </a:r>
                      <a:r>
                        <a:rPr lang="en-US" err="1"/>
                        <a:t>Ohsaki</a:t>
                      </a:r>
                      <a:r>
                        <a:rPr lang="en-US"/>
                        <a:t>, "Nonlinear </a:t>
                      </a:r>
                      <a:r>
                        <a:rPr lang="en-US" err="1"/>
                        <a:t>abc</a:t>
                      </a:r>
                      <a:r>
                        <a:rPr lang="en-US"/>
                        <a:t>-model for electrical machines using N-D lookup tables," </a:t>
                      </a:r>
                      <a:r>
                        <a:rPr lang="en-US" i="1"/>
                        <a:t>IEEE Transactions on Energy Conversion</a:t>
                      </a:r>
                      <a:r>
                        <a:rPr lang="en-US"/>
                        <a:t>, vol. 30, no. 1, pp. 316-322, March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[3]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L. </a:t>
                      </a:r>
                      <a:r>
                        <a:rPr lang="en-US" err="1"/>
                        <a:t>Quéval</a:t>
                      </a:r>
                      <a:r>
                        <a:rPr lang="en-US"/>
                        <a:t>, A. Coty, L. </a:t>
                      </a:r>
                      <a:r>
                        <a:rPr lang="en-US" err="1"/>
                        <a:t>Vido</a:t>
                      </a:r>
                      <a:r>
                        <a:rPr lang="en-US"/>
                        <a:t>, B. </a:t>
                      </a:r>
                      <a:r>
                        <a:rPr lang="en-US" err="1"/>
                        <a:t>Multon</a:t>
                      </a:r>
                      <a:r>
                        <a:rPr lang="en-US"/>
                        <a:t>, "Photovoltaic motors review, comparison and switched reluctance motor prototype," </a:t>
                      </a:r>
                      <a:r>
                        <a:rPr lang="en-US" i="1"/>
                        <a:t>10</a:t>
                      </a:r>
                      <a:r>
                        <a:rPr lang="en-US" i="1" baseline="30000"/>
                        <a:t>th</a:t>
                      </a:r>
                      <a:r>
                        <a:rPr lang="en-US" i="1"/>
                        <a:t> International Conference on Ecological Vehicles and Renewable Energies (EVER2015)</a:t>
                      </a:r>
                      <a:r>
                        <a:rPr lang="en-US"/>
                        <a:t>, Monaco, April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[4]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L.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Quéval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/>
                        <a:t>"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Modeling and simulation of grid-connected superconducting wind turbine generators,</a:t>
                      </a:r>
                      <a:r>
                        <a:rPr lang="en-US"/>
                        <a:t>"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 PhD thesis, The University of Tokyo, Tokyo, Japan, 2013.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[5]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"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COMSOL Multiphysics version 4.3a</a:t>
                      </a:r>
                      <a:r>
                        <a:rPr lang="en-US"/>
                        <a:t>"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[Online]. Available: www.comsol.com.</a:t>
                      </a:r>
                      <a:endParaRPr lang="en-US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474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Props1.xml><?xml version="1.0" encoding="utf-8"?>
<ds:datastoreItem xmlns:ds="http://schemas.openxmlformats.org/officeDocument/2006/customXml" ds:itemID="{B3FA2A11-5E75-4567-96C3-DE541E7A52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A199C3-230F-48F5-AB2D-FA834C8DAE8F}"/>
</file>

<file path=customXml/itemProps3.xml><?xml version="1.0" encoding="utf-8"?>
<ds:datastoreItem xmlns:ds="http://schemas.openxmlformats.org/officeDocument/2006/customXml" ds:itemID="{FB90B879-DC45-4576-BD26-22026BB99AA7}">
  <ds:schemaRefs>
    <ds:schemaRef ds:uri="218d942a-1588-4b14-8e60-1455442023b0"/>
    <ds:schemaRef ds:uri="de53268d-be1b-4b5a-b9bf-e616a275efa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LGEP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Claude Marchand</dc:creator>
  <cp:revision>1</cp:revision>
  <cp:lastPrinted>2014-10-16T07:55:38Z</cp:lastPrinted>
  <dcterms:created xsi:type="dcterms:W3CDTF">2015-10-23T07:22:14Z</dcterms:created>
  <dcterms:modified xsi:type="dcterms:W3CDTF">2024-03-20T08:19:11Z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  <property fmtid="{D5CDD505-2E9C-101B-9397-08002B2CF9AE}" pid="3" name="MediaServiceImageTags">
    <vt:lpwstr/>
  </property>
</Properties>
</file>