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90" r:id="rId6"/>
    <p:sldId id="291" r:id="rId7"/>
    <p:sldId id="302" r:id="rId8"/>
    <p:sldId id="301" r:id="rId9"/>
    <p:sldId id="267" r:id="rId10"/>
    <p:sldId id="295" r:id="rId11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06D7A-B62E-442D-B289-58FB4A094107}" v="45" dt="2024-03-19T06:42:47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ordino (Student at CentraleSupelec)" userId="059e5d54-57bf-4e3d-9785-61ef755fb47f" providerId="ADAL" clId="{B4D8A015-D409-44AE-BE33-4EF4A1E0007C}"/>
    <pc:docChg chg="modSld">
      <pc:chgData name="Thomas Bordino (Student at CentraleSupelec)" userId="059e5d54-57bf-4e3d-9785-61ef755fb47f" providerId="ADAL" clId="{B4D8A015-D409-44AE-BE33-4EF4A1E0007C}" dt="2024-03-13T06:37:14.789" v="0" actId="15"/>
      <pc:docMkLst>
        <pc:docMk/>
      </pc:docMkLst>
      <pc:sldChg chg="modSp mod">
        <pc:chgData name="Thomas Bordino (Student at CentraleSupelec)" userId="059e5d54-57bf-4e3d-9785-61ef755fb47f" providerId="ADAL" clId="{B4D8A015-D409-44AE-BE33-4EF4A1E0007C}" dt="2024-03-13T06:37:14.789" v="0" actId="15"/>
        <pc:sldMkLst>
          <pc:docMk/>
          <pc:sldMk cId="327273750" sldId="297"/>
        </pc:sldMkLst>
        <pc:spChg chg="mod">
          <ac:chgData name="Thomas Bordino (Student at CentraleSupelec)" userId="059e5d54-57bf-4e3d-9785-61ef755fb47f" providerId="ADAL" clId="{B4D8A015-D409-44AE-BE33-4EF4A1E0007C}" dt="2024-03-13T06:37:14.789" v="0" actId="15"/>
          <ac:spMkLst>
            <pc:docMk/>
            <pc:sldMk cId="327273750" sldId="297"/>
            <ac:spMk id="10" creationId="{6C28B462-9E6F-19B1-2AF2-C62C23221CBB}"/>
          </ac:spMkLst>
        </pc:spChg>
      </pc:sldChg>
    </pc:docChg>
  </pc:docChgLst>
  <pc:docChgLst>
    <pc:chgData name="Henri Arvis (Student at CentraleSupelec)" userId="S::henri.arvis@student-cs.fr::2eec99dc-37bd-428a-ae0e-36fa30341aa6" providerId="AD" clId="Web-{3F5B499A-29E5-473C-A07C-E91E85FA296F}"/>
    <pc:docChg chg="addSld delSld modSld sldOrd">
      <pc:chgData name="Henri Arvis (Student at CentraleSupelec)" userId="S::henri.arvis@student-cs.fr::2eec99dc-37bd-428a-ae0e-36fa30341aa6" providerId="AD" clId="Web-{3F5B499A-29E5-473C-A07C-E91E85FA296F}" dt="2024-03-08T14:21:16.218" v="55"/>
      <pc:docMkLst>
        <pc:docMk/>
      </pc:docMkLst>
      <pc:sldChg chg="modSp">
        <pc:chgData name="Henri Arvis (Student at CentraleSupelec)" userId="S::henri.arvis@student-cs.fr::2eec99dc-37bd-428a-ae0e-36fa30341aa6" providerId="AD" clId="Web-{3F5B499A-29E5-473C-A07C-E91E85FA296F}" dt="2024-03-08T14:19:37.309" v="24" actId="20577"/>
        <pc:sldMkLst>
          <pc:docMk/>
          <pc:sldMk cId="2940396715" sldId="290"/>
        </pc:sldMkLst>
        <pc:spChg chg="mod">
          <ac:chgData name="Henri Arvis (Student at CentraleSupelec)" userId="S::henri.arvis@student-cs.fr::2eec99dc-37bd-428a-ae0e-36fa30341aa6" providerId="AD" clId="Web-{3F5B499A-29E5-473C-A07C-E91E85FA296F}" dt="2024-03-08T14:19:37.309" v="24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Henri Arvis (Student at CentraleSupelec)" userId="S::henri.arvis@student-cs.fr::2eec99dc-37bd-428a-ae0e-36fa30341aa6" providerId="AD" clId="Web-{3F5B499A-29E5-473C-A07C-E91E85FA296F}" dt="2024-03-08T14:19:15.590" v="17" actId="20577"/>
        <pc:sldMkLst>
          <pc:docMk/>
          <pc:sldMk cId="2976018367" sldId="293"/>
        </pc:sldMkLst>
        <pc:spChg chg="mod">
          <ac:chgData name="Henri Arvis (Student at CentraleSupelec)" userId="S::henri.arvis@student-cs.fr::2eec99dc-37bd-428a-ae0e-36fa30341aa6" providerId="AD" clId="Web-{3F5B499A-29E5-473C-A07C-E91E85FA296F}" dt="2024-03-08T14:19:15.590" v="17" actId="20577"/>
          <ac:spMkLst>
            <pc:docMk/>
            <pc:sldMk cId="2976018367" sldId="293"/>
            <ac:spMk id="3" creationId="{00000000-0000-0000-0000-000000000000}"/>
          </ac:spMkLst>
        </pc:spChg>
      </pc:sldChg>
      <pc:sldChg chg="modSp add ord replId">
        <pc:chgData name="Henri Arvis (Student at CentraleSupelec)" userId="S::henri.arvis@student-cs.fr::2eec99dc-37bd-428a-ae0e-36fa30341aa6" providerId="AD" clId="Web-{3F5B499A-29E5-473C-A07C-E91E85FA296F}" dt="2024-03-08T14:19:31.434" v="23" actId="20577"/>
        <pc:sldMkLst>
          <pc:docMk/>
          <pc:sldMk cId="2356702141" sldId="299"/>
        </pc:sldMkLst>
        <pc:spChg chg="mod">
          <ac:chgData name="Henri Arvis (Student at CentraleSupelec)" userId="S::henri.arvis@student-cs.fr::2eec99dc-37bd-428a-ae0e-36fa30341aa6" providerId="AD" clId="Web-{3F5B499A-29E5-473C-A07C-E91E85FA296F}" dt="2024-03-08T14:19:31.434" v="23" actId="20577"/>
          <ac:spMkLst>
            <pc:docMk/>
            <pc:sldMk cId="2356702141" sldId="299"/>
            <ac:spMk id="3" creationId="{00000000-0000-0000-0000-000000000000}"/>
          </ac:spMkLst>
        </pc:spChg>
      </pc:sldChg>
      <pc:sldChg chg="modSp add del replId">
        <pc:chgData name="Henri Arvis (Student at CentraleSupelec)" userId="S::henri.arvis@student-cs.fr::2eec99dc-37bd-428a-ae0e-36fa30341aa6" providerId="AD" clId="Web-{3F5B499A-29E5-473C-A07C-E91E85FA296F}" dt="2024-03-08T14:19:53.731" v="30"/>
        <pc:sldMkLst>
          <pc:docMk/>
          <pc:sldMk cId="4087172346" sldId="300"/>
        </pc:sldMkLst>
        <pc:spChg chg="mod">
          <ac:chgData name="Henri Arvis (Student at CentraleSupelec)" userId="S::henri.arvis@student-cs.fr::2eec99dc-37bd-428a-ae0e-36fa30341aa6" providerId="AD" clId="Web-{3F5B499A-29E5-473C-A07C-E91E85FA296F}" dt="2024-03-08T14:19:49.606" v="28" actId="20577"/>
          <ac:spMkLst>
            <pc:docMk/>
            <pc:sldMk cId="4087172346" sldId="300"/>
            <ac:spMk id="10" creationId="{6C28B462-9E6F-19B1-2AF2-C62C23221CBB}"/>
          </ac:spMkLst>
        </pc:spChg>
      </pc:sldChg>
      <pc:sldChg chg="modSp add replId">
        <pc:chgData name="Henri Arvis (Student at CentraleSupelec)" userId="S::henri.arvis@student-cs.fr::2eec99dc-37bd-428a-ae0e-36fa30341aa6" providerId="AD" clId="Web-{3F5B499A-29E5-473C-A07C-E91E85FA296F}" dt="2024-03-08T14:21:04.765" v="54" actId="20577"/>
        <pc:sldMkLst>
          <pc:docMk/>
          <pc:sldMk cId="62806016" sldId="301"/>
        </pc:sldMkLst>
        <pc:spChg chg="mod">
          <ac:chgData name="Henri Arvis (Student at CentraleSupelec)" userId="S::henri.arvis@student-cs.fr::2eec99dc-37bd-428a-ae0e-36fa30341aa6" providerId="AD" clId="Web-{3F5B499A-29E5-473C-A07C-E91E85FA296F}" dt="2024-03-08T14:21:04.765" v="54" actId="20577"/>
          <ac:spMkLst>
            <pc:docMk/>
            <pc:sldMk cId="62806016" sldId="301"/>
            <ac:spMk id="10" creationId="{6C28B462-9E6F-19B1-2AF2-C62C23221CBB}"/>
          </ac:spMkLst>
        </pc:spChg>
      </pc:sldChg>
      <pc:sldChg chg="new">
        <pc:chgData name="Henri Arvis (Student at CentraleSupelec)" userId="S::henri.arvis@student-cs.fr::2eec99dc-37bd-428a-ae0e-36fa30341aa6" providerId="AD" clId="Web-{3F5B499A-29E5-473C-A07C-E91E85FA296F}" dt="2024-03-08T14:21:16.218" v="55"/>
        <pc:sldMkLst>
          <pc:docMk/>
          <pc:sldMk cId="3644075111" sldId="302"/>
        </pc:sldMkLst>
      </pc:sldChg>
    </pc:docChg>
  </pc:docChgLst>
  <pc:docChgLst>
    <pc:chgData name="Henri Arvis (Student at CentraleSupelec)" userId="S::henri.arvis@student-cs.fr::2eec99dc-37bd-428a-ae0e-36fa30341aa6" providerId="AD" clId="Web-{6DAA8426-93CE-4307-9827-C8B84922C73B}"/>
    <pc:docChg chg="addSld delSld">
      <pc:chgData name="Henri Arvis (Student at CentraleSupelec)" userId="S::henri.arvis@student-cs.fr::2eec99dc-37bd-428a-ae0e-36fa30341aa6" providerId="AD" clId="Web-{6DAA8426-93CE-4307-9827-C8B84922C73B}" dt="2024-03-08T13:03:50.315" v="2"/>
      <pc:docMkLst>
        <pc:docMk/>
      </pc:docMkLst>
      <pc:sldChg chg="del">
        <pc:chgData name="Henri Arvis (Student at CentraleSupelec)" userId="S::henri.arvis@student-cs.fr::2eec99dc-37bd-428a-ae0e-36fa30341aa6" providerId="AD" clId="Web-{6DAA8426-93CE-4307-9827-C8B84922C73B}" dt="2024-03-08T13:03:35.252" v="1"/>
        <pc:sldMkLst>
          <pc:docMk/>
          <pc:sldMk cId="336249700" sldId="292"/>
        </pc:sldMkLst>
      </pc:sldChg>
      <pc:sldChg chg="add">
        <pc:chgData name="Henri Arvis (Student at CentraleSupelec)" userId="S::henri.arvis@student-cs.fr::2eec99dc-37bd-428a-ae0e-36fa30341aa6" providerId="AD" clId="Web-{6DAA8426-93CE-4307-9827-C8B84922C73B}" dt="2024-03-08T13:03:32.487" v="0"/>
        <pc:sldMkLst>
          <pc:docMk/>
          <pc:sldMk cId="327273750" sldId="297"/>
        </pc:sldMkLst>
      </pc:sldChg>
      <pc:sldChg chg="add">
        <pc:chgData name="Henri Arvis (Student at CentraleSupelec)" userId="S::henri.arvis@student-cs.fr::2eec99dc-37bd-428a-ae0e-36fa30341aa6" providerId="AD" clId="Web-{6DAA8426-93CE-4307-9827-C8B84922C73B}" dt="2024-03-08T13:03:50.315" v="2"/>
        <pc:sldMkLst>
          <pc:docMk/>
          <pc:sldMk cId="3575904001" sldId="298"/>
        </pc:sldMkLst>
      </pc:sldChg>
    </pc:docChg>
  </pc:docChgLst>
  <pc:docChgLst>
    <pc:chgData name="Henri Arvis (Student at CentraleSupelec)" userId="S::henri.arvis@student-cs.fr::2eec99dc-37bd-428a-ae0e-36fa30341aa6" providerId="AD" clId="Web-{5FA16BC5-2B9F-4A0A-8288-CD3A094B3A63}"/>
    <pc:docChg chg="addSld modSld">
      <pc:chgData name="Henri Arvis (Student at CentraleSupelec)" userId="S::henri.arvis@student-cs.fr::2eec99dc-37bd-428a-ae0e-36fa30341aa6" providerId="AD" clId="Web-{5FA16BC5-2B9F-4A0A-8288-CD3A094B3A63}" dt="2024-03-13T10:09:06.019" v="42" actId="1076"/>
      <pc:docMkLst>
        <pc:docMk/>
      </pc:docMkLst>
      <pc:sldChg chg="modSp">
        <pc:chgData name="Henri Arvis (Student at CentraleSupelec)" userId="S::henri.arvis@student-cs.fr::2eec99dc-37bd-428a-ae0e-36fa30341aa6" providerId="AD" clId="Web-{5FA16BC5-2B9F-4A0A-8288-CD3A094B3A63}" dt="2024-03-13T10:06:44.422" v="35" actId="20577"/>
        <pc:sldMkLst>
          <pc:docMk/>
          <pc:sldMk cId="327273750" sldId="297"/>
        </pc:sldMkLst>
        <pc:spChg chg="mod">
          <ac:chgData name="Henri Arvis (Student at CentraleSupelec)" userId="S::henri.arvis@student-cs.fr::2eec99dc-37bd-428a-ae0e-36fa30341aa6" providerId="AD" clId="Web-{5FA16BC5-2B9F-4A0A-8288-CD3A094B3A63}" dt="2024-03-13T10:06:44.422" v="35" actId="20577"/>
          <ac:spMkLst>
            <pc:docMk/>
            <pc:sldMk cId="327273750" sldId="297"/>
            <ac:spMk id="10" creationId="{6C28B462-9E6F-19B1-2AF2-C62C23221CBB}"/>
          </ac:spMkLst>
        </pc:spChg>
      </pc:sldChg>
      <pc:sldChg chg="addSp modSp new">
        <pc:chgData name="Henri Arvis (Student at CentraleSupelec)" userId="S::henri.arvis@student-cs.fr::2eec99dc-37bd-428a-ae0e-36fa30341aa6" providerId="AD" clId="Web-{5FA16BC5-2B9F-4A0A-8288-CD3A094B3A63}" dt="2024-03-13T10:09:06.019" v="42" actId="1076"/>
        <pc:sldMkLst>
          <pc:docMk/>
          <pc:sldMk cId="138979400" sldId="303"/>
        </pc:sldMkLst>
        <pc:picChg chg="add mod">
          <ac:chgData name="Henri Arvis (Student at CentraleSupelec)" userId="S::henri.arvis@student-cs.fr::2eec99dc-37bd-428a-ae0e-36fa30341aa6" providerId="AD" clId="Web-{5FA16BC5-2B9F-4A0A-8288-CD3A094B3A63}" dt="2024-03-13T10:09:06.019" v="42" actId="1076"/>
          <ac:picMkLst>
            <pc:docMk/>
            <pc:sldMk cId="138979400" sldId="303"/>
            <ac:picMk id="4" creationId="{0F262994-BF4D-B781-F502-68FEC9811E1F}"/>
          </ac:picMkLst>
        </pc:picChg>
      </pc:sldChg>
    </pc:docChg>
  </pc:docChgLst>
  <pc:docChgLst>
    <pc:chgData name="Thomas Bordino (Student at CentraleSupelec)" userId="059e5d54-57bf-4e3d-9785-61ef755fb47f" providerId="ADAL" clId="{9A406D7A-B62E-442D-B289-58FB4A094107}"/>
    <pc:docChg chg="undo custSel delSld modSld">
      <pc:chgData name="Thomas Bordino (Student at CentraleSupelec)" userId="059e5d54-57bf-4e3d-9785-61ef755fb47f" providerId="ADAL" clId="{9A406D7A-B62E-442D-B289-58FB4A094107}" dt="2024-03-19T06:42:47.191" v="44" actId="1076"/>
      <pc:docMkLst>
        <pc:docMk/>
      </pc:docMkLst>
      <pc:sldChg chg="modSp mod">
        <pc:chgData name="Thomas Bordino (Student at CentraleSupelec)" userId="059e5d54-57bf-4e3d-9785-61ef755fb47f" providerId="ADAL" clId="{9A406D7A-B62E-442D-B289-58FB4A094107}" dt="2024-03-19T06:38:48.258" v="9"/>
        <pc:sldMkLst>
          <pc:docMk/>
          <pc:sldMk cId="2940396715" sldId="290"/>
        </pc:sldMkLst>
        <pc:spChg chg="mod">
          <ac:chgData name="Thomas Bordino (Student at CentraleSupelec)" userId="059e5d54-57bf-4e3d-9785-61ef755fb47f" providerId="ADAL" clId="{9A406D7A-B62E-442D-B289-58FB4A094107}" dt="2024-03-19T06:38:48.258" v="9"/>
          <ac:spMkLst>
            <pc:docMk/>
            <pc:sldMk cId="2940396715" sldId="290"/>
            <ac:spMk id="3" creationId="{00000000-0000-0000-0000-000000000000}"/>
          </ac:spMkLst>
        </pc:spChg>
      </pc:sldChg>
      <pc:sldChg chg="modSp mod">
        <pc:chgData name="Thomas Bordino (Student at CentraleSupelec)" userId="059e5d54-57bf-4e3d-9785-61ef755fb47f" providerId="ADAL" clId="{9A406D7A-B62E-442D-B289-58FB4A094107}" dt="2024-03-19T06:38:53.242" v="10"/>
        <pc:sldMkLst>
          <pc:docMk/>
          <pc:sldMk cId="709355255" sldId="291"/>
        </pc:sldMkLst>
        <pc:spChg chg="mod">
          <ac:chgData name="Thomas Bordino (Student at CentraleSupelec)" userId="059e5d54-57bf-4e3d-9785-61ef755fb47f" providerId="ADAL" clId="{9A406D7A-B62E-442D-B289-58FB4A094107}" dt="2024-03-19T06:38:53.242" v="10"/>
          <ac:spMkLst>
            <pc:docMk/>
            <pc:sldMk cId="709355255" sldId="291"/>
            <ac:spMk id="3073" creationId="{00000000-0000-0000-0000-000000000000}"/>
          </ac:spMkLst>
        </pc:spChg>
      </pc:sldChg>
      <pc:sldChg chg="del">
        <pc:chgData name="Thomas Bordino (Student at CentraleSupelec)" userId="059e5d54-57bf-4e3d-9785-61ef755fb47f" providerId="ADAL" clId="{9A406D7A-B62E-442D-B289-58FB4A094107}" dt="2024-03-19T06:38:09.796" v="6" actId="47"/>
        <pc:sldMkLst>
          <pc:docMk/>
          <pc:sldMk cId="2976018367" sldId="293"/>
        </pc:sldMkLst>
      </pc:sldChg>
      <pc:sldChg chg="del">
        <pc:chgData name="Thomas Bordino (Student at CentraleSupelec)" userId="059e5d54-57bf-4e3d-9785-61ef755fb47f" providerId="ADAL" clId="{9A406D7A-B62E-442D-B289-58FB4A094107}" dt="2024-03-19T06:37:59.652" v="3" actId="47"/>
        <pc:sldMkLst>
          <pc:docMk/>
          <pc:sldMk cId="894844399" sldId="296"/>
        </pc:sldMkLst>
      </pc:sldChg>
      <pc:sldChg chg="delSp del mod">
        <pc:chgData name="Thomas Bordino (Student at CentraleSupelec)" userId="059e5d54-57bf-4e3d-9785-61ef755fb47f" providerId="ADAL" clId="{9A406D7A-B62E-442D-B289-58FB4A094107}" dt="2024-03-19T06:38:01.249" v="4" actId="47"/>
        <pc:sldMkLst>
          <pc:docMk/>
          <pc:sldMk cId="327273750" sldId="297"/>
        </pc:sldMkLst>
        <pc:spChg chg="del">
          <ac:chgData name="Thomas Bordino (Student at CentraleSupelec)" userId="059e5d54-57bf-4e3d-9785-61ef755fb47f" providerId="ADAL" clId="{9A406D7A-B62E-442D-B289-58FB4A094107}" dt="2024-03-19T06:37:38.142" v="0" actId="478"/>
          <ac:spMkLst>
            <pc:docMk/>
            <pc:sldMk cId="327273750" sldId="297"/>
            <ac:spMk id="10" creationId="{6C28B462-9E6F-19B1-2AF2-C62C23221CBB}"/>
          </ac:spMkLst>
        </pc:spChg>
      </pc:sldChg>
      <pc:sldChg chg="del">
        <pc:chgData name="Thomas Bordino (Student at CentraleSupelec)" userId="059e5d54-57bf-4e3d-9785-61ef755fb47f" providerId="ADAL" clId="{9A406D7A-B62E-442D-B289-58FB4A094107}" dt="2024-03-19T06:37:48.597" v="1" actId="47"/>
        <pc:sldMkLst>
          <pc:docMk/>
          <pc:sldMk cId="3575904001" sldId="298"/>
        </pc:sldMkLst>
      </pc:sldChg>
      <pc:sldChg chg="del">
        <pc:chgData name="Thomas Bordino (Student at CentraleSupelec)" userId="059e5d54-57bf-4e3d-9785-61ef755fb47f" providerId="ADAL" clId="{9A406D7A-B62E-442D-B289-58FB4A094107}" dt="2024-03-19T06:37:57.838" v="2" actId="47"/>
        <pc:sldMkLst>
          <pc:docMk/>
          <pc:sldMk cId="2356702141" sldId="299"/>
        </pc:sldMkLst>
      </pc:sldChg>
      <pc:sldChg chg="addSp modSp mod">
        <pc:chgData name="Thomas Bordino (Student at CentraleSupelec)" userId="059e5d54-57bf-4e3d-9785-61ef755fb47f" providerId="ADAL" clId="{9A406D7A-B62E-442D-B289-58FB4A094107}" dt="2024-03-19T06:42:47.191" v="44" actId="1076"/>
        <pc:sldMkLst>
          <pc:docMk/>
          <pc:sldMk cId="3644075111" sldId="302"/>
        </pc:sldMkLst>
        <pc:spChg chg="add mod">
          <ac:chgData name="Thomas Bordino (Student at CentraleSupelec)" userId="059e5d54-57bf-4e3d-9785-61ef755fb47f" providerId="ADAL" clId="{9A406D7A-B62E-442D-B289-58FB4A094107}" dt="2024-03-19T06:42:47.191" v="44" actId="1076"/>
          <ac:spMkLst>
            <pc:docMk/>
            <pc:sldMk cId="3644075111" sldId="302"/>
            <ac:spMk id="5" creationId="{7EB532A0-BE93-DF02-E41C-CC78434AB2E5}"/>
          </ac:spMkLst>
        </pc:spChg>
      </pc:sldChg>
      <pc:sldChg chg="del">
        <pc:chgData name="Thomas Bordino (Student at CentraleSupelec)" userId="059e5d54-57bf-4e3d-9785-61ef755fb47f" providerId="ADAL" clId="{9A406D7A-B62E-442D-B289-58FB4A094107}" dt="2024-03-19T06:38:11.833" v="7" actId="47"/>
        <pc:sldMkLst>
          <pc:docMk/>
          <pc:sldMk cId="138979400" sldId="303"/>
        </pc:sldMkLst>
      </pc:sldChg>
      <pc:sldChg chg="del">
        <pc:chgData name="Thomas Bordino (Student at CentraleSupelec)" userId="059e5d54-57bf-4e3d-9785-61ef755fb47f" providerId="ADAL" clId="{9A406D7A-B62E-442D-B289-58FB4A094107}" dt="2024-03-19T06:38:05.818" v="5" actId="47"/>
        <pc:sldMkLst>
          <pc:docMk/>
          <pc:sldMk cId="399064354" sldId="304"/>
        </pc:sldMkLst>
      </pc:sldChg>
    </pc:docChg>
  </pc:docChgLst>
  <pc:docChgLst>
    <pc:chgData name="Henri Arvis (Student at CentraleSupelec)" userId="2eec99dc-37bd-428a-ae0e-36fa30341aa6" providerId="ADAL" clId="{1E728F44-EB2C-4A4D-B1B3-C2B6A8A336CE}"/>
    <pc:docChg chg="undo custSel addSld modSld">
      <pc:chgData name="Henri Arvis (Student at CentraleSupelec)" userId="2eec99dc-37bd-428a-ae0e-36fa30341aa6" providerId="ADAL" clId="{1E728F44-EB2C-4A4D-B1B3-C2B6A8A336CE}" dt="2024-03-13T10:18:45.937" v="235" actId="313"/>
      <pc:docMkLst>
        <pc:docMk/>
      </pc:docMkLst>
      <pc:sldChg chg="modSp mod">
        <pc:chgData name="Henri Arvis (Student at CentraleSupelec)" userId="2eec99dc-37bd-428a-ae0e-36fa30341aa6" providerId="ADAL" clId="{1E728F44-EB2C-4A4D-B1B3-C2B6A8A336CE}" dt="2024-03-08T14:28:03.822" v="165" actId="20577"/>
        <pc:sldMkLst>
          <pc:docMk/>
          <pc:sldMk cId="2940396715" sldId="290"/>
        </pc:sldMkLst>
        <pc:spChg chg="mod">
          <ac:chgData name="Henri Arvis (Student at CentraleSupelec)" userId="2eec99dc-37bd-428a-ae0e-36fa30341aa6" providerId="ADAL" clId="{1E728F44-EB2C-4A4D-B1B3-C2B6A8A336CE}" dt="2024-03-08T14:28:03.822" v="165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 mod">
        <pc:chgData name="Henri Arvis (Student at CentraleSupelec)" userId="2eec99dc-37bd-428a-ae0e-36fa30341aa6" providerId="ADAL" clId="{1E728F44-EB2C-4A4D-B1B3-C2B6A8A336CE}" dt="2024-03-08T14:27:59.624" v="163" actId="20577"/>
        <pc:sldMkLst>
          <pc:docMk/>
          <pc:sldMk cId="709355255" sldId="291"/>
        </pc:sldMkLst>
        <pc:spChg chg="mod">
          <ac:chgData name="Henri Arvis (Student at CentraleSupelec)" userId="2eec99dc-37bd-428a-ae0e-36fa30341aa6" providerId="ADAL" clId="{1E728F44-EB2C-4A4D-B1B3-C2B6A8A336CE}" dt="2024-03-08T14:27:59.624" v="163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modSp mod">
        <pc:chgData name="Henri Arvis (Student at CentraleSupelec)" userId="2eec99dc-37bd-428a-ae0e-36fa30341aa6" providerId="ADAL" clId="{1E728F44-EB2C-4A4D-B1B3-C2B6A8A336CE}" dt="2024-03-13T10:18:45.937" v="235" actId="313"/>
        <pc:sldMkLst>
          <pc:docMk/>
          <pc:sldMk cId="327273750" sldId="297"/>
        </pc:sldMkLst>
        <pc:spChg chg="mod">
          <ac:chgData name="Henri Arvis (Student at CentraleSupelec)" userId="2eec99dc-37bd-428a-ae0e-36fa30341aa6" providerId="ADAL" clId="{1E728F44-EB2C-4A4D-B1B3-C2B6A8A336CE}" dt="2024-03-13T10:18:45.937" v="235" actId="313"/>
          <ac:spMkLst>
            <pc:docMk/>
            <pc:sldMk cId="327273750" sldId="297"/>
            <ac:spMk id="10" creationId="{6C28B462-9E6F-19B1-2AF2-C62C23221CBB}"/>
          </ac:spMkLst>
        </pc:spChg>
      </pc:sldChg>
      <pc:sldChg chg="addSp modSp mod">
        <pc:chgData name="Henri Arvis (Student at CentraleSupelec)" userId="2eec99dc-37bd-428a-ae0e-36fa30341aa6" providerId="ADAL" clId="{1E728F44-EB2C-4A4D-B1B3-C2B6A8A336CE}" dt="2024-03-08T14:27:47.345" v="161" actId="14100"/>
        <pc:sldMkLst>
          <pc:docMk/>
          <pc:sldMk cId="62806016" sldId="301"/>
        </pc:sldMkLst>
        <pc:spChg chg="add mod">
          <ac:chgData name="Henri Arvis (Student at CentraleSupelec)" userId="2eec99dc-37bd-428a-ae0e-36fa30341aa6" providerId="ADAL" clId="{1E728F44-EB2C-4A4D-B1B3-C2B6A8A336CE}" dt="2024-03-08T14:27:47.345" v="161" actId="14100"/>
          <ac:spMkLst>
            <pc:docMk/>
            <pc:sldMk cId="62806016" sldId="301"/>
            <ac:spMk id="2" creationId="{BDF38944-6862-58F3-13E8-5AFB84EC9785}"/>
          </ac:spMkLst>
        </pc:spChg>
      </pc:sldChg>
      <pc:sldChg chg="addSp delSp modSp mod">
        <pc:chgData name="Henri Arvis (Student at CentraleSupelec)" userId="2eec99dc-37bd-428a-ae0e-36fa30341aa6" providerId="ADAL" clId="{1E728F44-EB2C-4A4D-B1B3-C2B6A8A336CE}" dt="2024-03-13T10:10:34.016" v="174" actId="1076"/>
        <pc:sldMkLst>
          <pc:docMk/>
          <pc:sldMk cId="3644075111" sldId="302"/>
        </pc:sldMkLst>
        <pc:spChg chg="add mod">
          <ac:chgData name="Henri Arvis (Student at CentraleSupelec)" userId="2eec99dc-37bd-428a-ae0e-36fa30341aa6" providerId="ADAL" clId="{1E728F44-EB2C-4A4D-B1B3-C2B6A8A336CE}" dt="2024-03-13T10:10:31.017" v="173" actId="1076"/>
          <ac:spMkLst>
            <pc:docMk/>
            <pc:sldMk cId="3644075111" sldId="302"/>
            <ac:spMk id="4" creationId="{AC1CA36B-A0E0-9EAB-FA68-07ADC3CBABCD}"/>
          </ac:spMkLst>
        </pc:spChg>
        <pc:spChg chg="add del mod">
          <ac:chgData name="Henri Arvis (Student at CentraleSupelec)" userId="2eec99dc-37bd-428a-ae0e-36fa30341aa6" providerId="ADAL" clId="{1E728F44-EB2C-4A4D-B1B3-C2B6A8A336CE}" dt="2024-03-13T10:10:27.612" v="172" actId="478"/>
          <ac:spMkLst>
            <pc:docMk/>
            <pc:sldMk cId="3644075111" sldId="302"/>
            <ac:spMk id="5" creationId="{4EBF251D-8896-56F5-65BA-526885A09917}"/>
          </ac:spMkLst>
        </pc:spChg>
        <pc:spChg chg="add mod">
          <ac:chgData name="Henri Arvis (Student at CentraleSupelec)" userId="2eec99dc-37bd-428a-ae0e-36fa30341aa6" providerId="ADAL" clId="{1E728F44-EB2C-4A4D-B1B3-C2B6A8A336CE}" dt="2024-03-13T10:10:34.016" v="174" actId="1076"/>
          <ac:spMkLst>
            <pc:docMk/>
            <pc:sldMk cId="3644075111" sldId="302"/>
            <ac:spMk id="6" creationId="{6BB42A9A-64DF-3787-5AAC-F2644E5BEF5B}"/>
          </ac:spMkLst>
        </pc:spChg>
        <pc:spChg chg="add mod">
          <ac:chgData name="Henri Arvis (Student at CentraleSupelec)" userId="2eec99dc-37bd-428a-ae0e-36fa30341aa6" providerId="ADAL" clId="{1E728F44-EB2C-4A4D-B1B3-C2B6A8A336CE}" dt="2024-03-08T14:27:40.243" v="160" actId="1076"/>
          <ac:spMkLst>
            <pc:docMk/>
            <pc:sldMk cId="3644075111" sldId="302"/>
            <ac:spMk id="7" creationId="{288B07F2-4C63-C86B-A6FE-2EFF934E8946}"/>
          </ac:spMkLst>
        </pc:spChg>
      </pc:sldChg>
      <pc:sldChg chg="modSp add mod">
        <pc:chgData name="Henri Arvis (Student at CentraleSupelec)" userId="2eec99dc-37bd-428a-ae0e-36fa30341aa6" providerId="ADAL" clId="{1E728F44-EB2C-4A4D-B1B3-C2B6A8A336CE}" dt="2024-03-13T10:16:13.009" v="224" actId="20577"/>
        <pc:sldMkLst>
          <pc:docMk/>
          <pc:sldMk cId="399064354" sldId="304"/>
        </pc:sldMkLst>
        <pc:spChg chg="mod">
          <ac:chgData name="Henri Arvis (Student at CentraleSupelec)" userId="2eec99dc-37bd-428a-ae0e-36fa30341aa6" providerId="ADAL" clId="{1E728F44-EB2C-4A4D-B1B3-C2B6A8A336CE}" dt="2024-03-13T10:16:13.009" v="224" actId="20577"/>
          <ac:spMkLst>
            <pc:docMk/>
            <pc:sldMk cId="399064354" sldId="304"/>
            <ac:spMk id="10" creationId="{6C28B462-9E6F-19B1-2AF2-C62C23221C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18/03/2024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18/03/2024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9039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/>
              <a:t>loic.queval@geeps.centralesupelec.fr</a:t>
            </a:r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456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>
                <a:latin typeface="+mj-lt"/>
              </a:rPr>
              <a:t>Considering the superconductor in the circuit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de-DE" u="sng">
                <a:latin typeface="+mj-lt"/>
              </a:rPr>
              <a:t>Thomas B., Henri A., Oussama H., Benoît l. Bilal Z. </a:t>
            </a:r>
            <a:endParaRPr lang="fr-FR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Content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Increasing problem complexity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396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I. Increasing problem complexity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/>
              <p:nvPr/>
            </p:nvSpPr>
            <p:spPr>
              <a:xfrm>
                <a:off x="2842775" y="2875002"/>
                <a:ext cx="34584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minimize</m:t>
                          </m:r>
                        </m:fName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775" y="2875002"/>
                <a:ext cx="3458447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/>
              <p:nvPr/>
            </p:nvSpPr>
            <p:spPr>
              <a:xfrm>
                <a:off x="3965389" y="3429000"/>
                <a:ext cx="12132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389" y="3429000"/>
                <a:ext cx="121321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255263" y="790282"/>
            <a:ext cx="263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Formal Problem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B532A0-BE93-DF02-E41C-CC78434AB2E5}"/>
              </a:ext>
            </a:extLst>
          </p:cNvPr>
          <p:cNvSpPr txBox="1"/>
          <p:nvPr/>
        </p:nvSpPr>
        <p:spPr>
          <a:xfrm>
            <a:off x="3867188" y="3859887"/>
            <a:ext cx="14096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err="1"/>
              <a:t>T</a:t>
            </a:r>
            <a:r>
              <a:rPr lang="en-US" sz="1600" b="0" err="1"/>
              <a:t>supra</a:t>
            </a:r>
            <a:r>
              <a:rPr lang="en-US" sz="2800" b="0"/>
              <a:t> &lt; </a:t>
            </a:r>
            <a:r>
              <a:rPr lang="en-US" sz="2800" b="0" err="1"/>
              <a:t>T</a:t>
            </a:r>
            <a:r>
              <a:rPr lang="en-US" sz="1600" b="0" err="1"/>
              <a:t>lim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4407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2EF75-85C8-449D-9E3F-3EDD329FF0E4}"/>
              </a:ext>
            </a:extLst>
          </p:cNvPr>
          <p:cNvSpPr txBox="1"/>
          <p:nvPr/>
        </p:nvSpPr>
        <p:spPr>
          <a:xfrm>
            <a:off x="-3974" y="6306007"/>
            <a:ext cx="9147974" cy="24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1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[x] in 10 </a:t>
            </a:r>
            <a:r>
              <a:rPr lang="en-US" altLang="ja-JP" sz="1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pt</a:t>
            </a:r>
            <a:r>
              <a:rPr lang="en-US" altLang="ja-JP" sz="1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(for references at the bottom of the slide)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C28B462-9E6F-19B1-2AF2-C62C23221CBB}"/>
              </a:ext>
            </a:extLst>
          </p:cNvPr>
          <p:cNvSpPr txBox="1"/>
          <p:nvPr/>
        </p:nvSpPr>
        <p:spPr>
          <a:xfrm>
            <a:off x="1651519" y="1166842"/>
            <a:ext cx="610222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>
                <a:solidFill>
                  <a:srgbClr val="0E00FF"/>
                </a:solidFill>
              </a:rPr>
              <a:t>function </a:t>
            </a:r>
            <a:r>
              <a:rPr lang="en-US" sz="1200"/>
              <a:t>[</a:t>
            </a:r>
            <a:r>
              <a:rPr lang="en-US" sz="1200" err="1"/>
              <a:t>f,g,h</a:t>
            </a:r>
            <a:r>
              <a:rPr lang="en-US" sz="1200"/>
              <a:t>] = J_obj0(X)</a:t>
            </a:r>
          </a:p>
          <a:p>
            <a:endParaRPr lang="en-US" sz="1200"/>
          </a:p>
          <a:p>
            <a:r>
              <a:rPr lang="en-US" sz="1200"/>
              <a:t> R = X(1);</a:t>
            </a:r>
            <a:endParaRPr lang="en-US" sz="1200">
              <a:cs typeface="Calibri"/>
            </a:endParaRPr>
          </a:p>
          <a:p>
            <a:r>
              <a:rPr lang="en-US" sz="1200"/>
              <a:t> P = X(2);</a:t>
            </a:r>
            <a:endParaRPr lang="en-US" sz="1200">
              <a:cs typeface="Calibri"/>
            </a:endParaRPr>
          </a:p>
          <a:p>
            <a:endParaRPr lang="en-US" sz="1200"/>
          </a:p>
          <a:p>
            <a:r>
              <a:rPr lang="en-US" sz="1200"/>
              <a:t> mdl = </a:t>
            </a:r>
            <a:r>
              <a:rPr lang="en-US" sz="1200">
                <a:solidFill>
                  <a:srgbClr val="A709F5"/>
                </a:solidFill>
              </a:rPr>
              <a:t>'Sim0'</a:t>
            </a:r>
            <a:r>
              <a:rPr lang="en-US" sz="1200"/>
              <a:t>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Pobj</a:t>
            </a:r>
            <a:r>
              <a:rPr lang="en-US" sz="1200"/>
              <a:t> = </a:t>
            </a:r>
            <a:r>
              <a:rPr lang="en-US" sz="1200">
                <a:solidFill>
                  <a:srgbClr val="A709F5"/>
                </a:solidFill>
              </a:rPr>
              <a:t>'/Constant2'</a:t>
            </a:r>
            <a:r>
              <a:rPr lang="en-US" sz="1200"/>
              <a:t>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Pval</a:t>
            </a:r>
            <a:r>
              <a:rPr lang="en-US" sz="1200"/>
              <a:t> = </a:t>
            </a:r>
            <a:r>
              <a:rPr lang="en-US" sz="1200">
                <a:solidFill>
                  <a:srgbClr val="A709F5"/>
                </a:solidFill>
              </a:rPr>
              <a:t>'Value'</a:t>
            </a:r>
            <a:r>
              <a:rPr lang="en-US" sz="1200"/>
              <a:t>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Ppath</a:t>
            </a:r>
            <a:r>
              <a:rPr lang="en-US" sz="1200"/>
              <a:t> = [mdl, </a:t>
            </a:r>
            <a:r>
              <a:rPr lang="en-US" sz="1200" err="1"/>
              <a:t>Pobj</a:t>
            </a:r>
            <a:r>
              <a:rPr lang="en-US" sz="1200"/>
              <a:t>];</a:t>
            </a:r>
            <a:endParaRPr lang="en-US" sz="1200">
              <a:cs typeface="Calibri"/>
            </a:endParaRPr>
          </a:p>
          <a:p>
            <a:endParaRPr lang="en-US" sz="1200"/>
          </a:p>
          <a:p>
            <a:r>
              <a:rPr lang="en-US" sz="1200"/>
              <a:t> </a:t>
            </a:r>
            <a:r>
              <a:rPr lang="en-US" sz="1200" err="1"/>
              <a:t>Robj</a:t>
            </a:r>
            <a:r>
              <a:rPr lang="en-US" sz="1200"/>
              <a:t> = </a:t>
            </a:r>
            <a:r>
              <a:rPr lang="en-US" sz="1200">
                <a:solidFill>
                  <a:srgbClr val="A709F5"/>
                </a:solidFill>
              </a:rPr>
              <a:t>'/Series RLC Branch'</a:t>
            </a:r>
            <a:r>
              <a:rPr lang="en-US" sz="1200"/>
              <a:t>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Rval</a:t>
            </a:r>
            <a:r>
              <a:rPr lang="en-US" sz="1200"/>
              <a:t> = </a:t>
            </a:r>
            <a:r>
              <a:rPr lang="en-US" sz="1200">
                <a:solidFill>
                  <a:srgbClr val="A709F5"/>
                </a:solidFill>
              </a:rPr>
              <a:t>'Resistance'</a:t>
            </a:r>
            <a:r>
              <a:rPr lang="en-US" sz="1200"/>
              <a:t>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Rpath</a:t>
            </a:r>
            <a:r>
              <a:rPr lang="en-US" sz="1200"/>
              <a:t> = [mdl, </a:t>
            </a:r>
            <a:r>
              <a:rPr lang="en-US" sz="1200" err="1"/>
              <a:t>Robj</a:t>
            </a:r>
            <a:r>
              <a:rPr lang="en-US" sz="1200"/>
              <a:t>];</a:t>
            </a:r>
            <a:endParaRPr lang="en-US" sz="1200">
              <a:cs typeface="Calibri"/>
            </a:endParaRPr>
          </a:p>
          <a:p>
            <a:endParaRPr lang="en-US" sz="1200"/>
          </a:p>
          <a:p>
            <a:r>
              <a:rPr lang="en-US" sz="1200"/>
              <a:t> </a:t>
            </a:r>
            <a:r>
              <a:rPr lang="en-US" sz="1200" err="1"/>
              <a:t>set_param</a:t>
            </a:r>
            <a:r>
              <a:rPr lang="en-US" sz="1200"/>
              <a:t>(</a:t>
            </a:r>
            <a:r>
              <a:rPr lang="en-US" sz="1200" err="1"/>
              <a:t>Ppath</a:t>
            </a:r>
            <a:r>
              <a:rPr lang="en-US" sz="1200"/>
              <a:t>, </a:t>
            </a:r>
            <a:r>
              <a:rPr lang="en-US" sz="1200" err="1"/>
              <a:t>Pval</a:t>
            </a:r>
            <a:r>
              <a:rPr lang="en-US" sz="1200"/>
              <a:t>, string(P));</a:t>
            </a:r>
            <a:endParaRPr lang="en-US" sz="1200">
              <a:cs typeface="Calibri"/>
            </a:endParaRPr>
          </a:p>
          <a:p>
            <a:r>
              <a:rPr lang="en-US" sz="1200"/>
              <a:t> </a:t>
            </a:r>
            <a:r>
              <a:rPr lang="en-US" sz="1200" err="1"/>
              <a:t>set_param</a:t>
            </a:r>
            <a:r>
              <a:rPr lang="en-US" sz="1200"/>
              <a:t>(</a:t>
            </a:r>
            <a:r>
              <a:rPr lang="en-US" sz="1200" err="1"/>
              <a:t>Rpath</a:t>
            </a:r>
            <a:r>
              <a:rPr lang="en-US" sz="1200"/>
              <a:t>, </a:t>
            </a:r>
            <a:r>
              <a:rPr lang="en-US" sz="1200" err="1"/>
              <a:t>Rval</a:t>
            </a:r>
            <a:r>
              <a:rPr lang="en-US" sz="1200"/>
              <a:t>, string(R));</a:t>
            </a:r>
            <a:endParaRPr lang="en-US" sz="1200">
              <a:cs typeface="Calibri"/>
            </a:endParaRPr>
          </a:p>
          <a:p>
            <a:endParaRPr lang="en-US" sz="1200"/>
          </a:p>
          <a:p>
            <a:r>
              <a:rPr lang="en-US" sz="1200"/>
              <a:t> </a:t>
            </a:r>
            <a:r>
              <a:rPr lang="en-US" sz="1200" err="1"/>
              <a:t>SimIn</a:t>
            </a:r>
            <a:r>
              <a:rPr lang="en-US" sz="1200"/>
              <a:t> = </a:t>
            </a:r>
            <a:r>
              <a:rPr lang="en-US" sz="1200" err="1"/>
              <a:t>Simulink.SimulationInput</a:t>
            </a:r>
            <a:r>
              <a:rPr lang="en-US" sz="1200"/>
              <a:t>(</a:t>
            </a:r>
            <a:r>
              <a:rPr lang="en-US" sz="1200">
                <a:solidFill>
                  <a:srgbClr val="A709F5"/>
                </a:solidFill>
              </a:rPr>
              <a:t>'Sim0'</a:t>
            </a:r>
            <a:r>
              <a:rPr lang="en-US" sz="1200"/>
              <a:t>);</a:t>
            </a:r>
            <a:endParaRPr lang="en-US" sz="1200">
              <a:cs typeface="Calibri"/>
            </a:endParaRPr>
          </a:p>
          <a:p>
            <a:r>
              <a:rPr lang="en-US" sz="1200"/>
              <a:t> out = sim(</a:t>
            </a:r>
            <a:r>
              <a:rPr lang="en-US" sz="1200" err="1"/>
              <a:t>SimIn</a:t>
            </a:r>
            <a:r>
              <a:rPr lang="en-US" sz="1200"/>
              <a:t>);</a:t>
            </a:r>
            <a:endParaRPr lang="en-US" sz="1200">
              <a:cs typeface="Calibri"/>
            </a:endParaRPr>
          </a:p>
          <a:p>
            <a:r>
              <a:rPr lang="en-US" sz="1200"/>
              <a:t> S = </a:t>
            </a:r>
            <a:r>
              <a:rPr lang="en-US" sz="1200" err="1"/>
              <a:t>Is_stable</a:t>
            </a:r>
            <a:r>
              <a:rPr lang="en-US" sz="1200"/>
              <a:t>(</a:t>
            </a:r>
            <a:r>
              <a:rPr lang="en-US" sz="1200" err="1"/>
              <a:t>out.Icpl.signals.values</a:t>
            </a:r>
            <a:r>
              <a:rPr lang="en-US" sz="1200"/>
              <a:t>);</a:t>
            </a:r>
            <a:endParaRPr lang="en-US" sz="1200">
              <a:cs typeface="Calibri"/>
            </a:endParaRPr>
          </a:p>
          <a:p>
            <a:endParaRPr lang="en-US" sz="1200"/>
          </a:p>
          <a:p>
            <a:r>
              <a:rPr lang="en-US" sz="1200"/>
              <a:t> f = [R; -P];</a:t>
            </a:r>
            <a:endParaRPr lang="en-US" sz="1200">
              <a:cs typeface="Calibri"/>
            </a:endParaRPr>
          </a:p>
          <a:p>
            <a:r>
              <a:rPr lang="en-US" sz="1200"/>
              <a:t> g = [S];</a:t>
            </a:r>
            <a:endParaRPr lang="en-US" sz="1200">
              <a:cs typeface="Calibri"/>
            </a:endParaRPr>
          </a:p>
          <a:p>
            <a:r>
              <a:rPr lang="en-US" sz="1200"/>
              <a:t> h = [];</a:t>
            </a:r>
            <a:endParaRPr lang="en-US" sz="1200">
              <a:cs typeface="Calibri"/>
            </a:endParaRPr>
          </a:p>
          <a:p>
            <a:r>
              <a:rPr lang="en-US" sz="1200">
                <a:solidFill>
                  <a:srgbClr val="0E00FF"/>
                </a:solidFill>
              </a:rPr>
              <a:t>end</a:t>
            </a:r>
            <a:endParaRPr lang="en-US" sz="1200">
              <a:solidFill>
                <a:srgbClr val="0E00FF"/>
              </a:solidFill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38944-6862-58F3-13E8-5AFB84EC9785}"/>
              </a:ext>
            </a:extLst>
          </p:cNvPr>
          <p:cNvSpPr txBox="1"/>
          <p:nvPr/>
        </p:nvSpPr>
        <p:spPr>
          <a:xfrm>
            <a:off x="3669792" y="612845"/>
            <a:ext cx="197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62806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References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92650"/>
              </p:ext>
            </p:extLst>
          </p:nvPr>
        </p:nvGraphicFramePr>
        <p:xfrm>
          <a:off x="365400" y="1499350"/>
          <a:ext cx="8413200" cy="351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P.C. Krause, O.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Wasynczuk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S.D.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Sudhoff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altLang="ja-JP" i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Analysis of electric machinery and drive systems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IEEE Press, 2002.</a:t>
                      </a:r>
                      <a:endParaRPr lang="fr-FR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H. </a:t>
                      </a:r>
                      <a:r>
                        <a:rPr lang="en-US" err="1"/>
                        <a:t>Ohsaki</a:t>
                      </a:r>
                      <a:r>
                        <a:rPr lang="en-US"/>
                        <a:t>, "Nonlinear </a:t>
                      </a:r>
                      <a:r>
                        <a:rPr lang="en-US" err="1"/>
                        <a:t>abc</a:t>
                      </a:r>
                      <a:r>
                        <a:rPr lang="en-US"/>
                        <a:t>-model for electrical machines using N-D lookup tables," </a:t>
                      </a:r>
                      <a:r>
                        <a:rPr lang="en-US" i="1"/>
                        <a:t>IEEE Transactions on Energy Conversion</a:t>
                      </a:r>
                      <a:r>
                        <a:rPr lang="en-US"/>
                        <a:t>, vol. 30, no. 1, pp. 316-322, March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A. Coty, L. </a:t>
                      </a:r>
                      <a:r>
                        <a:rPr lang="en-US" err="1"/>
                        <a:t>Vido</a:t>
                      </a:r>
                      <a:r>
                        <a:rPr lang="en-US"/>
                        <a:t>, B. </a:t>
                      </a:r>
                      <a:r>
                        <a:rPr lang="en-US" err="1"/>
                        <a:t>Multon</a:t>
                      </a:r>
                      <a:r>
                        <a:rPr lang="en-US"/>
                        <a:t>, "Photovoltaic motors review, comparison and switched reluctance motor prototype," </a:t>
                      </a:r>
                      <a:r>
                        <a:rPr lang="en-US" i="1"/>
                        <a:t>10</a:t>
                      </a:r>
                      <a:r>
                        <a:rPr lang="en-US" i="1" baseline="30000"/>
                        <a:t>th</a:t>
                      </a:r>
                      <a:r>
                        <a:rPr lang="en-US" i="1"/>
                        <a:t> International Conference on Ecological Vehicles and Renewable Energies (EVER2015)</a:t>
                      </a:r>
                      <a:r>
                        <a:rPr lang="en-US"/>
                        <a:t>, Monaco, April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L.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Quéval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Modeling and simulation of grid-connected superconducting wind turbine generators,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 PhD thesis, The University of Tokyo, Tokyo, Japan, 2013.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COMSOL Multiphysics version 4.3a</a:t>
                      </a: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[Online]. Available: www.comsol.com.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F5A83-9ED1-4D86-9548-3069843D332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7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revision>1</cp:revision>
  <cp:lastPrinted>2014-10-16T07:55:38Z</cp:lastPrinted>
  <dcterms:created xsi:type="dcterms:W3CDTF">2015-10-23T07:22:14Z</dcterms:created>
  <dcterms:modified xsi:type="dcterms:W3CDTF">2024-03-19T06:43:33Z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