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handoutMasterIdLst>
    <p:handoutMasterId r:id="rId56"/>
  </p:handoutMasterIdLst>
  <p:sldIdLst>
    <p:sldId id="257" r:id="rId5"/>
    <p:sldId id="325" r:id="rId6"/>
    <p:sldId id="327" r:id="rId7"/>
    <p:sldId id="346" r:id="rId8"/>
    <p:sldId id="347" r:id="rId9"/>
    <p:sldId id="303" r:id="rId10"/>
    <p:sldId id="353" r:id="rId11"/>
    <p:sldId id="354" r:id="rId12"/>
    <p:sldId id="326" r:id="rId13"/>
    <p:sldId id="318" r:id="rId14"/>
    <p:sldId id="292" r:id="rId15"/>
    <p:sldId id="333" r:id="rId16"/>
    <p:sldId id="343" r:id="rId17"/>
    <p:sldId id="334" r:id="rId18"/>
    <p:sldId id="300" r:id="rId19"/>
    <p:sldId id="301" r:id="rId20"/>
    <p:sldId id="291" r:id="rId21"/>
    <p:sldId id="335" r:id="rId22"/>
    <p:sldId id="312" r:id="rId23"/>
    <p:sldId id="305" r:id="rId24"/>
    <p:sldId id="336" r:id="rId25"/>
    <p:sldId id="344" r:id="rId26"/>
    <p:sldId id="342" r:id="rId27"/>
    <p:sldId id="317" r:id="rId28"/>
    <p:sldId id="320" r:id="rId29"/>
    <p:sldId id="316" r:id="rId30"/>
    <p:sldId id="321" r:id="rId31"/>
    <p:sldId id="338" r:id="rId32"/>
    <p:sldId id="341" r:id="rId33"/>
    <p:sldId id="350" r:id="rId34"/>
    <p:sldId id="315" r:id="rId35"/>
    <p:sldId id="319" r:id="rId36"/>
    <p:sldId id="322" r:id="rId37"/>
    <p:sldId id="337" r:id="rId38"/>
    <p:sldId id="340" r:id="rId39"/>
    <p:sldId id="349" r:id="rId40"/>
    <p:sldId id="357" r:id="rId41"/>
    <p:sldId id="348" r:id="rId42"/>
    <p:sldId id="351" r:id="rId43"/>
    <p:sldId id="352" r:id="rId44"/>
    <p:sldId id="345" r:id="rId45"/>
    <p:sldId id="355" r:id="rId46"/>
    <p:sldId id="267" r:id="rId47"/>
    <p:sldId id="295" r:id="rId48"/>
    <p:sldId id="356" r:id="rId49"/>
    <p:sldId id="310" r:id="rId50"/>
    <p:sldId id="306" r:id="rId51"/>
    <p:sldId id="313" r:id="rId52"/>
    <p:sldId id="307" r:id="rId53"/>
    <p:sldId id="323" r:id="rId54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2"/>
    <a:srgbClr val="7A1F25"/>
    <a:srgbClr val="614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A712A-DBAD-45F0-BC7D-3A849AE6AC56}" v="2" dt="2023-03-30T16:33:41.825"/>
    <p1510:client id="{31E4FF51-7B8B-4874-8D93-15FBCBCE7D5F}" v="414" dt="2023-03-31T13:59:25.046"/>
    <p1510:client id="{438CA08C-1DFC-433E-8232-82BD38E2AFCD}" v="976" dt="2023-03-31T12:07:37.398"/>
    <p1510:client id="{6CDB36A1-2904-4D02-AF7F-59FFE8A14781}" v="281" vWet="283" dt="2023-03-31T14:03:48.572"/>
    <p1510:client id="{C0CE8755-2171-493B-91BE-4968CCCDD070}" v="607" dt="2023-03-31T15:04:09.548"/>
    <p1510:client id="{DD3F0618-27C0-466C-A286-B00C12AF0CB4}" v="1" dt="2023-03-31T12:37:39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odore Paun (Student at CentraleSupelec)" userId="af2f250b-43c5-404c-8c7f-0d6d18de496b" providerId="ADAL" clId="{4C0B6FBF-88A7-47EA-8D65-F593B83FB074}"/>
    <pc:docChg chg="modSld">
      <pc:chgData name="Theodore Paun (Student at CentraleSupelec)" userId="af2f250b-43c5-404c-8c7f-0d6d18de496b" providerId="ADAL" clId="{4C0B6FBF-88A7-47EA-8D65-F593B83FB074}" dt="2023-03-27T14:30:01.186" v="18" actId="20577"/>
      <pc:docMkLst>
        <pc:docMk/>
      </pc:docMkLst>
      <pc:sldChg chg="modSp mod">
        <pc:chgData name="Theodore Paun (Student at CentraleSupelec)" userId="af2f250b-43c5-404c-8c7f-0d6d18de496b" providerId="ADAL" clId="{4C0B6FBF-88A7-47EA-8D65-F593B83FB074}" dt="2023-03-27T14:15:05.298" v="17" actId="20577"/>
        <pc:sldMkLst>
          <pc:docMk/>
          <pc:sldMk cId="3827946629" sldId="257"/>
        </pc:sldMkLst>
        <pc:spChg chg="mod">
          <ac:chgData name="Theodore Paun (Student at CentraleSupelec)" userId="af2f250b-43c5-404c-8c7f-0d6d18de496b" providerId="ADAL" clId="{4C0B6FBF-88A7-47EA-8D65-F593B83FB074}" dt="2023-03-27T14:15:05.298" v="17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 mod">
        <pc:chgData name="Theodore Paun (Student at CentraleSupelec)" userId="af2f250b-43c5-404c-8c7f-0d6d18de496b" providerId="ADAL" clId="{4C0B6FBF-88A7-47EA-8D65-F593B83FB074}" dt="2023-03-27T14:30:01.186" v="18" actId="20577"/>
        <pc:sldMkLst>
          <pc:docMk/>
          <pc:sldMk cId="716337515" sldId="315"/>
        </pc:sldMkLst>
        <pc:spChg chg="mod">
          <ac:chgData name="Theodore Paun (Student at CentraleSupelec)" userId="af2f250b-43c5-404c-8c7f-0d6d18de496b" providerId="ADAL" clId="{4C0B6FBF-88A7-47EA-8D65-F593B83FB074}" dt="2023-03-27T14:30:01.186" v="18" actId="20577"/>
          <ac:spMkLst>
            <pc:docMk/>
            <pc:sldMk cId="716337515" sldId="315"/>
            <ac:spMk id="2" creationId="{E5C11466-342A-872F-5135-0FB652B47AC0}"/>
          </ac:spMkLst>
        </pc:spChg>
        <pc:spChg chg="mod">
          <ac:chgData name="Theodore Paun (Student at CentraleSupelec)" userId="af2f250b-43c5-404c-8c7f-0d6d18de496b" providerId="ADAL" clId="{4C0B6FBF-88A7-47EA-8D65-F593B83FB074}" dt="2023-03-27T12:47:49.900" v="3" actId="20577"/>
          <ac:spMkLst>
            <pc:docMk/>
            <pc:sldMk cId="716337515" sldId="315"/>
            <ac:spMk id="9" creationId="{3909E233-F596-CB67-5D39-4C5F5C85202C}"/>
          </ac:spMkLst>
        </pc:spChg>
      </pc:sldChg>
      <pc:sldChg chg="modSp mod">
        <pc:chgData name="Theodore Paun (Student at CentraleSupelec)" userId="af2f250b-43c5-404c-8c7f-0d6d18de496b" providerId="ADAL" clId="{4C0B6FBF-88A7-47EA-8D65-F593B83FB074}" dt="2023-03-27T14:06:20.317" v="5" actId="1076"/>
        <pc:sldMkLst>
          <pc:docMk/>
          <pc:sldMk cId="2968194240" sldId="322"/>
        </pc:sldMkLst>
        <pc:picChg chg="mod">
          <ac:chgData name="Theodore Paun (Student at CentraleSupelec)" userId="af2f250b-43c5-404c-8c7f-0d6d18de496b" providerId="ADAL" clId="{4C0B6FBF-88A7-47EA-8D65-F593B83FB074}" dt="2023-03-27T14:06:20.317" v="5" actId="1076"/>
          <ac:picMkLst>
            <pc:docMk/>
            <pc:sldMk cId="2968194240" sldId="322"/>
            <ac:picMk id="4" creationId="{8780C8D2-4DA3-CAB5-A98E-7C3B9ABEECEC}"/>
          </ac:picMkLst>
        </pc:picChg>
      </pc:sldChg>
    </pc:docChg>
  </pc:docChgLst>
  <pc:docChgLst>
    <pc:chgData name="Valentin Everest (Student at CentraleSupelec)" userId="S::valentin.everest@student-cs.fr::103fe320-5d97-4c12-9fe7-ae15579a3838" providerId="AD" clId="Web-{5F24D2B6-62B2-49C4-9280-4B8B28594496}"/>
    <pc:docChg chg="modSld">
      <pc:chgData name="Valentin Everest (Student at CentraleSupelec)" userId="S::valentin.everest@student-cs.fr::103fe320-5d97-4c12-9fe7-ae15579a3838" providerId="AD" clId="Web-{5F24D2B6-62B2-49C4-9280-4B8B28594496}" dt="2023-03-20T13:03:01.989" v="8" actId="20577"/>
      <pc:docMkLst>
        <pc:docMk/>
      </pc:docMkLst>
      <pc:sldChg chg="modSp">
        <pc:chgData name="Valentin Everest (Student at CentraleSupelec)" userId="S::valentin.everest@student-cs.fr::103fe320-5d97-4c12-9fe7-ae15579a3838" providerId="AD" clId="Web-{5F24D2B6-62B2-49C4-9280-4B8B28594496}" dt="2023-03-20T13:03:01.989" v="8" actId="20577"/>
        <pc:sldMkLst>
          <pc:docMk/>
          <pc:sldMk cId="3827946629" sldId="257"/>
        </pc:sldMkLst>
        <pc:spChg chg="mod">
          <ac:chgData name="Valentin Everest (Student at CentraleSupelec)" userId="S::valentin.everest@student-cs.fr::103fe320-5d97-4c12-9fe7-ae15579a3838" providerId="AD" clId="Web-{5F24D2B6-62B2-49C4-9280-4B8B28594496}" dt="2023-03-20T13:03:01.989" v="8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Flore Bergerot (Student at CentraleSupelec)" userId="S::flore.bergerot@student-cs.fr::9b398b0d-bf0e-40df-a42f-ff8ce2c7c285" providerId="AD" clId="Web-{E4A0E9D9-EE5B-4E6F-B3D6-4E7D68FBBCE6}"/>
    <pc:docChg chg="addSld delSld modSld modMainMaster">
      <pc:chgData name="Flore Bergerot (Student at CentraleSupelec)" userId="S::flore.bergerot@student-cs.fr::9b398b0d-bf0e-40df-a42f-ff8ce2c7c285" providerId="AD" clId="Web-{E4A0E9D9-EE5B-4E6F-B3D6-4E7D68FBBCE6}" dt="2023-03-08T15:35:08.399" v="125" actId="20577"/>
      <pc:docMkLst>
        <pc:docMk/>
      </pc:docMkLst>
      <pc:sldChg chg="modSp">
        <pc:chgData name="Flore Bergerot (Student at CentraleSupelec)" userId="S::flore.bergerot@student-cs.fr::9b398b0d-bf0e-40df-a42f-ff8ce2c7c285" providerId="AD" clId="Web-{E4A0E9D9-EE5B-4E6F-B3D6-4E7D68FBBCE6}" dt="2023-03-08T15:33:21.941" v="50"/>
        <pc:sldMkLst>
          <pc:docMk/>
          <pc:sldMk cId="3827946629" sldId="257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3:21.941" v="50"/>
          <ac:spMkLst>
            <pc:docMk/>
            <pc:sldMk cId="3827946629" sldId="257"/>
            <ac:spMk id="6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3827946629" sldId="257"/>
            <ac:spMk id="7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1:04.528" v="27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E4A0E9D9-EE5B-4E6F-B3D6-4E7D68FBBCE6}" dt="2023-03-08T15:33:21.941" v="50"/>
        <pc:sldMkLst>
          <pc:docMk/>
          <pc:sldMk cId="0" sldId="267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3:21.941" v="5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0" sldId="267"/>
            <ac:spMk id="24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E4A0E9D9-EE5B-4E6F-B3D6-4E7D68FBBCE6}" dt="2023-03-08T15:34:48.726" v="108" actId="20577"/>
        <pc:sldMkLst>
          <pc:docMk/>
          <pc:sldMk cId="2940396715" sldId="290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4:48.726" v="108" actId="20577"/>
          <ac:spMkLst>
            <pc:docMk/>
            <pc:sldMk cId="2940396715" sldId="290"/>
            <ac:spMk id="3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3:21.941" v="50"/>
          <ac:spMkLst>
            <pc:docMk/>
            <pc:sldMk cId="2940396715" sldId="290"/>
            <ac:spMk id="6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2940396715" sldId="290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E4A0E9D9-EE5B-4E6F-B3D6-4E7D68FBBCE6}" dt="2023-03-08T15:33:42.895" v="55" actId="20577"/>
        <pc:sldMkLst>
          <pc:docMk/>
          <pc:sldMk cId="709355255" sldId="291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3:21.941" v="50"/>
          <ac:spMkLst>
            <pc:docMk/>
            <pc:sldMk cId="709355255" sldId="291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709355255" sldId="291"/>
            <ac:spMk id="6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3:42.895" v="55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delSp modSp">
        <pc:chgData name="Flore Bergerot (Student at CentraleSupelec)" userId="S::flore.bergerot@student-cs.fr::9b398b0d-bf0e-40df-a42f-ff8ce2c7c285" providerId="AD" clId="Web-{E4A0E9D9-EE5B-4E6F-B3D6-4E7D68FBBCE6}" dt="2023-03-08T15:33:21.941" v="50"/>
        <pc:sldMkLst>
          <pc:docMk/>
          <pc:sldMk cId="336249700" sldId="292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3:21.941" v="50"/>
          <ac:spMkLst>
            <pc:docMk/>
            <pc:sldMk cId="336249700" sldId="292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336249700" sldId="292"/>
            <ac:spMk id="6" creationId="{00000000-0000-0000-0000-000000000000}"/>
          </ac:spMkLst>
        </pc:spChg>
        <pc:spChg chg="del">
          <ac:chgData name="Flore Bergerot (Student at CentraleSupelec)" userId="S::flore.bergerot@student-cs.fr::9b398b0d-bf0e-40df-a42f-ff8ce2c7c285" providerId="AD" clId="Web-{E4A0E9D9-EE5B-4E6F-B3D6-4E7D68FBBCE6}" dt="2023-03-08T15:31:32.733" v="39"/>
          <ac:spMkLst>
            <pc:docMk/>
            <pc:sldMk cId="336249700" sldId="292"/>
            <ac:spMk id="9" creationId="{C8559B66-6D79-F3FB-9CB9-12A9C5444E36}"/>
          </ac:spMkLst>
        </pc:spChg>
        <pc:spChg chg="del">
          <ac:chgData name="Flore Bergerot (Student at CentraleSupelec)" userId="S::flore.bergerot@student-cs.fr::9b398b0d-bf0e-40df-a42f-ff8ce2c7c285" providerId="AD" clId="Web-{E4A0E9D9-EE5B-4E6F-B3D6-4E7D68FBBCE6}" dt="2023-03-08T15:31:38.936" v="41"/>
          <ac:spMkLst>
            <pc:docMk/>
            <pc:sldMk cId="336249700" sldId="292"/>
            <ac:spMk id="10" creationId="{3BDCD7AA-3669-208D-3B04-55484265B2F9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1:45.624" v="43" actId="20577"/>
          <ac:spMkLst>
            <pc:docMk/>
            <pc:sldMk cId="336249700" sldId="292"/>
            <ac:spMk id="101" creationId="{00000000-0000-0000-0000-000000000000}"/>
          </ac:spMkLst>
        </pc:spChg>
        <pc:picChg chg="del">
          <ac:chgData name="Flore Bergerot (Student at CentraleSupelec)" userId="S::flore.bergerot@student-cs.fr::9b398b0d-bf0e-40df-a42f-ff8ce2c7c285" providerId="AD" clId="Web-{E4A0E9D9-EE5B-4E6F-B3D6-4E7D68FBBCE6}" dt="2023-03-08T15:31:35.686" v="40"/>
          <ac:picMkLst>
            <pc:docMk/>
            <pc:sldMk cId="336249700" sldId="292"/>
            <ac:picMk id="2" creationId="{789DFE6A-E433-C7F6-AE5A-0AF9F15FB675}"/>
          </ac:picMkLst>
        </pc:picChg>
        <pc:picChg chg="del">
          <ac:chgData name="Flore Bergerot (Student at CentraleSupelec)" userId="S::flore.bergerot@student-cs.fr::9b398b0d-bf0e-40df-a42f-ff8ce2c7c285" providerId="AD" clId="Web-{E4A0E9D9-EE5B-4E6F-B3D6-4E7D68FBBCE6}" dt="2023-03-08T15:31:28.170" v="37"/>
          <ac:picMkLst>
            <pc:docMk/>
            <pc:sldMk cId="336249700" sldId="292"/>
            <ac:picMk id="3" creationId="{B355A8B6-C10A-86E7-F77F-7784B0266A0B}"/>
          </ac:picMkLst>
        </pc:picChg>
        <pc:picChg chg="del">
          <ac:chgData name="Flore Bergerot (Student at CentraleSupelec)" userId="S::flore.bergerot@student-cs.fr::9b398b0d-bf0e-40df-a42f-ff8ce2c7c285" providerId="AD" clId="Web-{E4A0E9D9-EE5B-4E6F-B3D6-4E7D68FBBCE6}" dt="2023-03-08T15:31:29.514" v="38"/>
          <ac:picMkLst>
            <pc:docMk/>
            <pc:sldMk cId="336249700" sldId="292"/>
            <ac:picMk id="11" creationId="{5B35F8D9-C810-91B6-995D-A9B161C870E3}"/>
          </ac:picMkLst>
        </pc:picChg>
      </pc:sldChg>
      <pc:sldChg chg="modSp">
        <pc:chgData name="Flore Bergerot (Student at CentraleSupelec)" userId="S::flore.bergerot@student-cs.fr::9b398b0d-bf0e-40df-a42f-ff8ce2c7c285" providerId="AD" clId="Web-{E4A0E9D9-EE5B-4E6F-B3D6-4E7D68FBBCE6}" dt="2023-03-08T15:33:21.941" v="50"/>
        <pc:sldMkLst>
          <pc:docMk/>
          <pc:sldMk cId="1696878768" sldId="296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3:21.941" v="50"/>
          <ac:spMkLst>
            <pc:docMk/>
            <pc:sldMk cId="1696878768" sldId="296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1696878768" sldId="296"/>
            <ac:spMk id="6" creationId="{00000000-0000-0000-0000-000000000000}"/>
          </ac:spMkLst>
        </pc:spChg>
      </pc:sldChg>
      <pc:sldChg chg="modSp del">
        <pc:chgData name="Flore Bergerot (Student at CentraleSupelec)" userId="S::flore.bergerot@student-cs.fr::9b398b0d-bf0e-40df-a42f-ff8ce2c7c285" providerId="AD" clId="Web-{E4A0E9D9-EE5B-4E6F-B3D6-4E7D68FBBCE6}" dt="2023-03-08T15:32:54.205" v="47"/>
        <pc:sldMkLst>
          <pc:docMk/>
          <pc:sldMk cId="1074937383" sldId="297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1074937383" sldId="297"/>
            <ac:spMk id="6" creationId="{00000000-0000-0000-0000-000000000000}"/>
          </ac:spMkLst>
        </pc:spChg>
      </pc:sldChg>
      <pc:sldChg chg="modSp add replId">
        <pc:chgData name="Flore Bergerot (Student at CentraleSupelec)" userId="S::flore.bergerot@student-cs.fr::9b398b0d-bf0e-40df-a42f-ff8ce2c7c285" providerId="AD" clId="Web-{E4A0E9D9-EE5B-4E6F-B3D6-4E7D68FBBCE6}" dt="2023-03-08T15:35:08.399" v="125" actId="20577"/>
        <pc:sldMkLst>
          <pc:docMk/>
          <pc:sldMk cId="2244858210" sldId="297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5:08.399" v="125" actId="20577"/>
          <ac:spMkLst>
            <pc:docMk/>
            <pc:sldMk cId="2244858210" sldId="297"/>
            <ac:spMk id="3073" creationId="{00000000-0000-0000-0000-000000000000}"/>
          </ac:spMkLst>
        </pc:spChg>
      </pc:sldChg>
      <pc:sldChg chg="modSp del">
        <pc:chgData name="Flore Bergerot (Student at CentraleSupelec)" userId="S::flore.bergerot@student-cs.fr::9b398b0d-bf0e-40df-a42f-ff8ce2c7c285" providerId="AD" clId="Web-{E4A0E9D9-EE5B-4E6F-B3D6-4E7D68FBBCE6}" dt="2023-03-08T15:32:49.408" v="45"/>
        <pc:sldMkLst>
          <pc:docMk/>
          <pc:sldMk cId="993672920" sldId="298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993672920" sldId="298"/>
            <ac:spMk id="6" creationId="{00000000-0000-0000-0000-000000000000}"/>
          </ac:spMkLst>
        </pc:spChg>
      </pc:sldChg>
      <pc:sldChg chg="modSp del">
        <pc:chgData name="Flore Bergerot (Student at CentraleSupelec)" userId="S::flore.bergerot@student-cs.fr::9b398b0d-bf0e-40df-a42f-ff8ce2c7c285" providerId="AD" clId="Web-{E4A0E9D9-EE5B-4E6F-B3D6-4E7D68FBBCE6}" dt="2023-03-08T15:32:50.174" v="46"/>
        <pc:sldMkLst>
          <pc:docMk/>
          <pc:sldMk cId="2409928205" sldId="299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2409928205" sldId="299"/>
            <ac:spMk id="6" creationId="{00000000-0000-0000-0000-000000000000}"/>
          </ac:spMkLst>
        </pc:spChg>
      </pc:sldChg>
      <pc:sldChg chg="modSp del">
        <pc:chgData name="Flore Bergerot (Student at CentraleSupelec)" userId="S::flore.bergerot@student-cs.fr::9b398b0d-bf0e-40df-a42f-ff8ce2c7c285" providerId="AD" clId="Web-{E4A0E9D9-EE5B-4E6F-B3D6-4E7D68FBBCE6}" dt="2023-03-08T15:32:55.690" v="48"/>
        <pc:sldMkLst>
          <pc:docMk/>
          <pc:sldMk cId="3936243768" sldId="300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3936243768" sldId="300"/>
            <ac:spMk id="2" creationId="{D148D41A-9A14-7BB4-D549-D0F44BCCE571}"/>
          </ac:spMkLst>
        </pc:spChg>
      </pc:sldChg>
      <pc:sldChg chg="modSp del">
        <pc:chgData name="Flore Bergerot (Student at CentraleSupelec)" userId="S::flore.bergerot@student-cs.fr::9b398b0d-bf0e-40df-a42f-ff8ce2c7c285" providerId="AD" clId="Web-{E4A0E9D9-EE5B-4E6F-B3D6-4E7D68FBBCE6}" dt="2023-03-08T15:32:57.424" v="49"/>
        <pc:sldMkLst>
          <pc:docMk/>
          <pc:sldMk cId="348548755" sldId="301"/>
        </pc:sldMkLst>
        <pc:spChg chg="mod">
          <ac:chgData name="Flore Bergerot (Student at CentraleSupelec)" userId="S::flore.bergerot@student-cs.fr::9b398b0d-bf0e-40df-a42f-ff8ce2c7c285" providerId="AD" clId="Web-{E4A0E9D9-EE5B-4E6F-B3D6-4E7D68FBBCE6}" dt="2023-03-08T15:32:25.157" v="44"/>
          <ac:spMkLst>
            <pc:docMk/>
            <pc:sldMk cId="348548755" sldId="301"/>
            <ac:spMk id="2" creationId="{D148D41A-9A14-7BB4-D549-D0F44BCCE571}"/>
          </ac:spMkLst>
        </pc:spChg>
      </pc:sldChg>
      <pc:sldMasterChg chg="modSldLayout">
        <pc:chgData name="Flore Bergerot (Student at CentraleSupelec)" userId="S::flore.bergerot@student-cs.fr::9b398b0d-bf0e-40df-a42f-ff8ce2c7c285" providerId="AD" clId="Web-{E4A0E9D9-EE5B-4E6F-B3D6-4E7D68FBBCE6}" dt="2023-03-08T15:33:21.941" v="50"/>
        <pc:sldMasterMkLst>
          <pc:docMk/>
          <pc:sldMasterMk cId="0" sldId="2147483663"/>
        </pc:sldMasterMkLst>
        <pc:sldLayoutChg chg="modSp">
          <pc:chgData name="Flore Bergerot (Student at CentraleSupelec)" userId="S::flore.bergerot@student-cs.fr::9b398b0d-bf0e-40df-a42f-ff8ce2c7c285" providerId="AD" clId="Web-{E4A0E9D9-EE5B-4E6F-B3D6-4E7D68FBBCE6}" dt="2023-03-08T15:33:21.941" v="50"/>
          <pc:sldLayoutMkLst>
            <pc:docMk/>
            <pc:sldMasterMk cId="0" sldId="2147483663"/>
            <pc:sldLayoutMk cId="2436282056" sldId="2147483663"/>
          </pc:sldLayoutMkLst>
          <pc:spChg chg="mod">
            <ac:chgData name="Flore Bergerot (Student at CentraleSupelec)" userId="S::flore.bergerot@student-cs.fr::9b398b0d-bf0e-40df-a42f-ff8ce2c7c285" providerId="AD" clId="Web-{E4A0E9D9-EE5B-4E6F-B3D6-4E7D68FBBCE6}" dt="2023-03-08T15:33:21.941" v="50"/>
            <ac:spMkLst>
              <pc:docMk/>
              <pc:sldMasterMk cId="0" sldId="2147483663"/>
              <pc:sldLayoutMk cId="2436282056" sldId="2147483663"/>
              <ac:spMk id="4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E4A0E9D9-EE5B-4E6F-B3D6-4E7D68FBBCE6}" dt="2023-03-08T15:32:25.157" v="44"/>
            <ac:spMkLst>
              <pc:docMk/>
              <pc:sldMasterMk cId="0" sldId="2147483663"/>
              <pc:sldLayoutMk cId="2436282056" sldId="2147483663"/>
              <ac:spMk id="5" creationId="{00000000-0000-0000-0000-000000000000}"/>
            </ac:spMkLst>
          </pc:spChg>
        </pc:sldLayoutChg>
        <pc:sldLayoutChg chg="modSp">
          <pc:chgData name="Flore Bergerot (Student at CentraleSupelec)" userId="S::flore.bergerot@student-cs.fr::9b398b0d-bf0e-40df-a42f-ff8ce2c7c285" providerId="AD" clId="Web-{E4A0E9D9-EE5B-4E6F-B3D6-4E7D68FBBCE6}" dt="2023-03-08T15:33:21.941" v="50"/>
          <pc:sldLayoutMkLst>
            <pc:docMk/>
            <pc:sldMasterMk cId="0" sldId="2147483663"/>
            <pc:sldLayoutMk cId="3494463418" sldId="2147483664"/>
          </pc:sldLayoutMkLst>
          <pc:spChg chg="mod">
            <ac:chgData name="Flore Bergerot (Student at CentraleSupelec)" userId="S::flore.bergerot@student-cs.fr::9b398b0d-bf0e-40df-a42f-ff8ce2c7c285" providerId="AD" clId="Web-{E4A0E9D9-EE5B-4E6F-B3D6-4E7D68FBBCE6}" dt="2023-03-08T15:33:21.941" v="50"/>
            <ac:spMkLst>
              <pc:docMk/>
              <pc:sldMasterMk cId="0" sldId="2147483663"/>
              <pc:sldLayoutMk cId="3494463418" sldId="2147483664"/>
              <ac:spMk id="4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E4A0E9D9-EE5B-4E6F-B3D6-4E7D68FBBCE6}" dt="2023-03-08T15:32:25.157" v="44"/>
            <ac:spMkLst>
              <pc:docMk/>
              <pc:sldMasterMk cId="0" sldId="2147483663"/>
              <pc:sldLayoutMk cId="3494463418" sldId="2147483664"/>
              <ac:spMk id="5" creationId="{00000000-0000-0000-0000-000000000000}"/>
            </ac:spMkLst>
          </pc:spChg>
        </pc:sldLayoutChg>
        <pc:sldLayoutChg chg="modSp">
          <pc:chgData name="Flore Bergerot (Student at CentraleSupelec)" userId="S::flore.bergerot@student-cs.fr::9b398b0d-bf0e-40df-a42f-ff8ce2c7c285" providerId="AD" clId="Web-{E4A0E9D9-EE5B-4E6F-B3D6-4E7D68FBBCE6}" dt="2023-03-08T15:33:21.941" v="50"/>
          <pc:sldLayoutMkLst>
            <pc:docMk/>
            <pc:sldMasterMk cId="0" sldId="2147483663"/>
            <pc:sldLayoutMk cId="0" sldId="2147483665"/>
          </pc:sldLayoutMkLst>
          <pc:spChg chg="mod">
            <ac:chgData name="Flore Bergerot (Student at CentraleSupelec)" userId="S::flore.bergerot@student-cs.fr::9b398b0d-bf0e-40df-a42f-ff8ce2c7c285" providerId="AD" clId="Web-{E4A0E9D9-EE5B-4E6F-B3D6-4E7D68FBBCE6}" dt="2023-03-08T15:32:25.157" v="44"/>
            <ac:spMkLst>
              <pc:docMk/>
              <pc:sldMasterMk cId="0" sldId="2147483663"/>
              <pc:sldLayoutMk cId="0" sldId="2147483665"/>
              <ac:spMk id="3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E4A0E9D9-EE5B-4E6F-B3D6-4E7D68FBBCE6}" dt="2023-03-08T15:33:21.941" v="50"/>
            <ac:spMkLst>
              <pc:docMk/>
              <pc:sldMasterMk cId="0" sldId="2147483663"/>
              <pc:sldLayoutMk cId="0" sldId="2147483665"/>
              <ac:spMk id="10" creationId="{00000000-0000-0000-0000-000000000000}"/>
            </ac:spMkLst>
          </pc:spChg>
        </pc:sldLayoutChg>
        <pc:sldLayoutChg chg="modSp">
          <pc:chgData name="Flore Bergerot (Student at CentraleSupelec)" userId="S::flore.bergerot@student-cs.fr::9b398b0d-bf0e-40df-a42f-ff8ce2c7c285" providerId="AD" clId="Web-{E4A0E9D9-EE5B-4E6F-B3D6-4E7D68FBBCE6}" dt="2023-03-08T15:33:21.941" v="50"/>
          <pc:sldLayoutMkLst>
            <pc:docMk/>
            <pc:sldMasterMk cId="0" sldId="2147483663"/>
            <pc:sldLayoutMk cId="3129036141" sldId="2147483666"/>
          </pc:sldLayoutMkLst>
          <pc:spChg chg="mod">
            <ac:chgData name="Flore Bergerot (Student at CentraleSupelec)" userId="S::flore.bergerot@student-cs.fr::9b398b0d-bf0e-40df-a42f-ff8ce2c7c285" providerId="AD" clId="Web-{E4A0E9D9-EE5B-4E6F-B3D6-4E7D68FBBCE6}" dt="2023-03-08T15:32:25.157" v="44"/>
            <ac:spMkLst>
              <pc:docMk/>
              <pc:sldMasterMk cId="0" sldId="2147483663"/>
              <pc:sldLayoutMk cId="3129036141" sldId="2147483666"/>
              <ac:spMk id="5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E4A0E9D9-EE5B-4E6F-B3D6-4E7D68FBBCE6}" dt="2023-03-08T15:33:21.941" v="50"/>
            <ac:spMkLst>
              <pc:docMk/>
              <pc:sldMasterMk cId="0" sldId="2147483663"/>
              <pc:sldLayoutMk cId="3129036141" sldId="2147483666"/>
              <ac:spMk id="13" creationId="{00000000-0000-0000-0000-000000000000}"/>
            </ac:spMkLst>
          </pc:spChg>
        </pc:sldLayoutChg>
      </pc:sldMasterChg>
    </pc:docChg>
  </pc:docChgLst>
  <pc:docChgLst>
    <pc:chgData name="Theodore Paun (Student at CentraleSupelec)" userId="S::andrei-theodore.paun@student-cs.fr::af2f250b-43c5-404c-8c7f-0d6d18de496b" providerId="AD" clId="Web-{5D1750A6-4601-43C5-85D6-469631A12A90}"/>
    <pc:docChg chg="modSld">
      <pc:chgData name="Theodore Paun (Student at CentraleSupelec)" userId="S::andrei-theodore.paun@student-cs.fr::af2f250b-43c5-404c-8c7f-0d6d18de496b" providerId="AD" clId="Web-{5D1750A6-4601-43C5-85D6-469631A12A90}" dt="2023-02-15T15:32:39.213" v="54" actId="1076"/>
      <pc:docMkLst>
        <pc:docMk/>
      </pc:docMkLst>
      <pc:sldChg chg="addSp delSp modSp">
        <pc:chgData name="Theodore Paun (Student at CentraleSupelec)" userId="S::andrei-theodore.paun@student-cs.fr::af2f250b-43c5-404c-8c7f-0d6d18de496b" providerId="AD" clId="Web-{5D1750A6-4601-43C5-85D6-469631A12A90}" dt="2023-02-15T15:25:59.965" v="12" actId="1076"/>
        <pc:sldMkLst>
          <pc:docMk/>
          <pc:sldMk cId="709355255" sldId="291"/>
        </pc:sldMkLst>
        <pc:spChg chg="mod">
          <ac:chgData name="Theodore Paun (Student at CentraleSupelec)" userId="S::andrei-theodore.paun@student-cs.fr::af2f250b-43c5-404c-8c7f-0d6d18de496b" providerId="AD" clId="Web-{5D1750A6-4601-43C5-85D6-469631A12A90}" dt="2023-02-15T15:25:59.965" v="12" actId="1076"/>
          <ac:spMkLst>
            <pc:docMk/>
            <pc:sldMk cId="709355255" sldId="291"/>
            <ac:spMk id="3073" creationId="{00000000-0000-0000-0000-000000000000}"/>
          </ac:spMkLst>
        </pc:spChg>
        <pc:picChg chg="add del mod">
          <ac:chgData name="Theodore Paun (Student at CentraleSupelec)" userId="S::andrei-theodore.paun@student-cs.fr::af2f250b-43c5-404c-8c7f-0d6d18de496b" providerId="AD" clId="Web-{5D1750A6-4601-43C5-85D6-469631A12A90}" dt="2023-02-15T15:25:55.106" v="11"/>
          <ac:picMkLst>
            <pc:docMk/>
            <pc:sldMk cId="709355255" sldId="291"/>
            <ac:picMk id="2" creationId="{C33E772A-F44C-99C1-67F6-1A9194377780}"/>
          </ac:picMkLst>
        </pc:picChg>
      </pc:sldChg>
      <pc:sldChg chg="addSp delSp modSp">
        <pc:chgData name="Theodore Paun (Student at CentraleSupelec)" userId="S::andrei-theodore.paun@student-cs.fr::af2f250b-43c5-404c-8c7f-0d6d18de496b" providerId="AD" clId="Web-{5D1750A6-4601-43C5-85D6-469631A12A90}" dt="2023-02-15T15:31:05.100" v="39" actId="1076"/>
        <pc:sldMkLst>
          <pc:docMk/>
          <pc:sldMk cId="336249700" sldId="292"/>
        </pc:sldMkLst>
        <pc:picChg chg="add del mod">
          <ac:chgData name="Theodore Paun (Student at CentraleSupelec)" userId="S::andrei-theodore.paun@student-cs.fr::af2f250b-43c5-404c-8c7f-0d6d18de496b" providerId="AD" clId="Web-{5D1750A6-4601-43C5-85D6-469631A12A90}" dt="2023-02-15T15:26:44.748" v="25"/>
          <ac:picMkLst>
            <pc:docMk/>
            <pc:sldMk cId="336249700" sldId="292"/>
            <ac:picMk id="4" creationId="{2C1B11D4-38B1-393A-9B9D-FE3EB12FC4D4}"/>
          </ac:picMkLst>
        </pc:picChg>
        <pc:picChg chg="add mod">
          <ac:chgData name="Theodore Paun (Student at CentraleSupelec)" userId="S::andrei-theodore.paun@student-cs.fr::af2f250b-43c5-404c-8c7f-0d6d18de496b" providerId="AD" clId="Web-{5D1750A6-4601-43C5-85D6-469631A12A90}" dt="2023-02-15T15:31:05.100" v="39" actId="1076"/>
          <ac:picMkLst>
            <pc:docMk/>
            <pc:sldMk cId="336249700" sldId="292"/>
            <ac:picMk id="4" creationId="{8E02E0AF-653B-4331-0195-C77BF2A4E97E}"/>
          </ac:picMkLst>
        </pc:picChg>
      </pc:sldChg>
      <pc:sldChg chg="addSp modSp">
        <pc:chgData name="Theodore Paun (Student at CentraleSupelec)" userId="S::andrei-theodore.paun@student-cs.fr::af2f250b-43c5-404c-8c7f-0d6d18de496b" providerId="AD" clId="Web-{5D1750A6-4601-43C5-85D6-469631A12A90}" dt="2023-02-15T15:32:03.680" v="48" actId="14100"/>
        <pc:sldMkLst>
          <pc:docMk/>
          <pc:sldMk cId="993672920" sldId="298"/>
        </pc:sldMkLst>
        <pc:picChg chg="add mod">
          <ac:chgData name="Theodore Paun (Student at CentraleSupelec)" userId="S::andrei-theodore.paun@student-cs.fr::af2f250b-43c5-404c-8c7f-0d6d18de496b" providerId="AD" clId="Web-{5D1750A6-4601-43C5-85D6-469631A12A90}" dt="2023-02-15T15:32:03.680" v="48" actId="14100"/>
          <ac:picMkLst>
            <pc:docMk/>
            <pc:sldMk cId="993672920" sldId="298"/>
            <ac:picMk id="4" creationId="{9265F1A5-12CA-B66F-4737-6E9F5AF9B462}"/>
          </ac:picMkLst>
        </pc:picChg>
      </pc:sldChg>
      <pc:sldChg chg="addSp modSp">
        <pc:chgData name="Theodore Paun (Student at CentraleSupelec)" userId="S::andrei-theodore.paun@student-cs.fr::af2f250b-43c5-404c-8c7f-0d6d18de496b" providerId="AD" clId="Web-{5D1750A6-4601-43C5-85D6-469631A12A90}" dt="2023-02-15T15:32:39.213" v="54" actId="1076"/>
        <pc:sldMkLst>
          <pc:docMk/>
          <pc:sldMk cId="2409928205" sldId="299"/>
        </pc:sldMkLst>
        <pc:picChg chg="add mod">
          <ac:chgData name="Theodore Paun (Student at CentraleSupelec)" userId="S::andrei-theodore.paun@student-cs.fr::af2f250b-43c5-404c-8c7f-0d6d18de496b" providerId="AD" clId="Web-{5D1750A6-4601-43C5-85D6-469631A12A90}" dt="2023-02-15T15:32:39.213" v="54" actId="1076"/>
          <ac:picMkLst>
            <pc:docMk/>
            <pc:sldMk cId="2409928205" sldId="299"/>
            <ac:picMk id="8" creationId="{DD38B7F4-52CC-5E91-EAD1-5DB0DD6AC65F}"/>
          </ac:picMkLst>
        </pc:picChg>
      </pc:sldChg>
    </pc:docChg>
  </pc:docChgLst>
  <pc:docChgLst>
    <pc:chgData name="Theodore Paun (Student at CentraleSupelec)" userId="S::andrei-theodore.paun@student-cs.fr::af2f250b-43c5-404c-8c7f-0d6d18de496b" providerId="AD" clId="Web-{01145AF4-4933-4620-9EE0-6B36D9E09496}"/>
    <pc:docChg chg="modSld">
      <pc:chgData name="Theodore Paun (Student at CentraleSupelec)" userId="S::andrei-theodore.paun@student-cs.fr::af2f250b-43c5-404c-8c7f-0d6d18de496b" providerId="AD" clId="Web-{01145AF4-4933-4620-9EE0-6B36D9E09496}" dt="2023-02-15T15:58:24.616" v="61" actId="20577"/>
      <pc:docMkLst>
        <pc:docMk/>
      </pc:docMkLst>
      <pc:sldChg chg="addSp delSp modSp">
        <pc:chgData name="Theodore Paun (Student at CentraleSupelec)" userId="S::andrei-theodore.paun@student-cs.fr::af2f250b-43c5-404c-8c7f-0d6d18de496b" providerId="AD" clId="Web-{01145AF4-4933-4620-9EE0-6B36D9E09496}" dt="2023-02-15T15:52:50.669" v="13" actId="1076"/>
        <pc:sldMkLst>
          <pc:docMk/>
          <pc:sldMk cId="336249700" sldId="292"/>
        </pc:sldMkLst>
        <pc:spChg chg="mod">
          <ac:chgData name="Theodore Paun (Student at CentraleSupelec)" userId="S::andrei-theodore.paun@student-cs.fr::af2f250b-43c5-404c-8c7f-0d6d18de496b" providerId="AD" clId="Web-{01145AF4-4933-4620-9EE0-6B36D9E09496}" dt="2023-02-15T15:52:50.669" v="13" actId="1076"/>
          <ac:spMkLst>
            <pc:docMk/>
            <pc:sldMk cId="336249700" sldId="292"/>
            <ac:spMk id="101" creationId="{00000000-0000-0000-0000-000000000000}"/>
          </ac:spMkLst>
        </pc:spChg>
        <pc:picChg chg="del">
          <ac:chgData name="Theodore Paun (Student at CentraleSupelec)" userId="S::andrei-theodore.paun@student-cs.fr::af2f250b-43c5-404c-8c7f-0d6d18de496b" providerId="AD" clId="Web-{01145AF4-4933-4620-9EE0-6B36D9E09496}" dt="2023-02-15T15:51:52.386" v="2"/>
          <ac:picMkLst>
            <pc:docMk/>
            <pc:sldMk cId="336249700" sldId="292"/>
            <ac:picMk id="4" creationId="{8E02E0AF-653B-4331-0195-C77BF2A4E97E}"/>
          </ac:picMkLst>
        </pc:picChg>
        <pc:picChg chg="add del mod">
          <ac:chgData name="Theodore Paun (Student at CentraleSupelec)" userId="S::andrei-theodore.paun@student-cs.fr::af2f250b-43c5-404c-8c7f-0d6d18de496b" providerId="AD" clId="Web-{01145AF4-4933-4620-9EE0-6B36D9E09496}" dt="2023-02-15T15:52:01.809" v="6"/>
          <ac:picMkLst>
            <pc:docMk/>
            <pc:sldMk cId="336249700" sldId="292"/>
            <ac:picMk id="8" creationId="{B362C3A0-B59A-A705-FEB3-F955B861F218}"/>
          </ac:picMkLst>
        </pc:picChg>
        <pc:picChg chg="add mod">
          <ac:chgData name="Theodore Paun (Student at CentraleSupelec)" userId="S::andrei-theodore.paun@student-cs.fr::af2f250b-43c5-404c-8c7f-0d6d18de496b" providerId="AD" clId="Web-{01145AF4-4933-4620-9EE0-6B36D9E09496}" dt="2023-02-15T15:52:38.513" v="12" actId="14100"/>
          <ac:picMkLst>
            <pc:docMk/>
            <pc:sldMk cId="336249700" sldId="292"/>
            <ac:picMk id="11" creationId="{5B35F8D9-C810-91B6-995D-A9B161C870E3}"/>
          </ac:picMkLst>
        </pc:picChg>
      </pc:sldChg>
      <pc:sldChg chg="addSp delSp modSp">
        <pc:chgData name="Theodore Paun (Student at CentraleSupelec)" userId="S::andrei-theodore.paun@student-cs.fr::af2f250b-43c5-404c-8c7f-0d6d18de496b" providerId="AD" clId="Web-{01145AF4-4933-4620-9EE0-6B36D9E09496}" dt="2023-02-15T15:53:43.952" v="26" actId="1076"/>
        <pc:sldMkLst>
          <pc:docMk/>
          <pc:sldMk cId="993672920" sldId="298"/>
        </pc:sldMkLst>
        <pc:spChg chg="mod">
          <ac:chgData name="Theodore Paun (Student at CentraleSupelec)" userId="S::andrei-theodore.paun@student-cs.fr::af2f250b-43c5-404c-8c7f-0d6d18de496b" providerId="AD" clId="Web-{01145AF4-4933-4620-9EE0-6B36D9E09496}" dt="2023-02-15T15:53:00.404" v="15"/>
          <ac:spMkLst>
            <pc:docMk/>
            <pc:sldMk cId="993672920" sldId="298"/>
            <ac:spMk id="101" creationId="{00000000-0000-0000-0000-000000000000}"/>
          </ac:spMkLst>
        </pc:spChg>
        <pc:picChg chg="del">
          <ac:chgData name="Theodore Paun (Student at CentraleSupelec)" userId="S::andrei-theodore.paun@student-cs.fr::af2f250b-43c5-404c-8c7f-0d6d18de496b" providerId="AD" clId="Web-{01145AF4-4933-4620-9EE0-6B36D9E09496}" dt="2023-02-15T15:52:52.076" v="14"/>
          <ac:picMkLst>
            <pc:docMk/>
            <pc:sldMk cId="993672920" sldId="298"/>
            <ac:picMk id="4" creationId="{9265F1A5-12CA-B66F-4737-6E9F5AF9B462}"/>
          </ac:picMkLst>
        </pc:picChg>
        <pc:picChg chg="add del">
          <ac:chgData name="Theodore Paun (Student at CentraleSupelec)" userId="S::andrei-theodore.paun@student-cs.fr::af2f250b-43c5-404c-8c7f-0d6d18de496b" providerId="AD" clId="Web-{01145AF4-4933-4620-9EE0-6B36D9E09496}" dt="2023-02-15T15:53:36.530" v="25"/>
          <ac:picMkLst>
            <pc:docMk/>
            <pc:sldMk cId="993672920" sldId="298"/>
            <ac:picMk id="12" creationId="{FB30592D-9012-5A65-3E8B-A85A888E24BD}"/>
          </ac:picMkLst>
        </pc:picChg>
        <pc:picChg chg="add mod">
          <ac:chgData name="Theodore Paun (Student at CentraleSupelec)" userId="S::andrei-theodore.paun@student-cs.fr::af2f250b-43c5-404c-8c7f-0d6d18de496b" providerId="AD" clId="Web-{01145AF4-4933-4620-9EE0-6B36D9E09496}" dt="2023-02-15T15:53:43.952" v="26" actId="1076"/>
          <ac:picMkLst>
            <pc:docMk/>
            <pc:sldMk cId="993672920" sldId="298"/>
            <ac:picMk id="13" creationId="{2A114939-BAFC-B64D-E908-A892C47591DD}"/>
          </ac:picMkLst>
        </pc:picChg>
      </pc:sldChg>
      <pc:sldChg chg="addSp delSp modSp">
        <pc:chgData name="Theodore Paun (Student at CentraleSupelec)" userId="S::andrei-theodore.paun@student-cs.fr::af2f250b-43c5-404c-8c7f-0d6d18de496b" providerId="AD" clId="Web-{01145AF4-4933-4620-9EE0-6B36D9E09496}" dt="2023-02-15T15:54:25.953" v="35" actId="1076"/>
        <pc:sldMkLst>
          <pc:docMk/>
          <pc:sldMk cId="2409928205" sldId="299"/>
        </pc:sldMkLst>
        <pc:picChg chg="del">
          <ac:chgData name="Theodore Paun (Student at CentraleSupelec)" userId="S::andrei-theodore.paun@student-cs.fr::af2f250b-43c5-404c-8c7f-0d6d18de496b" providerId="AD" clId="Web-{01145AF4-4933-4620-9EE0-6B36D9E09496}" dt="2023-02-15T15:54:00.077" v="27"/>
          <ac:picMkLst>
            <pc:docMk/>
            <pc:sldMk cId="2409928205" sldId="299"/>
            <ac:picMk id="8" creationId="{DD38B7F4-52CC-5E91-EAD1-5DB0DD6AC65F}"/>
          </ac:picMkLst>
        </pc:picChg>
        <pc:picChg chg="add del">
          <ac:chgData name="Theodore Paun (Student at CentraleSupelec)" userId="S::andrei-theodore.paun@student-cs.fr::af2f250b-43c5-404c-8c7f-0d6d18de496b" providerId="AD" clId="Web-{01145AF4-4933-4620-9EE0-6B36D9E09496}" dt="2023-02-15T15:54:20.375" v="34"/>
          <ac:picMkLst>
            <pc:docMk/>
            <pc:sldMk cId="2409928205" sldId="299"/>
            <ac:picMk id="12" creationId="{7BCBB16A-CA5A-32AB-6130-63BD7702C3FC}"/>
          </ac:picMkLst>
        </pc:picChg>
        <pc:picChg chg="add mod">
          <ac:chgData name="Theodore Paun (Student at CentraleSupelec)" userId="S::andrei-theodore.paun@student-cs.fr::af2f250b-43c5-404c-8c7f-0d6d18de496b" providerId="AD" clId="Web-{01145AF4-4933-4620-9EE0-6B36D9E09496}" dt="2023-02-15T15:54:25.953" v="35" actId="1076"/>
          <ac:picMkLst>
            <pc:docMk/>
            <pc:sldMk cId="2409928205" sldId="299"/>
            <ac:picMk id="13" creationId="{7D192A70-4799-2E4F-691E-ED428B4CDC46}"/>
          </ac:picMkLst>
        </pc:picChg>
      </pc:sldChg>
      <pc:sldChg chg="modSp">
        <pc:chgData name="Theodore Paun (Student at CentraleSupelec)" userId="S::andrei-theodore.paun@student-cs.fr::af2f250b-43c5-404c-8c7f-0d6d18de496b" providerId="AD" clId="Web-{01145AF4-4933-4620-9EE0-6B36D9E09496}" dt="2023-02-15T15:58:16.616" v="44" actId="20577"/>
        <pc:sldMkLst>
          <pc:docMk/>
          <pc:sldMk cId="3936243768" sldId="300"/>
        </pc:sldMkLst>
        <pc:spChg chg="mod">
          <ac:chgData name="Theodore Paun (Student at CentraleSupelec)" userId="S::andrei-theodore.paun@student-cs.fr::af2f250b-43c5-404c-8c7f-0d6d18de496b" providerId="AD" clId="Web-{01145AF4-4933-4620-9EE0-6B36D9E09496}" dt="2023-02-15T15:58:16.616" v="44" actId="20577"/>
          <ac:spMkLst>
            <pc:docMk/>
            <pc:sldMk cId="3936243768" sldId="300"/>
            <ac:spMk id="4" creationId="{7B8DF647-58A4-AF7F-C933-BF5291DE6321}"/>
          </ac:spMkLst>
        </pc:spChg>
      </pc:sldChg>
      <pc:sldChg chg="modSp">
        <pc:chgData name="Theodore Paun (Student at CentraleSupelec)" userId="S::andrei-theodore.paun@student-cs.fr::af2f250b-43c5-404c-8c7f-0d6d18de496b" providerId="AD" clId="Web-{01145AF4-4933-4620-9EE0-6B36D9E09496}" dt="2023-02-15T15:58:24.616" v="61" actId="20577"/>
        <pc:sldMkLst>
          <pc:docMk/>
          <pc:sldMk cId="348548755" sldId="301"/>
        </pc:sldMkLst>
        <pc:spChg chg="mod">
          <ac:chgData name="Theodore Paun (Student at CentraleSupelec)" userId="S::andrei-theodore.paun@student-cs.fr::af2f250b-43c5-404c-8c7f-0d6d18de496b" providerId="AD" clId="Web-{01145AF4-4933-4620-9EE0-6B36D9E09496}" dt="2023-02-15T15:58:24.616" v="61" actId="20577"/>
          <ac:spMkLst>
            <pc:docMk/>
            <pc:sldMk cId="348548755" sldId="301"/>
            <ac:spMk id="4" creationId="{7B8DF647-58A4-AF7F-C933-BF5291DE6321}"/>
          </ac:spMkLst>
        </pc:spChg>
      </pc:sldChg>
    </pc:docChg>
  </pc:docChgLst>
  <pc:docChgLst>
    <pc:chgData name="Louis Dupont (Student at CentraleSupelec)" userId="687fdefc-11b0-4eb9-bd08-c0f42067fdf3" providerId="ADAL" clId="{5D223840-7232-42DE-BE35-B6F2AB7F0153}"/>
    <pc:docChg chg="custSel addSld delSld modSld">
      <pc:chgData name="Louis Dupont (Student at CentraleSupelec)" userId="687fdefc-11b0-4eb9-bd08-c0f42067fdf3" providerId="ADAL" clId="{5D223840-7232-42DE-BE35-B6F2AB7F0153}" dt="2023-02-27T13:46:00.879" v="695" actId="1036"/>
      <pc:docMkLst>
        <pc:docMk/>
      </pc:docMkLst>
      <pc:sldChg chg="modSp mod">
        <pc:chgData name="Louis Dupont (Student at CentraleSupelec)" userId="687fdefc-11b0-4eb9-bd08-c0f42067fdf3" providerId="ADAL" clId="{5D223840-7232-42DE-BE35-B6F2AB7F0153}" dt="2023-02-27T13:42:23.122" v="612" actId="20577"/>
        <pc:sldMkLst>
          <pc:docMk/>
          <pc:sldMk cId="2940396715" sldId="290"/>
        </pc:sldMkLst>
        <pc:spChg chg="mod">
          <ac:chgData name="Louis Dupont (Student at CentraleSupelec)" userId="687fdefc-11b0-4eb9-bd08-c0f42067fdf3" providerId="ADAL" clId="{5D223840-7232-42DE-BE35-B6F2AB7F0153}" dt="2023-02-27T13:42:23.122" v="612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5D223840-7232-42DE-BE35-B6F2AB7F0153}" dt="2023-02-27T13:42:14.608" v="597" actId="20577"/>
        <pc:sldMkLst>
          <pc:docMk/>
          <pc:sldMk cId="709355255" sldId="291"/>
        </pc:sldMkLst>
        <pc:spChg chg="mod">
          <ac:chgData name="Louis Dupont (Student at CentraleSupelec)" userId="687fdefc-11b0-4eb9-bd08-c0f42067fdf3" providerId="ADAL" clId="{5D223840-7232-42DE-BE35-B6F2AB7F0153}" dt="2023-02-27T13:42:14.608" v="597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5D223840-7232-42DE-BE35-B6F2AB7F0153}" dt="2023-02-27T13:41:50.690" v="586" actId="20577"/>
        <pc:sldMkLst>
          <pc:docMk/>
          <pc:sldMk cId="336249700" sldId="292"/>
        </pc:sldMkLst>
        <pc:spChg chg="mod">
          <ac:chgData name="Louis Dupont (Student at CentraleSupelec)" userId="687fdefc-11b0-4eb9-bd08-c0f42067fdf3" providerId="ADAL" clId="{5D223840-7232-42DE-BE35-B6F2AB7F0153}" dt="2023-02-27T13:41:50.690" v="586" actId="20577"/>
          <ac:spMkLst>
            <pc:docMk/>
            <pc:sldMk cId="336249700" sldId="292"/>
            <ac:spMk id="9" creationId="{C8559B66-6D79-F3FB-9CB9-12A9C5444E36}"/>
          </ac:spMkLst>
        </pc:spChg>
        <pc:spChg chg="mod">
          <ac:chgData name="Louis Dupont (Student at CentraleSupelec)" userId="687fdefc-11b0-4eb9-bd08-c0f42067fdf3" providerId="ADAL" clId="{5D223840-7232-42DE-BE35-B6F2AB7F0153}" dt="2023-02-27T13:41:17.737" v="523" actId="1076"/>
          <ac:spMkLst>
            <pc:docMk/>
            <pc:sldMk cId="336249700" sldId="292"/>
            <ac:spMk id="10" creationId="{3BDCD7AA-3669-208D-3B04-55484265B2F9}"/>
          </ac:spMkLst>
        </pc:spChg>
        <pc:spChg chg="mod">
          <ac:chgData name="Louis Dupont (Student at CentraleSupelec)" userId="687fdefc-11b0-4eb9-bd08-c0f42067fdf3" providerId="ADAL" clId="{5D223840-7232-42DE-BE35-B6F2AB7F0153}" dt="2023-02-27T13:40:54.851" v="476" actId="20577"/>
          <ac:spMkLst>
            <pc:docMk/>
            <pc:sldMk cId="336249700" sldId="292"/>
            <ac:spMk id="101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5D223840-7232-42DE-BE35-B6F2AB7F0153}" dt="2023-02-27T13:42:49.036" v="662" actId="20577"/>
        <pc:sldMkLst>
          <pc:docMk/>
          <pc:sldMk cId="1696878768" sldId="296"/>
        </pc:sldMkLst>
        <pc:spChg chg="mod">
          <ac:chgData name="Louis Dupont (Student at CentraleSupelec)" userId="687fdefc-11b0-4eb9-bd08-c0f42067fdf3" providerId="ADAL" clId="{5D223840-7232-42DE-BE35-B6F2AB7F0153}" dt="2023-02-27T13:42:49.036" v="662" actId="20577"/>
          <ac:spMkLst>
            <pc:docMk/>
            <pc:sldMk cId="1696878768" sldId="296"/>
            <ac:spMk id="3073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5D223840-7232-42DE-BE35-B6F2AB7F0153}" dt="2023-02-27T13:43:08.305" v="690" actId="20577"/>
        <pc:sldMkLst>
          <pc:docMk/>
          <pc:sldMk cId="1074937383" sldId="297"/>
        </pc:sldMkLst>
        <pc:spChg chg="mod">
          <ac:chgData name="Louis Dupont (Student at CentraleSupelec)" userId="687fdefc-11b0-4eb9-bd08-c0f42067fdf3" providerId="ADAL" clId="{5D223840-7232-42DE-BE35-B6F2AB7F0153}" dt="2023-02-27T13:43:08.305" v="690" actId="20577"/>
          <ac:spMkLst>
            <pc:docMk/>
            <pc:sldMk cId="1074937383" sldId="297"/>
            <ac:spMk id="2" creationId="{3CFEBC37-7D26-5AC1-AEC4-C53866758D57}"/>
          </ac:spMkLst>
        </pc:spChg>
        <pc:spChg chg="mod">
          <ac:chgData name="Louis Dupont (Student at CentraleSupelec)" userId="687fdefc-11b0-4eb9-bd08-c0f42067fdf3" providerId="ADAL" clId="{5D223840-7232-42DE-BE35-B6F2AB7F0153}" dt="2023-02-27T13:43:03.003" v="681" actId="20577"/>
          <ac:spMkLst>
            <pc:docMk/>
            <pc:sldMk cId="1074937383" sldId="297"/>
            <ac:spMk id="3" creationId="{4724D51E-58F1-F09C-5B9D-58857604B002}"/>
          </ac:spMkLst>
        </pc:spChg>
        <pc:spChg chg="mod">
          <ac:chgData name="Louis Dupont (Student at CentraleSupelec)" userId="687fdefc-11b0-4eb9-bd08-c0f42067fdf3" providerId="ADAL" clId="{5D223840-7232-42DE-BE35-B6F2AB7F0153}" dt="2023-02-27T13:38:47.647" v="241" actId="20577"/>
          <ac:spMkLst>
            <pc:docMk/>
            <pc:sldMk cId="1074937383" sldId="297"/>
            <ac:spMk id="101" creationId="{00000000-0000-0000-0000-000000000000}"/>
          </ac:spMkLst>
        </pc:spChg>
      </pc:sldChg>
      <pc:sldChg chg="addSp delSp modSp mod">
        <pc:chgData name="Louis Dupont (Student at CentraleSupelec)" userId="687fdefc-11b0-4eb9-bd08-c0f42067fdf3" providerId="ADAL" clId="{5D223840-7232-42DE-BE35-B6F2AB7F0153}" dt="2023-02-27T13:46:00.879" v="695" actId="1036"/>
        <pc:sldMkLst>
          <pc:docMk/>
          <pc:sldMk cId="993672920" sldId="298"/>
        </pc:sldMkLst>
        <pc:spChg chg="add del mod">
          <ac:chgData name="Louis Dupont (Student at CentraleSupelec)" userId="687fdefc-11b0-4eb9-bd08-c0f42067fdf3" providerId="ADAL" clId="{5D223840-7232-42DE-BE35-B6F2AB7F0153}" dt="2023-02-27T13:42:06.913" v="589" actId="478"/>
          <ac:spMkLst>
            <pc:docMk/>
            <pc:sldMk cId="993672920" sldId="298"/>
            <ac:spMk id="4" creationId="{49027B09-7BBA-1D64-04B0-50D275F28C3F}"/>
          </ac:spMkLst>
        </pc:spChg>
        <pc:spChg chg="add mod">
          <ac:chgData name="Louis Dupont (Student at CentraleSupelec)" userId="687fdefc-11b0-4eb9-bd08-c0f42067fdf3" providerId="ADAL" clId="{5D223840-7232-42DE-BE35-B6F2AB7F0153}" dt="2023-02-27T13:42:01.560" v="587"/>
          <ac:spMkLst>
            <pc:docMk/>
            <pc:sldMk cId="993672920" sldId="298"/>
            <ac:spMk id="8" creationId="{1AD373C3-B587-6116-42B8-E9A3D628C29C}"/>
          </ac:spMkLst>
        </pc:spChg>
        <pc:spChg chg="del mod">
          <ac:chgData name="Louis Dupont (Student at CentraleSupelec)" userId="687fdefc-11b0-4eb9-bd08-c0f42067fdf3" providerId="ADAL" clId="{5D223840-7232-42DE-BE35-B6F2AB7F0153}" dt="2023-02-27T13:45:34.027" v="691" actId="478"/>
          <ac:spMkLst>
            <pc:docMk/>
            <pc:sldMk cId="993672920" sldId="298"/>
            <ac:spMk id="9" creationId="{C8559B66-6D79-F3FB-9CB9-12A9C5444E36}"/>
          </ac:spMkLst>
        </pc:spChg>
        <pc:spChg chg="del">
          <ac:chgData name="Louis Dupont (Student at CentraleSupelec)" userId="687fdefc-11b0-4eb9-bd08-c0f42067fdf3" providerId="ADAL" clId="{5D223840-7232-42DE-BE35-B6F2AB7F0153}" dt="2023-02-27T13:42:05.236" v="588" actId="478"/>
          <ac:spMkLst>
            <pc:docMk/>
            <pc:sldMk cId="993672920" sldId="298"/>
            <ac:spMk id="10" creationId="{3BDCD7AA-3669-208D-3B04-55484265B2F9}"/>
          </ac:spMkLst>
        </pc:spChg>
        <pc:spChg chg="add mod">
          <ac:chgData name="Louis Dupont (Student at CentraleSupelec)" userId="687fdefc-11b0-4eb9-bd08-c0f42067fdf3" providerId="ADAL" clId="{5D223840-7232-42DE-BE35-B6F2AB7F0153}" dt="2023-02-27T13:45:40.062" v="692"/>
          <ac:spMkLst>
            <pc:docMk/>
            <pc:sldMk cId="993672920" sldId="298"/>
            <ac:spMk id="12" creationId="{1739F0BD-AEB8-9238-3AAD-701265E7FE9D}"/>
          </ac:spMkLst>
        </pc:spChg>
        <pc:spChg chg="mod">
          <ac:chgData name="Louis Dupont (Student at CentraleSupelec)" userId="687fdefc-11b0-4eb9-bd08-c0f42067fdf3" providerId="ADAL" clId="{5D223840-7232-42DE-BE35-B6F2AB7F0153}" dt="2023-02-27T13:46:00.879" v="695" actId="1036"/>
          <ac:spMkLst>
            <pc:docMk/>
            <pc:sldMk cId="993672920" sldId="298"/>
            <ac:spMk id="101" creationId="{00000000-0000-0000-0000-000000000000}"/>
          </ac:spMkLst>
        </pc:spChg>
      </pc:sldChg>
      <pc:sldChg chg="addSp delSp modSp mod">
        <pc:chgData name="Louis Dupont (Student at CentraleSupelec)" userId="687fdefc-11b0-4eb9-bd08-c0f42067fdf3" providerId="ADAL" clId="{5D223840-7232-42DE-BE35-B6F2AB7F0153}" dt="2023-02-27T13:45:54.557" v="694" actId="1036"/>
        <pc:sldMkLst>
          <pc:docMk/>
          <pc:sldMk cId="2409928205" sldId="299"/>
        </pc:sldMkLst>
        <pc:spChg chg="add mod">
          <ac:chgData name="Louis Dupont (Student at CentraleSupelec)" userId="687fdefc-11b0-4eb9-bd08-c0f42067fdf3" providerId="ADAL" clId="{5D223840-7232-42DE-BE35-B6F2AB7F0153}" dt="2023-02-27T13:42:34.646" v="615"/>
          <ac:spMkLst>
            <pc:docMk/>
            <pc:sldMk cId="2409928205" sldId="299"/>
            <ac:spMk id="4" creationId="{3EB7887B-B2BF-B3C2-889A-4DDF6EE9D009}"/>
          </ac:spMkLst>
        </pc:spChg>
        <pc:spChg chg="add mod">
          <ac:chgData name="Louis Dupont (Student at CentraleSupelec)" userId="687fdefc-11b0-4eb9-bd08-c0f42067fdf3" providerId="ADAL" clId="{5D223840-7232-42DE-BE35-B6F2AB7F0153}" dt="2023-02-27T13:42:34.646" v="615"/>
          <ac:spMkLst>
            <pc:docMk/>
            <pc:sldMk cId="2409928205" sldId="299"/>
            <ac:spMk id="8" creationId="{E3642BB5-123C-6788-8445-1B6EB64CA929}"/>
          </ac:spMkLst>
        </pc:spChg>
        <pc:spChg chg="del mod">
          <ac:chgData name="Louis Dupont (Student at CentraleSupelec)" userId="687fdefc-11b0-4eb9-bd08-c0f42067fdf3" providerId="ADAL" clId="{5D223840-7232-42DE-BE35-B6F2AB7F0153}" dt="2023-02-27T13:42:32.165" v="613" actId="478"/>
          <ac:spMkLst>
            <pc:docMk/>
            <pc:sldMk cId="2409928205" sldId="299"/>
            <ac:spMk id="9" creationId="{C8559B66-6D79-F3FB-9CB9-12A9C5444E36}"/>
          </ac:spMkLst>
        </pc:spChg>
        <pc:spChg chg="del mod">
          <ac:chgData name="Louis Dupont (Student at CentraleSupelec)" userId="687fdefc-11b0-4eb9-bd08-c0f42067fdf3" providerId="ADAL" clId="{5D223840-7232-42DE-BE35-B6F2AB7F0153}" dt="2023-02-27T13:42:33.746" v="614" actId="478"/>
          <ac:spMkLst>
            <pc:docMk/>
            <pc:sldMk cId="2409928205" sldId="299"/>
            <ac:spMk id="10" creationId="{3BDCD7AA-3669-208D-3B04-55484265B2F9}"/>
          </ac:spMkLst>
        </pc:spChg>
        <pc:spChg chg="mod">
          <ac:chgData name="Louis Dupont (Student at CentraleSupelec)" userId="687fdefc-11b0-4eb9-bd08-c0f42067fdf3" providerId="ADAL" clId="{5D223840-7232-42DE-BE35-B6F2AB7F0153}" dt="2023-02-27T13:45:54.557" v="694" actId="1036"/>
          <ac:spMkLst>
            <pc:docMk/>
            <pc:sldMk cId="2409928205" sldId="299"/>
            <ac:spMk id="101" creationId="{00000000-0000-0000-0000-000000000000}"/>
          </ac:spMkLst>
        </pc:spChg>
      </pc:sldChg>
      <pc:sldChg chg="addSp delSp modSp new mod">
        <pc:chgData name="Louis Dupont (Student at CentraleSupelec)" userId="687fdefc-11b0-4eb9-bd08-c0f42067fdf3" providerId="ADAL" clId="{5D223840-7232-42DE-BE35-B6F2AB7F0153}" dt="2023-02-15T15:54:35.842" v="156" actId="1076"/>
        <pc:sldMkLst>
          <pc:docMk/>
          <pc:sldMk cId="3936243768" sldId="300"/>
        </pc:sldMkLst>
        <pc:spChg chg="add mod">
          <ac:chgData name="Louis Dupont (Student at CentraleSupelec)" userId="687fdefc-11b0-4eb9-bd08-c0f42067fdf3" providerId="ADAL" clId="{5D223840-7232-42DE-BE35-B6F2AB7F0153}" dt="2023-02-15T15:38:54.907" v="1"/>
          <ac:spMkLst>
            <pc:docMk/>
            <pc:sldMk cId="3936243768" sldId="300"/>
            <ac:spMk id="4" creationId="{7B8DF647-58A4-AF7F-C933-BF5291DE6321}"/>
          </ac:spMkLst>
        </pc:spChg>
        <pc:spChg chg="add del mod">
          <ac:chgData name="Louis Dupont (Student at CentraleSupelec)" userId="687fdefc-11b0-4eb9-bd08-c0f42067fdf3" providerId="ADAL" clId="{5D223840-7232-42DE-BE35-B6F2AB7F0153}" dt="2023-02-15T15:38:58.988" v="3" actId="478"/>
          <ac:spMkLst>
            <pc:docMk/>
            <pc:sldMk cId="3936243768" sldId="300"/>
            <ac:spMk id="5" creationId="{506258FD-C314-A89F-7BB4-21FBDA4FBB8C}"/>
          </ac:spMkLst>
        </pc:spChg>
        <pc:spChg chg="mod">
          <ac:chgData name="Louis Dupont (Student at CentraleSupelec)" userId="687fdefc-11b0-4eb9-bd08-c0f42067fdf3" providerId="ADAL" clId="{5D223840-7232-42DE-BE35-B6F2AB7F0153}" dt="2023-02-15T15:54:27.893" v="155" actId="1076"/>
          <ac:spMkLst>
            <pc:docMk/>
            <pc:sldMk cId="3936243768" sldId="300"/>
            <ac:spMk id="6" creationId="{6870FFF9-36C6-9491-94D6-3BFEC8AECC5E}"/>
          </ac:spMkLst>
        </pc:spChg>
        <pc:spChg chg="mod">
          <ac:chgData name="Louis Dupont (Student at CentraleSupelec)" userId="687fdefc-11b0-4eb9-bd08-c0f42067fdf3" providerId="ADAL" clId="{5D223840-7232-42DE-BE35-B6F2AB7F0153}" dt="2023-02-15T15:54:35.842" v="156" actId="1076"/>
          <ac:spMkLst>
            <pc:docMk/>
            <pc:sldMk cId="3936243768" sldId="300"/>
            <ac:spMk id="12" creationId="{340BCDE3-C33D-FCA7-F7A4-92078CB5EAC4}"/>
          </ac:spMkLst>
        </pc:spChg>
        <pc:picChg chg="add del mod">
          <ac:chgData name="Louis Dupont (Student at CentraleSupelec)" userId="687fdefc-11b0-4eb9-bd08-c0f42067fdf3" providerId="ADAL" clId="{5D223840-7232-42DE-BE35-B6F2AB7F0153}" dt="2023-02-15T15:40:47.120" v="19" actId="478"/>
          <ac:picMkLst>
            <pc:docMk/>
            <pc:sldMk cId="3936243768" sldId="300"/>
            <ac:picMk id="7" creationId="{9EE5805F-60D1-257F-9193-A79C7B64E429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3:43.857" v="151" actId="1035"/>
          <ac:picMkLst>
            <pc:docMk/>
            <pc:sldMk cId="3936243768" sldId="300"/>
            <ac:picMk id="9" creationId="{E9B3FCC9-5041-1C19-A09F-2BA5FFDD7C21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0:54.043" v="110" actId="1076"/>
          <ac:picMkLst>
            <pc:docMk/>
            <pc:sldMk cId="3936243768" sldId="300"/>
            <ac:picMk id="11" creationId="{086B3D68-C2EA-5937-5931-5BF4AAD77BC8}"/>
          </ac:picMkLst>
        </pc:picChg>
        <pc:picChg chg="add del mod">
          <ac:chgData name="Louis Dupont (Student at CentraleSupelec)" userId="687fdefc-11b0-4eb9-bd08-c0f42067fdf3" providerId="ADAL" clId="{5D223840-7232-42DE-BE35-B6F2AB7F0153}" dt="2023-02-15T15:42:05.145" v="33" actId="478"/>
          <ac:picMkLst>
            <pc:docMk/>
            <pc:sldMk cId="3936243768" sldId="300"/>
            <ac:picMk id="13" creationId="{B703B99F-EA6B-EB72-7214-58F692C1D82A}"/>
          </ac:picMkLst>
        </pc:picChg>
        <pc:picChg chg="add del mod">
          <ac:chgData name="Louis Dupont (Student at CentraleSupelec)" userId="687fdefc-11b0-4eb9-bd08-c0f42067fdf3" providerId="ADAL" clId="{5D223840-7232-42DE-BE35-B6F2AB7F0153}" dt="2023-02-15T15:44:25.632" v="58" actId="478"/>
          <ac:picMkLst>
            <pc:docMk/>
            <pc:sldMk cId="3936243768" sldId="300"/>
            <ac:picMk id="14" creationId="{631BF36E-78C4-E09B-7F4F-56D20BAFBC0D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3:04.353" v="137" actId="1076"/>
          <ac:picMkLst>
            <pc:docMk/>
            <pc:sldMk cId="3936243768" sldId="300"/>
            <ac:picMk id="16" creationId="{9DB9A30B-7768-39CB-F115-D546CCE98F7C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4:08.252" v="153" actId="1076"/>
          <ac:picMkLst>
            <pc:docMk/>
            <pc:sldMk cId="3936243768" sldId="300"/>
            <ac:picMk id="18" creationId="{CDDD37C9-16A0-68C6-9886-641BAF150A3A}"/>
          </ac:picMkLst>
        </pc:picChg>
        <pc:picChg chg="add del">
          <ac:chgData name="Louis Dupont (Student at CentraleSupelec)" userId="687fdefc-11b0-4eb9-bd08-c0f42067fdf3" providerId="ADAL" clId="{5D223840-7232-42DE-BE35-B6F2AB7F0153}" dt="2023-02-15T15:47:36.886" v="91" actId="478"/>
          <ac:picMkLst>
            <pc:docMk/>
            <pc:sldMk cId="3936243768" sldId="300"/>
            <ac:picMk id="20" creationId="{D5C886B2-2AE2-04DB-9C76-6FD2FF9A50DD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47:47.610" v="94" actId="1076"/>
          <ac:picMkLst>
            <pc:docMk/>
            <pc:sldMk cId="3936243768" sldId="300"/>
            <ac:picMk id="22" creationId="{36BB45B0-0AA7-5878-44F1-9C5E112BD0BB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4:12.161" v="154" actId="1076"/>
          <ac:picMkLst>
            <pc:docMk/>
            <pc:sldMk cId="3936243768" sldId="300"/>
            <ac:picMk id="24" creationId="{EFAA88E3-0010-E5FA-6A0B-28E12F438FE9}"/>
          </ac:picMkLst>
        </pc:picChg>
        <pc:picChg chg="add del mod">
          <ac:chgData name="Louis Dupont (Student at CentraleSupelec)" userId="687fdefc-11b0-4eb9-bd08-c0f42067fdf3" providerId="ADAL" clId="{5D223840-7232-42DE-BE35-B6F2AB7F0153}" dt="2023-02-15T15:53:55.757" v="152" actId="478"/>
          <ac:picMkLst>
            <pc:docMk/>
            <pc:sldMk cId="3936243768" sldId="300"/>
            <ac:picMk id="25" creationId="{D0880EB8-8C7E-C6BE-7747-819F85BE8AC6}"/>
          </ac:picMkLst>
        </pc:picChg>
      </pc:sldChg>
      <pc:sldChg chg="addSp delSp modSp add mod">
        <pc:chgData name="Louis Dupont (Student at CentraleSupelec)" userId="687fdefc-11b0-4eb9-bd08-c0f42067fdf3" providerId="ADAL" clId="{5D223840-7232-42DE-BE35-B6F2AB7F0153}" dt="2023-02-15T15:55:03.122" v="162" actId="1076"/>
        <pc:sldMkLst>
          <pc:docMk/>
          <pc:sldMk cId="348548755" sldId="301"/>
        </pc:sldMkLst>
        <pc:spChg chg="ord">
          <ac:chgData name="Louis Dupont (Student at CentraleSupelec)" userId="687fdefc-11b0-4eb9-bd08-c0f42067fdf3" providerId="ADAL" clId="{5D223840-7232-42DE-BE35-B6F2AB7F0153}" dt="2023-02-15T15:52:31.529" v="130" actId="167"/>
          <ac:spMkLst>
            <pc:docMk/>
            <pc:sldMk cId="348548755" sldId="301"/>
            <ac:spMk id="4" creationId="{7B8DF647-58A4-AF7F-C933-BF5291DE6321}"/>
          </ac:spMkLst>
        </pc:spChg>
        <pc:spChg chg="mod">
          <ac:chgData name="Louis Dupont (Student at CentraleSupelec)" userId="687fdefc-11b0-4eb9-bd08-c0f42067fdf3" providerId="ADAL" clId="{5D223840-7232-42DE-BE35-B6F2AB7F0153}" dt="2023-02-15T15:55:03.122" v="162" actId="1076"/>
          <ac:spMkLst>
            <pc:docMk/>
            <pc:sldMk cId="348548755" sldId="301"/>
            <ac:spMk id="7" creationId="{F8D5B06A-8F0F-75F2-412A-9C479666BEA6}"/>
          </ac:spMkLst>
        </pc:spChg>
        <pc:spChg chg="mod">
          <ac:chgData name="Louis Dupont (Student at CentraleSupelec)" userId="687fdefc-11b0-4eb9-bd08-c0f42067fdf3" providerId="ADAL" clId="{5D223840-7232-42DE-BE35-B6F2AB7F0153}" dt="2023-02-15T15:54:47.166" v="157" actId="1076"/>
          <ac:spMkLst>
            <pc:docMk/>
            <pc:sldMk cId="348548755" sldId="301"/>
            <ac:spMk id="14" creationId="{C4C9A205-2A6C-AAB9-03AD-91CA64A7D9F0}"/>
          </ac:spMkLst>
        </pc:spChg>
        <pc:picChg chg="add mod">
          <ac:chgData name="Louis Dupont (Student at CentraleSupelec)" userId="687fdefc-11b0-4eb9-bd08-c0f42067fdf3" providerId="ADAL" clId="{5D223840-7232-42DE-BE35-B6F2AB7F0153}" dt="2023-02-15T15:52:49.456" v="134" actId="1076"/>
          <ac:picMkLst>
            <pc:docMk/>
            <pc:sldMk cId="348548755" sldId="301"/>
            <ac:picMk id="6" creationId="{274E1D0A-4CC8-C067-2FD6-7566C01C418F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2:43.038" v="132" actId="1076"/>
          <ac:picMkLst>
            <pc:docMk/>
            <pc:sldMk cId="348548755" sldId="301"/>
            <ac:picMk id="8" creationId="{5A700E68-E71B-084B-7A70-933AC86F7386}"/>
          </ac:picMkLst>
        </pc:picChg>
        <pc:picChg chg="del">
          <ac:chgData name="Louis Dupont (Student at CentraleSupelec)" userId="687fdefc-11b0-4eb9-bd08-c0f42067fdf3" providerId="ADAL" clId="{5D223840-7232-42DE-BE35-B6F2AB7F0153}" dt="2023-02-15T15:42:03.104" v="31" actId="478"/>
          <ac:picMkLst>
            <pc:docMk/>
            <pc:sldMk cId="348548755" sldId="301"/>
            <ac:picMk id="9" creationId="{E9B3FCC9-5041-1C19-A09F-2BA5FFDD7C21}"/>
          </ac:picMkLst>
        </pc:picChg>
        <pc:picChg chg="del">
          <ac:chgData name="Louis Dupont (Student at CentraleSupelec)" userId="687fdefc-11b0-4eb9-bd08-c0f42067fdf3" providerId="ADAL" clId="{5D223840-7232-42DE-BE35-B6F2AB7F0153}" dt="2023-02-15T15:42:03.594" v="32" actId="478"/>
          <ac:picMkLst>
            <pc:docMk/>
            <pc:sldMk cId="348548755" sldId="301"/>
            <ac:picMk id="11" creationId="{086B3D68-C2EA-5937-5931-5BF4AAD77BC8}"/>
          </ac:picMkLst>
        </pc:picChg>
        <pc:picChg chg="add del">
          <ac:chgData name="Louis Dupont (Student at CentraleSupelec)" userId="687fdefc-11b0-4eb9-bd08-c0f42067fdf3" providerId="ADAL" clId="{5D223840-7232-42DE-BE35-B6F2AB7F0153}" dt="2023-02-15T15:46:35.431" v="80" actId="478"/>
          <ac:picMkLst>
            <pc:docMk/>
            <pc:sldMk cId="348548755" sldId="301"/>
            <ac:picMk id="12" creationId="{9B947CC0-0AFB-04AA-BD55-137F3AA8D1EC}"/>
          </ac:picMkLst>
        </pc:picChg>
        <pc:picChg chg="mod ord">
          <ac:chgData name="Louis Dupont (Student at CentraleSupelec)" userId="687fdefc-11b0-4eb9-bd08-c0f42067fdf3" providerId="ADAL" clId="{5D223840-7232-42DE-BE35-B6F2AB7F0153}" dt="2023-02-15T15:52:09.654" v="127" actId="167"/>
          <ac:picMkLst>
            <pc:docMk/>
            <pc:sldMk cId="348548755" sldId="301"/>
            <ac:picMk id="13" creationId="{B703B99F-EA6B-EB72-7214-58F692C1D82A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2:52.450" v="135" actId="1076"/>
          <ac:picMkLst>
            <pc:docMk/>
            <pc:sldMk cId="348548755" sldId="301"/>
            <ac:picMk id="15" creationId="{2BB40B70-94EE-65EC-F3A2-77E2CD8C3E02}"/>
          </ac:picMkLst>
        </pc:picChg>
        <pc:picChg chg="add del mod">
          <ac:chgData name="Louis Dupont (Student at CentraleSupelec)" userId="687fdefc-11b0-4eb9-bd08-c0f42067fdf3" providerId="ADAL" clId="{5D223840-7232-42DE-BE35-B6F2AB7F0153}" dt="2023-02-15T15:49:43.912" v="102" actId="478"/>
          <ac:picMkLst>
            <pc:docMk/>
            <pc:sldMk cId="348548755" sldId="301"/>
            <ac:picMk id="17" creationId="{FE9C8906-95DB-5675-54E0-CFCC8FB2010A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2:46.242" v="133" actId="1076"/>
          <ac:picMkLst>
            <pc:docMk/>
            <pc:sldMk cId="348548755" sldId="301"/>
            <ac:picMk id="19" creationId="{CE655673-C8F5-9A73-02EB-8E468449E9E7}"/>
          </ac:picMkLst>
        </pc:picChg>
        <pc:picChg chg="add mod">
          <ac:chgData name="Louis Dupont (Student at CentraleSupelec)" userId="687fdefc-11b0-4eb9-bd08-c0f42067fdf3" providerId="ADAL" clId="{5D223840-7232-42DE-BE35-B6F2AB7F0153}" dt="2023-02-15T15:52:55.456" v="136" actId="1076"/>
          <ac:picMkLst>
            <pc:docMk/>
            <pc:sldMk cId="348548755" sldId="301"/>
            <ac:picMk id="21" creationId="{FD2BDFE1-5C47-46CC-BB06-95E3F424A4BC}"/>
          </ac:picMkLst>
        </pc:picChg>
        <pc:picChg chg="add del mod ord">
          <ac:chgData name="Louis Dupont (Student at CentraleSupelec)" userId="687fdefc-11b0-4eb9-bd08-c0f42067fdf3" providerId="ADAL" clId="{5D223840-7232-42DE-BE35-B6F2AB7F0153}" dt="2023-02-15T15:52:35.434" v="131" actId="478"/>
          <ac:picMkLst>
            <pc:docMk/>
            <pc:sldMk cId="348548755" sldId="301"/>
            <ac:picMk id="22" creationId="{7A581923-BAA0-C394-8D0C-87B07D383391}"/>
          </ac:picMkLst>
        </pc:picChg>
      </pc:sldChg>
      <pc:sldChg chg="add del">
        <pc:chgData name="Louis Dupont (Student at CentraleSupelec)" userId="687fdefc-11b0-4eb9-bd08-c0f42067fdf3" providerId="ADAL" clId="{5D223840-7232-42DE-BE35-B6F2AB7F0153}" dt="2023-02-15T15:42:16.639" v="39" actId="47"/>
        <pc:sldMkLst>
          <pc:docMk/>
          <pc:sldMk cId="3347750797" sldId="302"/>
        </pc:sldMkLst>
      </pc:sldChg>
    </pc:docChg>
  </pc:docChgLst>
  <pc:docChgLst>
    <pc:chgData name="Louis Dupont (Student at CentraleSupelec)" userId="S::louis.dupont@student-cs.fr::687fdefc-11b0-4eb9-bd08-c0f42067fdf3" providerId="AD" clId="Web-{AA927261-D38F-4843-8AD3-AE109A181266}"/>
    <pc:docChg chg="modSld">
      <pc:chgData name="Louis Dupont (Student at CentraleSupelec)" userId="S::louis.dupont@student-cs.fr::687fdefc-11b0-4eb9-bd08-c0f42067fdf3" providerId="AD" clId="Web-{AA927261-D38F-4843-8AD3-AE109A181266}" dt="2023-02-27T13:37:54.128" v="29" actId="20577"/>
      <pc:docMkLst>
        <pc:docMk/>
      </pc:docMkLst>
      <pc:sldChg chg="modSp">
        <pc:chgData name="Louis Dupont (Student at CentraleSupelec)" userId="S::louis.dupont@student-cs.fr::687fdefc-11b0-4eb9-bd08-c0f42067fdf3" providerId="AD" clId="Web-{AA927261-D38F-4843-8AD3-AE109A181266}" dt="2023-02-27T13:36:49.061" v="4" actId="20577"/>
        <pc:sldMkLst>
          <pc:docMk/>
          <pc:sldMk cId="2940396715" sldId="290"/>
        </pc:sldMkLst>
        <pc:spChg chg="mod">
          <ac:chgData name="Louis Dupont (Student at CentraleSupelec)" userId="S::louis.dupont@student-cs.fr::687fdefc-11b0-4eb9-bd08-c0f42067fdf3" providerId="AD" clId="Web-{AA927261-D38F-4843-8AD3-AE109A181266}" dt="2023-02-27T13:36:49.061" v="4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">
        <pc:chgData name="Louis Dupont (Student at CentraleSupelec)" userId="S::louis.dupont@student-cs.fr::687fdefc-11b0-4eb9-bd08-c0f42067fdf3" providerId="AD" clId="Web-{AA927261-D38F-4843-8AD3-AE109A181266}" dt="2023-02-27T13:37:40.392" v="25" actId="20577"/>
        <pc:sldMkLst>
          <pc:docMk/>
          <pc:sldMk cId="336249700" sldId="292"/>
        </pc:sldMkLst>
        <pc:spChg chg="mod">
          <ac:chgData name="Louis Dupont (Student at CentraleSupelec)" userId="S::louis.dupont@student-cs.fr::687fdefc-11b0-4eb9-bd08-c0f42067fdf3" providerId="AD" clId="Web-{AA927261-D38F-4843-8AD3-AE109A181266}" dt="2023-02-27T13:37:40.392" v="25" actId="20577"/>
          <ac:spMkLst>
            <pc:docMk/>
            <pc:sldMk cId="336249700" sldId="292"/>
            <ac:spMk id="101" creationId="{00000000-0000-0000-0000-000000000000}"/>
          </ac:spMkLst>
        </pc:spChg>
      </pc:sldChg>
      <pc:sldChg chg="modSp">
        <pc:chgData name="Louis Dupont (Student at CentraleSupelec)" userId="S::louis.dupont@student-cs.fr::687fdefc-11b0-4eb9-bd08-c0f42067fdf3" providerId="AD" clId="Web-{AA927261-D38F-4843-8AD3-AE109A181266}" dt="2023-02-27T13:37:54.128" v="29" actId="20577"/>
        <pc:sldMkLst>
          <pc:docMk/>
          <pc:sldMk cId="993672920" sldId="298"/>
        </pc:sldMkLst>
        <pc:spChg chg="mod">
          <ac:chgData name="Louis Dupont (Student at CentraleSupelec)" userId="S::louis.dupont@student-cs.fr::687fdefc-11b0-4eb9-bd08-c0f42067fdf3" providerId="AD" clId="Web-{AA927261-D38F-4843-8AD3-AE109A181266}" dt="2023-02-27T13:37:54.128" v="29" actId="20577"/>
          <ac:spMkLst>
            <pc:docMk/>
            <pc:sldMk cId="993672920" sldId="298"/>
            <ac:spMk id="101" creationId="{00000000-0000-0000-0000-000000000000}"/>
          </ac:spMkLst>
        </pc:spChg>
      </pc:sldChg>
      <pc:sldChg chg="modSp">
        <pc:chgData name="Louis Dupont (Student at CentraleSupelec)" userId="S::louis.dupont@student-cs.fr::687fdefc-11b0-4eb9-bd08-c0f42067fdf3" providerId="AD" clId="Web-{AA927261-D38F-4843-8AD3-AE109A181266}" dt="2023-02-27T13:37:22.391" v="16" actId="20577"/>
        <pc:sldMkLst>
          <pc:docMk/>
          <pc:sldMk cId="2409928205" sldId="299"/>
        </pc:sldMkLst>
        <pc:spChg chg="mod">
          <ac:chgData name="Louis Dupont (Student at CentraleSupelec)" userId="S::louis.dupont@student-cs.fr::687fdefc-11b0-4eb9-bd08-c0f42067fdf3" providerId="AD" clId="Web-{AA927261-D38F-4843-8AD3-AE109A181266}" dt="2023-02-27T13:37:22.391" v="16" actId="20577"/>
          <ac:spMkLst>
            <pc:docMk/>
            <pc:sldMk cId="2409928205" sldId="299"/>
            <ac:spMk id="101" creationId="{00000000-0000-0000-0000-000000000000}"/>
          </ac:spMkLst>
        </pc:spChg>
      </pc:sldChg>
    </pc:docChg>
  </pc:docChgLst>
  <pc:docChgLst>
    <pc:chgData name="Valentin Everest (Student at CentraleSupelec)" userId="103fe320-5d97-4c12-9fe7-ae15579a3838" providerId="ADAL" clId="{6CDB36A1-2904-4D02-AF7F-59FFE8A14781}"/>
    <pc:docChg chg="modSld">
      <pc:chgData name="Valentin Everest (Student at CentraleSupelec)" userId="103fe320-5d97-4c12-9fe7-ae15579a3838" providerId="ADAL" clId="{6CDB36A1-2904-4D02-AF7F-59FFE8A14781}" dt="2023-03-31T14:03:18.980" v="244" actId="20577"/>
      <pc:docMkLst>
        <pc:docMk/>
      </pc:docMkLst>
      <pc:sldChg chg="addSp modSp mod">
        <pc:chgData name="Valentin Everest (Student at CentraleSupelec)" userId="103fe320-5d97-4c12-9fe7-ae15579a3838" providerId="ADAL" clId="{6CDB36A1-2904-4D02-AF7F-59FFE8A14781}" dt="2023-03-31T14:03:18.980" v="244" actId="20577"/>
        <pc:sldMkLst>
          <pc:docMk/>
          <pc:sldMk cId="2617815803" sldId="351"/>
        </pc:sldMkLst>
        <pc:spChg chg="mod">
          <ac:chgData name="Valentin Everest (Student at CentraleSupelec)" userId="103fe320-5d97-4c12-9fe7-ae15579a3838" providerId="ADAL" clId="{6CDB36A1-2904-4D02-AF7F-59FFE8A14781}" dt="2023-03-31T13:53:19.481" v="38" actId="1076"/>
          <ac:spMkLst>
            <pc:docMk/>
            <pc:sldMk cId="2617815803" sldId="351"/>
            <ac:spMk id="21" creationId="{161609FC-F950-6168-8024-CD5043B3656A}"/>
          </ac:spMkLst>
        </pc:spChg>
        <pc:graphicFrameChg chg="add mod modGraphic">
          <ac:chgData name="Valentin Everest (Student at CentraleSupelec)" userId="103fe320-5d97-4c12-9fe7-ae15579a3838" providerId="ADAL" clId="{6CDB36A1-2904-4D02-AF7F-59FFE8A14781}" dt="2023-03-31T14:03:18.980" v="244" actId="20577"/>
          <ac:graphicFrameMkLst>
            <pc:docMk/>
            <pc:sldMk cId="2617815803" sldId="351"/>
            <ac:graphicFrameMk id="5" creationId="{317470FA-1917-FB12-A0BD-7385B1959B3F}"/>
          </ac:graphicFrameMkLst>
        </pc:graphicFrameChg>
      </pc:sldChg>
    </pc:docChg>
  </pc:docChgLst>
  <pc:docChgLst>
    <pc:chgData name="Valentin Everest (Student at CentraleSupelec)" userId="S::valentin.everest@student-cs.fr::103fe320-5d97-4c12-9fe7-ae15579a3838" providerId="AD" clId="Web-{0D8A712A-DBAD-45F0-BC7D-3A849AE6AC56}"/>
    <pc:docChg chg="addSld sldOrd">
      <pc:chgData name="Valentin Everest (Student at CentraleSupelec)" userId="S::valentin.everest@student-cs.fr::103fe320-5d97-4c12-9fe7-ae15579a3838" providerId="AD" clId="Web-{0D8A712A-DBAD-45F0-BC7D-3A849AE6AC56}" dt="2023-03-30T16:33:41.825" v="1"/>
      <pc:docMkLst>
        <pc:docMk/>
      </pc:docMkLst>
      <pc:sldChg chg="add ord replId">
        <pc:chgData name="Valentin Everest (Student at CentraleSupelec)" userId="S::valentin.everest@student-cs.fr::103fe320-5d97-4c12-9fe7-ae15579a3838" providerId="AD" clId="Web-{0D8A712A-DBAD-45F0-BC7D-3A849AE6AC56}" dt="2023-03-30T16:33:41.825" v="1"/>
        <pc:sldMkLst>
          <pc:docMk/>
          <pc:sldMk cId="3936228529" sldId="348"/>
        </pc:sldMkLst>
      </pc:sldChg>
    </pc:docChg>
  </pc:docChgLst>
  <pc:docChgLst>
    <pc:chgData name="Flore Bergerot (Student at CentraleSupelec)" userId="S::flore.bergerot@student-cs.fr::9b398b0d-bf0e-40df-a42f-ff8ce2c7c285" providerId="AD" clId="Web-{DD3F0618-27C0-466C-A286-B00C12AF0CB4}"/>
    <pc:docChg chg="modSld">
      <pc:chgData name="Flore Bergerot (Student at CentraleSupelec)" userId="S::flore.bergerot@student-cs.fr::9b398b0d-bf0e-40df-a42f-ff8ce2c7c285" providerId="AD" clId="Web-{DD3F0618-27C0-466C-A286-B00C12AF0CB4}" dt="2023-03-31T12:37:39.315" v="0" actId="1076"/>
      <pc:docMkLst>
        <pc:docMk/>
      </pc:docMkLst>
      <pc:sldChg chg="modSp">
        <pc:chgData name="Flore Bergerot (Student at CentraleSupelec)" userId="S::flore.bergerot@student-cs.fr::9b398b0d-bf0e-40df-a42f-ff8ce2c7c285" providerId="AD" clId="Web-{DD3F0618-27C0-466C-A286-B00C12AF0CB4}" dt="2023-03-31T12:37:39.315" v="0" actId="1076"/>
        <pc:sldMkLst>
          <pc:docMk/>
          <pc:sldMk cId="538913974" sldId="317"/>
        </pc:sldMkLst>
        <pc:spChg chg="mod">
          <ac:chgData name="Flore Bergerot (Student at CentraleSupelec)" userId="S::flore.bergerot@student-cs.fr::9b398b0d-bf0e-40df-a42f-ff8ce2c7c285" providerId="AD" clId="Web-{DD3F0618-27C0-466C-A286-B00C12AF0CB4}" dt="2023-03-31T12:37:39.315" v="0" actId="1076"/>
          <ac:spMkLst>
            <pc:docMk/>
            <pc:sldMk cId="538913974" sldId="317"/>
            <ac:spMk id="9" creationId="{3909E233-F596-CB67-5D39-4C5F5C85202C}"/>
          </ac:spMkLst>
        </pc:spChg>
      </pc:sldChg>
    </pc:docChg>
  </pc:docChgLst>
  <pc:docChgLst>
    <pc:chgData name="Flore Bergerot (Student at CentraleSupelec)" userId="9b398b0d-bf0e-40df-a42f-ff8ce2c7c285" providerId="ADAL" clId="{9168BCB9-85C7-4D9D-AEC8-201F62D91F99}"/>
    <pc:docChg chg="undo custSel addSld modSld sldOrd">
      <pc:chgData name="Flore Bergerot (Student at CentraleSupelec)" userId="9b398b0d-bf0e-40df-a42f-ff8ce2c7c285" providerId="ADAL" clId="{9168BCB9-85C7-4D9D-AEC8-201F62D91F99}" dt="2023-03-27T14:32:09.094" v="1490"/>
      <pc:docMkLst>
        <pc:docMk/>
      </pc:docMkLst>
      <pc:sldChg chg="modSp mod">
        <pc:chgData name="Flore Bergerot (Student at CentraleSupelec)" userId="9b398b0d-bf0e-40df-a42f-ff8ce2c7c285" providerId="ADAL" clId="{9168BCB9-85C7-4D9D-AEC8-201F62D91F99}" dt="2023-03-15T14:17:13.812" v="6" actId="113"/>
        <pc:sldMkLst>
          <pc:docMk/>
          <pc:sldMk cId="1696878768" sldId="296"/>
        </pc:sldMkLst>
        <pc:spChg chg="mod">
          <ac:chgData name="Flore Bergerot (Student at CentraleSupelec)" userId="9b398b0d-bf0e-40df-a42f-ff8ce2c7c285" providerId="ADAL" clId="{9168BCB9-85C7-4D9D-AEC8-201F62D91F99}" dt="2023-03-15T14:17:13.812" v="6" actId="113"/>
          <ac:spMkLst>
            <pc:docMk/>
            <pc:sldMk cId="1696878768" sldId="296"/>
            <ac:spMk id="3073" creationId="{00000000-0000-0000-0000-000000000000}"/>
          </ac:spMkLst>
        </pc:spChg>
      </pc:sldChg>
      <pc:sldChg chg="modSp mod ord">
        <pc:chgData name="Flore Bergerot (Student at CentraleSupelec)" userId="9b398b0d-bf0e-40df-a42f-ff8ce2c7c285" providerId="ADAL" clId="{9168BCB9-85C7-4D9D-AEC8-201F62D91F99}" dt="2023-03-15T14:17:46.475" v="15"/>
        <pc:sldMkLst>
          <pc:docMk/>
          <pc:sldMk cId="2244858210" sldId="297"/>
        </pc:sldMkLst>
        <pc:spChg chg="mod">
          <ac:chgData name="Flore Bergerot (Student at CentraleSupelec)" userId="9b398b0d-bf0e-40df-a42f-ff8ce2c7c285" providerId="ADAL" clId="{9168BCB9-85C7-4D9D-AEC8-201F62D91F99}" dt="2023-03-15T14:17:41.468" v="13" actId="20577"/>
          <ac:spMkLst>
            <pc:docMk/>
            <pc:sldMk cId="2244858210" sldId="297"/>
            <ac:spMk id="3073" creationId="{00000000-0000-0000-0000-000000000000}"/>
          </ac:spMkLst>
        </pc:spChg>
      </pc:sldChg>
      <pc:sldChg chg="modSp mod">
        <pc:chgData name="Flore Bergerot (Student at CentraleSupelec)" userId="9b398b0d-bf0e-40df-a42f-ff8ce2c7c285" providerId="ADAL" clId="{9168BCB9-85C7-4D9D-AEC8-201F62D91F99}" dt="2023-03-27T12:18:13.556" v="145" actId="20577"/>
        <pc:sldMkLst>
          <pc:docMk/>
          <pc:sldMk cId="1324415087" sldId="306"/>
        </pc:sldMkLst>
        <pc:spChg chg="mod">
          <ac:chgData name="Flore Bergerot (Student at CentraleSupelec)" userId="9b398b0d-bf0e-40df-a42f-ff8ce2c7c285" providerId="ADAL" clId="{9168BCB9-85C7-4D9D-AEC8-201F62D91F99}" dt="2023-03-27T12:18:13.556" v="145" actId="20577"/>
          <ac:spMkLst>
            <pc:docMk/>
            <pc:sldMk cId="1324415087" sldId="306"/>
            <ac:spMk id="101" creationId="{00000000-0000-0000-0000-000000000000}"/>
          </ac:spMkLst>
        </pc:spChg>
      </pc:sldChg>
      <pc:sldChg chg="modSp ord">
        <pc:chgData name="Flore Bergerot (Student at CentraleSupelec)" userId="9b398b0d-bf0e-40df-a42f-ff8ce2c7c285" providerId="ADAL" clId="{9168BCB9-85C7-4D9D-AEC8-201F62D91F99}" dt="2023-03-27T12:21:55.709" v="189" actId="20577"/>
        <pc:sldMkLst>
          <pc:docMk/>
          <pc:sldMk cId="3895301309" sldId="310"/>
        </pc:sldMkLst>
        <pc:spChg chg="mod">
          <ac:chgData name="Flore Bergerot (Student at CentraleSupelec)" userId="9b398b0d-bf0e-40df-a42f-ff8ce2c7c285" providerId="ADAL" clId="{9168BCB9-85C7-4D9D-AEC8-201F62D91F99}" dt="2023-03-27T12:21:55.709" v="189" actId="20577"/>
          <ac:spMkLst>
            <pc:docMk/>
            <pc:sldMk cId="3895301309" sldId="310"/>
            <ac:spMk id="101" creationId="{00000000-0000-0000-0000-000000000000}"/>
          </ac:spMkLst>
        </pc:spChg>
      </pc:sldChg>
      <pc:sldChg chg="modSp mod">
        <pc:chgData name="Flore Bergerot (Student at CentraleSupelec)" userId="9b398b0d-bf0e-40df-a42f-ff8ce2c7c285" providerId="ADAL" clId="{9168BCB9-85C7-4D9D-AEC8-201F62D91F99}" dt="2023-03-27T12:21:22.702" v="173" actId="20577"/>
        <pc:sldMkLst>
          <pc:docMk/>
          <pc:sldMk cId="189499821" sldId="312"/>
        </pc:sldMkLst>
        <pc:spChg chg="mod">
          <ac:chgData name="Flore Bergerot (Student at CentraleSupelec)" userId="9b398b0d-bf0e-40df-a42f-ff8ce2c7c285" providerId="ADAL" clId="{9168BCB9-85C7-4D9D-AEC8-201F62D91F99}" dt="2023-03-27T12:21:22.702" v="173" actId="20577"/>
          <ac:spMkLst>
            <pc:docMk/>
            <pc:sldMk cId="189499821" sldId="312"/>
            <ac:spMk id="9" creationId="{3909E233-F596-CB67-5D39-4C5F5C85202C}"/>
          </ac:spMkLst>
        </pc:spChg>
      </pc:sldChg>
      <pc:sldChg chg="modSp mod">
        <pc:chgData name="Flore Bergerot (Student at CentraleSupelec)" userId="9b398b0d-bf0e-40df-a42f-ff8ce2c7c285" providerId="ADAL" clId="{9168BCB9-85C7-4D9D-AEC8-201F62D91F99}" dt="2023-03-27T12:21:11.629" v="166" actId="6549"/>
        <pc:sldMkLst>
          <pc:docMk/>
          <pc:sldMk cId="4013490876" sldId="313"/>
        </pc:sldMkLst>
        <pc:spChg chg="mod">
          <ac:chgData name="Flore Bergerot (Student at CentraleSupelec)" userId="9b398b0d-bf0e-40df-a42f-ff8ce2c7c285" providerId="ADAL" clId="{9168BCB9-85C7-4D9D-AEC8-201F62D91F99}" dt="2023-03-27T12:21:11.629" v="166" actId="6549"/>
          <ac:spMkLst>
            <pc:docMk/>
            <pc:sldMk cId="4013490876" sldId="313"/>
            <ac:spMk id="9" creationId="{3909E233-F596-CB67-5D39-4C5F5C85202C}"/>
          </ac:spMkLst>
        </pc:spChg>
      </pc:sldChg>
      <pc:sldChg chg="modSp">
        <pc:chgData name="Flore Bergerot (Student at CentraleSupelec)" userId="9b398b0d-bf0e-40df-a42f-ff8ce2c7c285" providerId="ADAL" clId="{9168BCB9-85C7-4D9D-AEC8-201F62D91F99}" dt="2023-03-27T12:51:31.426" v="499" actId="120"/>
        <pc:sldMkLst>
          <pc:docMk/>
          <pc:sldMk cId="716337515" sldId="315"/>
        </pc:sldMkLst>
        <pc:spChg chg="mod">
          <ac:chgData name="Flore Bergerot (Student at CentraleSupelec)" userId="9b398b0d-bf0e-40df-a42f-ff8ce2c7c285" providerId="ADAL" clId="{9168BCB9-85C7-4D9D-AEC8-201F62D91F99}" dt="2023-03-27T12:51:31.426" v="499" actId="120"/>
          <ac:spMkLst>
            <pc:docMk/>
            <pc:sldMk cId="716337515" sldId="315"/>
            <ac:spMk id="9" creationId="{3909E233-F596-CB67-5D39-4C5F5C85202C}"/>
          </ac:spMkLst>
        </pc:spChg>
      </pc:sldChg>
      <pc:sldChg chg="addSp delSp modSp new mod">
        <pc:chgData name="Flore Bergerot (Student at CentraleSupelec)" userId="9b398b0d-bf0e-40df-a42f-ff8ce2c7c285" providerId="ADAL" clId="{9168BCB9-85C7-4D9D-AEC8-201F62D91F99}" dt="2023-03-27T12:41:10.289" v="413" actId="20577"/>
        <pc:sldMkLst>
          <pc:docMk/>
          <pc:sldMk cId="25144930" sldId="316"/>
        </pc:sldMkLst>
        <pc:spChg chg="add mod">
          <ac:chgData name="Flore Bergerot (Student at CentraleSupelec)" userId="9b398b0d-bf0e-40df-a42f-ff8ce2c7c285" providerId="ADAL" clId="{9168BCB9-85C7-4D9D-AEC8-201F62D91F99}" dt="2023-03-27T12:41:10.289" v="413" actId="20577"/>
          <ac:spMkLst>
            <pc:docMk/>
            <pc:sldMk cId="25144930" sldId="316"/>
            <ac:spMk id="9" creationId="{ED910F47-CF7E-E1EB-7C8F-8D496639E3FD}"/>
          </ac:spMkLst>
        </pc:spChg>
        <pc:picChg chg="add del mod">
          <ac:chgData name="Flore Bergerot (Student at CentraleSupelec)" userId="9b398b0d-bf0e-40df-a42f-ff8ce2c7c285" providerId="ADAL" clId="{9168BCB9-85C7-4D9D-AEC8-201F62D91F99}" dt="2023-03-27T12:33:38.198" v="258" actId="478"/>
          <ac:picMkLst>
            <pc:docMk/>
            <pc:sldMk cId="25144930" sldId="316"/>
            <ac:picMk id="5" creationId="{7C422284-FB2D-323F-CCD7-43D204AA386D}"/>
          </ac:picMkLst>
        </pc:picChg>
        <pc:picChg chg="add mod">
          <ac:chgData name="Flore Bergerot (Student at CentraleSupelec)" userId="9b398b0d-bf0e-40df-a42f-ff8ce2c7c285" providerId="ADAL" clId="{9168BCB9-85C7-4D9D-AEC8-201F62D91F99}" dt="2023-03-27T12:39:46.091" v="359" actId="1076"/>
          <ac:picMkLst>
            <pc:docMk/>
            <pc:sldMk cId="25144930" sldId="316"/>
            <ac:picMk id="7" creationId="{0D626DDD-2844-B0E3-C17B-76B03E5D28DD}"/>
          </ac:picMkLst>
        </pc:picChg>
      </pc:sldChg>
      <pc:sldChg chg="modSp mod">
        <pc:chgData name="Flore Bergerot (Student at CentraleSupelec)" userId="9b398b0d-bf0e-40df-a42f-ff8ce2c7c285" providerId="ADAL" clId="{9168BCB9-85C7-4D9D-AEC8-201F62D91F99}" dt="2023-03-27T12:37:34.273" v="356" actId="20577"/>
        <pc:sldMkLst>
          <pc:docMk/>
          <pc:sldMk cId="538913974" sldId="317"/>
        </pc:sldMkLst>
        <pc:spChg chg="mod">
          <ac:chgData name="Flore Bergerot (Student at CentraleSupelec)" userId="9b398b0d-bf0e-40df-a42f-ff8ce2c7c285" providerId="ADAL" clId="{9168BCB9-85C7-4D9D-AEC8-201F62D91F99}" dt="2023-03-27T12:30:25.698" v="203" actId="20577"/>
          <ac:spMkLst>
            <pc:docMk/>
            <pc:sldMk cId="538913974" sldId="317"/>
            <ac:spMk id="2" creationId="{E5C11466-342A-872F-5135-0FB652B47AC0}"/>
          </ac:spMkLst>
        </pc:spChg>
        <pc:spChg chg="mod">
          <ac:chgData name="Flore Bergerot (Student at CentraleSupelec)" userId="9b398b0d-bf0e-40df-a42f-ff8ce2c7c285" providerId="ADAL" clId="{9168BCB9-85C7-4D9D-AEC8-201F62D91F99}" dt="2023-03-27T12:37:34.273" v="356" actId="20577"/>
          <ac:spMkLst>
            <pc:docMk/>
            <pc:sldMk cId="538913974" sldId="317"/>
            <ac:spMk id="9" creationId="{3909E233-F596-CB67-5D39-4C5F5C85202C}"/>
          </ac:spMkLst>
        </pc:spChg>
      </pc:sldChg>
      <pc:sldChg chg="addSp modSp mod">
        <pc:chgData name="Flore Bergerot (Student at CentraleSupelec)" userId="9b398b0d-bf0e-40df-a42f-ff8ce2c7c285" providerId="ADAL" clId="{9168BCB9-85C7-4D9D-AEC8-201F62D91F99}" dt="2023-03-27T12:57:13.652" v="618" actId="20577"/>
        <pc:sldMkLst>
          <pc:docMk/>
          <pc:sldMk cId="1781541367" sldId="320"/>
        </pc:sldMkLst>
        <pc:spChg chg="mod">
          <ac:chgData name="Flore Bergerot (Student at CentraleSupelec)" userId="9b398b0d-bf0e-40df-a42f-ff8ce2c7c285" providerId="ADAL" clId="{9168BCB9-85C7-4D9D-AEC8-201F62D91F99}" dt="2023-03-27T12:53:09.911" v="529" actId="20577"/>
          <ac:spMkLst>
            <pc:docMk/>
            <pc:sldMk cId="1781541367" sldId="320"/>
            <ac:spMk id="9" creationId="{3909E233-F596-CB67-5D39-4C5F5C85202C}"/>
          </ac:spMkLst>
        </pc:spChg>
        <pc:graphicFrameChg chg="add mod modGraphic">
          <ac:chgData name="Flore Bergerot (Student at CentraleSupelec)" userId="9b398b0d-bf0e-40df-a42f-ff8ce2c7c285" providerId="ADAL" clId="{9168BCB9-85C7-4D9D-AEC8-201F62D91F99}" dt="2023-03-27T12:57:13.652" v="618" actId="20577"/>
          <ac:graphicFrameMkLst>
            <pc:docMk/>
            <pc:sldMk cId="1781541367" sldId="320"/>
            <ac:graphicFrameMk id="3" creationId="{0D24DA9C-B253-366F-7E2D-FA5C27B4BFB5}"/>
          </ac:graphicFrameMkLst>
        </pc:graphicFrameChg>
        <pc:picChg chg="mod">
          <ac:chgData name="Flore Bergerot (Student at CentraleSupelec)" userId="9b398b0d-bf0e-40df-a42f-ff8ce2c7c285" providerId="ADAL" clId="{9168BCB9-85C7-4D9D-AEC8-201F62D91F99}" dt="2023-03-27T12:56:37.902" v="614" actId="1076"/>
          <ac:picMkLst>
            <pc:docMk/>
            <pc:sldMk cId="1781541367" sldId="320"/>
            <ac:picMk id="4" creationId="{F25DC8F7-E829-E8BC-A1CC-5534C6DA585A}"/>
          </ac:picMkLst>
        </pc:picChg>
      </pc:sldChg>
      <pc:sldChg chg="addSp modSp mod">
        <pc:chgData name="Flore Bergerot (Student at CentraleSupelec)" userId="9b398b0d-bf0e-40df-a42f-ff8ce2c7c285" providerId="ADAL" clId="{9168BCB9-85C7-4D9D-AEC8-201F62D91F99}" dt="2023-03-27T14:03:59.161" v="1470" actId="1076"/>
        <pc:sldMkLst>
          <pc:docMk/>
          <pc:sldMk cId="1510582457" sldId="321"/>
        </pc:sldMkLst>
        <pc:spChg chg="add mod">
          <ac:chgData name="Flore Bergerot (Student at CentraleSupelec)" userId="9b398b0d-bf0e-40df-a42f-ff8ce2c7c285" providerId="ADAL" clId="{9168BCB9-85C7-4D9D-AEC8-201F62D91F99}" dt="2023-03-27T14:03:59.161" v="1470" actId="1076"/>
          <ac:spMkLst>
            <pc:docMk/>
            <pc:sldMk cId="1510582457" sldId="321"/>
            <ac:spMk id="10" creationId="{4541368C-DF3B-CF81-F13B-985AE28110E2}"/>
          </ac:spMkLst>
        </pc:spChg>
        <pc:spChg chg="mod">
          <ac:chgData name="Flore Bergerot (Student at CentraleSupelec)" userId="9b398b0d-bf0e-40df-a42f-ff8ce2c7c285" providerId="ADAL" clId="{9168BCB9-85C7-4D9D-AEC8-201F62D91F99}" dt="2023-03-27T13:33:52.502" v="875" actId="1076"/>
          <ac:spMkLst>
            <pc:docMk/>
            <pc:sldMk cId="1510582457" sldId="321"/>
            <ac:spMk id="101" creationId="{00000000-0000-0000-0000-000000000000}"/>
          </ac:spMkLst>
        </pc:spChg>
        <pc:graphicFrameChg chg="add mod modGraphic">
          <ac:chgData name="Flore Bergerot (Student at CentraleSupelec)" userId="9b398b0d-bf0e-40df-a42f-ff8ce2c7c285" providerId="ADAL" clId="{9168BCB9-85C7-4D9D-AEC8-201F62D91F99}" dt="2023-03-27T13:54:22.244" v="1424"/>
          <ac:graphicFrameMkLst>
            <pc:docMk/>
            <pc:sldMk cId="1510582457" sldId="321"/>
            <ac:graphicFrameMk id="2" creationId="{32234DA4-3B80-86B7-D338-CECE6858CDFE}"/>
          </ac:graphicFrameMkLst>
        </pc:graphicFrameChg>
        <pc:picChg chg="add mod modCrop">
          <ac:chgData name="Flore Bergerot (Student at CentraleSupelec)" userId="9b398b0d-bf0e-40df-a42f-ff8ce2c7c285" providerId="ADAL" clId="{9168BCB9-85C7-4D9D-AEC8-201F62D91F99}" dt="2023-03-27T14:02:52.604" v="1437" actId="1076"/>
          <ac:picMkLst>
            <pc:docMk/>
            <pc:sldMk cId="1510582457" sldId="321"/>
            <ac:picMk id="3" creationId="{191E2D9D-B97A-E004-6D2D-2C7A46F6503B}"/>
          </ac:picMkLst>
        </pc:picChg>
        <pc:picChg chg="add mod modCrop">
          <ac:chgData name="Flore Bergerot (Student at CentraleSupelec)" userId="9b398b0d-bf0e-40df-a42f-ff8ce2c7c285" providerId="ADAL" clId="{9168BCB9-85C7-4D9D-AEC8-201F62D91F99}" dt="2023-03-27T14:03:20.070" v="1443" actId="1076"/>
          <ac:picMkLst>
            <pc:docMk/>
            <pc:sldMk cId="1510582457" sldId="321"/>
            <ac:picMk id="8" creationId="{BC1AD0B8-319E-4121-E0C7-D93494F6FB9A}"/>
          </ac:picMkLst>
        </pc:picChg>
        <pc:picChg chg="mod modCrop">
          <ac:chgData name="Flore Bergerot (Student at CentraleSupelec)" userId="9b398b0d-bf0e-40df-a42f-ff8ce2c7c285" providerId="ADAL" clId="{9168BCB9-85C7-4D9D-AEC8-201F62D91F99}" dt="2023-03-27T14:02:25.195" v="1431" actId="1076"/>
          <ac:picMkLst>
            <pc:docMk/>
            <pc:sldMk cId="1510582457" sldId="321"/>
            <ac:picMk id="9" creationId="{114F1C8D-2765-EF66-3147-3ABC57032357}"/>
          </ac:picMkLst>
        </pc:picChg>
      </pc:sldChg>
      <pc:sldChg chg="addSp modSp add mod ord">
        <pc:chgData name="Flore Bergerot (Student at CentraleSupelec)" userId="9b398b0d-bf0e-40df-a42f-ff8ce2c7c285" providerId="ADAL" clId="{9168BCB9-85C7-4D9D-AEC8-201F62D91F99}" dt="2023-03-27T14:32:09.094" v="1490"/>
        <pc:sldMkLst>
          <pc:docMk/>
          <pc:sldMk cId="2968194240" sldId="322"/>
        </pc:sldMkLst>
        <pc:spChg chg="add mod">
          <ac:chgData name="Flore Bergerot (Student at CentraleSupelec)" userId="9b398b0d-bf0e-40df-a42f-ff8ce2c7c285" providerId="ADAL" clId="{9168BCB9-85C7-4D9D-AEC8-201F62D91F99}" dt="2023-03-27T14:10:23.622" v="1486" actId="1076"/>
          <ac:spMkLst>
            <pc:docMk/>
            <pc:sldMk cId="2968194240" sldId="322"/>
            <ac:spMk id="9" creationId="{34661294-8FDE-40D3-B899-35182BDADB79}"/>
          </ac:spMkLst>
        </pc:spChg>
        <pc:graphicFrameChg chg="mod modGraphic">
          <ac:chgData name="Flore Bergerot (Student at CentraleSupelec)" userId="9b398b0d-bf0e-40df-a42f-ff8ce2c7c285" providerId="ADAL" clId="{9168BCB9-85C7-4D9D-AEC8-201F62D91F99}" dt="2023-03-27T13:45:54.210" v="1216" actId="20577"/>
          <ac:graphicFrameMkLst>
            <pc:docMk/>
            <pc:sldMk cId="2968194240" sldId="322"/>
            <ac:graphicFrameMk id="2" creationId="{32234DA4-3B80-86B7-D338-CECE6858CDFE}"/>
          </ac:graphicFrameMkLst>
        </pc:graphicFrameChg>
        <pc:picChg chg="add mod modCrop">
          <ac:chgData name="Flore Bergerot (Student at CentraleSupelec)" userId="9b398b0d-bf0e-40df-a42f-ff8ce2c7c285" providerId="ADAL" clId="{9168BCB9-85C7-4D9D-AEC8-201F62D91F99}" dt="2023-03-27T14:09:46.419" v="1479" actId="1076"/>
          <ac:picMkLst>
            <pc:docMk/>
            <pc:sldMk cId="2968194240" sldId="322"/>
            <ac:picMk id="3" creationId="{75F17911-FD43-C52D-365E-FF7578B9D9D5}"/>
          </ac:picMkLst>
        </pc:picChg>
        <pc:picChg chg="mod modCrop">
          <ac:chgData name="Flore Bergerot (Student at CentraleSupelec)" userId="9b398b0d-bf0e-40df-a42f-ff8ce2c7c285" providerId="ADAL" clId="{9168BCB9-85C7-4D9D-AEC8-201F62D91F99}" dt="2023-03-27T14:09:30.146" v="1476" actId="1076"/>
          <ac:picMkLst>
            <pc:docMk/>
            <pc:sldMk cId="2968194240" sldId="322"/>
            <ac:picMk id="4" creationId="{8780C8D2-4DA3-CAB5-A98E-7C3B9ABEECEC}"/>
          </ac:picMkLst>
        </pc:picChg>
        <pc:picChg chg="add mod modCrop">
          <ac:chgData name="Flore Bergerot (Student at CentraleSupelec)" userId="9b398b0d-bf0e-40df-a42f-ff8ce2c7c285" providerId="ADAL" clId="{9168BCB9-85C7-4D9D-AEC8-201F62D91F99}" dt="2023-03-27T14:10:10.967" v="1484" actId="1076"/>
          <ac:picMkLst>
            <pc:docMk/>
            <pc:sldMk cId="2968194240" sldId="322"/>
            <ac:picMk id="8" creationId="{6FEE86F5-C0A3-41A7-6771-6CDD51962E20}"/>
          </ac:picMkLst>
        </pc:picChg>
      </pc:sldChg>
      <pc:sldChg chg="modSp add mod ord">
        <pc:chgData name="Flore Bergerot (Student at CentraleSupelec)" userId="9b398b0d-bf0e-40df-a42f-ff8ce2c7c285" providerId="ADAL" clId="{9168BCB9-85C7-4D9D-AEC8-201F62D91F99}" dt="2023-03-27T14:32:05.120" v="1488"/>
        <pc:sldMkLst>
          <pc:docMk/>
          <pc:sldMk cId="316936772" sldId="323"/>
        </pc:sldMkLst>
        <pc:graphicFrameChg chg="mod modGraphic">
          <ac:chgData name="Flore Bergerot (Student at CentraleSupelec)" userId="9b398b0d-bf0e-40df-a42f-ff8ce2c7c285" providerId="ADAL" clId="{9168BCB9-85C7-4D9D-AEC8-201F62D91F99}" dt="2023-03-27T13:48:31.730" v="1420" actId="20577"/>
          <ac:graphicFrameMkLst>
            <pc:docMk/>
            <pc:sldMk cId="316936772" sldId="323"/>
            <ac:graphicFrameMk id="2" creationId="{32234DA4-3B80-86B7-D338-CECE6858CDFE}"/>
          </ac:graphicFrameMkLst>
        </pc:graphicFrameChg>
      </pc:sldChg>
    </pc:docChg>
  </pc:docChgLst>
  <pc:docChgLst>
    <pc:chgData name="Louis Dupont (Student at CentraleSupelec)" userId="687fdefc-11b0-4eb9-bd08-c0f42067fdf3" providerId="ADAL" clId="{C0CE8755-2171-493B-91BE-4968CCCDD070}"/>
    <pc:docChg chg="undo custSel addSld delSld modSld sldOrd">
      <pc:chgData name="Louis Dupont (Student at CentraleSupelec)" userId="687fdefc-11b0-4eb9-bd08-c0f42067fdf3" providerId="ADAL" clId="{C0CE8755-2171-493B-91BE-4968CCCDD070}" dt="2023-03-31T15:04:09.548" v="5388" actId="20577"/>
      <pc:docMkLst>
        <pc:docMk/>
      </pc:docMkLst>
      <pc:sldChg chg="addSp modSp mod">
        <pc:chgData name="Louis Dupont (Student at CentraleSupelec)" userId="687fdefc-11b0-4eb9-bd08-c0f42067fdf3" providerId="ADAL" clId="{C0CE8755-2171-493B-91BE-4968CCCDD070}" dt="2023-03-31T15:04:09.548" v="5388" actId="20577"/>
        <pc:sldMkLst>
          <pc:docMk/>
          <pc:sldMk cId="3827946629" sldId="257"/>
        </pc:sldMkLst>
        <pc:spChg chg="add mod">
          <ac:chgData name="Louis Dupont (Student at CentraleSupelec)" userId="687fdefc-11b0-4eb9-bd08-c0f42067fdf3" providerId="ADAL" clId="{C0CE8755-2171-493B-91BE-4968CCCDD070}" dt="2023-03-29T08:25:30.636" v="2331" actId="1035"/>
          <ac:spMkLst>
            <pc:docMk/>
            <pc:sldMk cId="3827946629" sldId="257"/>
            <ac:spMk id="2" creationId="{D344C1B6-33D4-4000-5A19-F4CA9E8073CA}"/>
          </ac:spMkLst>
        </pc:spChg>
        <pc:spChg chg="mod">
          <ac:chgData name="Louis Dupont (Student at CentraleSupelec)" userId="687fdefc-11b0-4eb9-bd08-c0f42067fdf3" providerId="ADAL" clId="{C0CE8755-2171-493B-91BE-4968CCCDD070}" dt="2023-03-31T15:04:09.548" v="5388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addSp modSp">
        <pc:chgData name="Louis Dupont (Student at CentraleSupelec)" userId="687fdefc-11b0-4eb9-bd08-c0f42067fdf3" providerId="ADAL" clId="{C0CE8755-2171-493B-91BE-4968CCCDD070}" dt="2023-03-29T08:26:42.932" v="2373"/>
        <pc:sldMkLst>
          <pc:docMk/>
          <pc:sldMk cId="0" sldId="267"/>
        </pc:sldMkLst>
        <pc:spChg chg="add mod">
          <ac:chgData name="Louis Dupont (Student at CentraleSupelec)" userId="687fdefc-11b0-4eb9-bd08-c0f42067fdf3" providerId="ADAL" clId="{C0CE8755-2171-493B-91BE-4968CCCDD070}" dt="2023-03-29T08:26:42.932" v="2373"/>
          <ac:spMkLst>
            <pc:docMk/>
            <pc:sldMk cId="0" sldId="267"/>
            <ac:spMk id="2" creationId="{E7860819-971E-BAD6-6A18-9CA803C8CEB2}"/>
          </ac:spMkLst>
        </pc:spChg>
      </pc:sldChg>
      <pc:sldChg chg="del">
        <pc:chgData name="Louis Dupont (Student at CentraleSupelec)" userId="687fdefc-11b0-4eb9-bd08-c0f42067fdf3" providerId="ADAL" clId="{C0CE8755-2171-493B-91BE-4968CCCDD070}" dt="2023-03-29T07:09:59.176" v="316" actId="47"/>
        <pc:sldMkLst>
          <pc:docMk/>
          <pc:sldMk cId="2940396715" sldId="290"/>
        </pc:sldMkLst>
      </pc:sldChg>
      <pc:sldChg chg="addSp modSp">
        <pc:chgData name="Louis Dupont (Student at CentraleSupelec)" userId="687fdefc-11b0-4eb9-bd08-c0f42067fdf3" providerId="ADAL" clId="{C0CE8755-2171-493B-91BE-4968CCCDD070}" dt="2023-03-29T08:26:07.260" v="2351"/>
        <pc:sldMkLst>
          <pc:docMk/>
          <pc:sldMk cId="709355255" sldId="291"/>
        </pc:sldMkLst>
        <pc:spChg chg="add mod">
          <ac:chgData name="Louis Dupont (Student at CentraleSupelec)" userId="687fdefc-11b0-4eb9-bd08-c0f42067fdf3" providerId="ADAL" clId="{C0CE8755-2171-493B-91BE-4968CCCDD070}" dt="2023-03-29T08:26:07.260" v="2351"/>
          <ac:spMkLst>
            <pc:docMk/>
            <pc:sldMk cId="709355255" sldId="291"/>
            <ac:spMk id="2" creationId="{EBA1D77D-D071-2B5A-0674-FB38AB35A8D7}"/>
          </ac:spMkLst>
        </pc:spChg>
      </pc:sldChg>
      <pc:sldChg chg="addSp delSp modSp add mod">
        <pc:chgData name="Louis Dupont (Student at CentraleSupelec)" userId="687fdefc-11b0-4eb9-bd08-c0f42067fdf3" providerId="ADAL" clId="{C0CE8755-2171-493B-91BE-4968CCCDD070}" dt="2023-03-31T12:52:34.246" v="5045" actId="20577"/>
        <pc:sldMkLst>
          <pc:docMk/>
          <pc:sldMk cId="336249700" sldId="292"/>
        </pc:sldMkLst>
        <pc:spChg chg="add mod">
          <ac:chgData name="Louis Dupont (Student at CentraleSupelec)" userId="687fdefc-11b0-4eb9-bd08-c0f42067fdf3" providerId="ADAL" clId="{C0CE8755-2171-493B-91BE-4968CCCDD070}" dt="2023-03-31T12:52:34.246" v="5045" actId="20577"/>
          <ac:spMkLst>
            <pc:docMk/>
            <pc:sldMk cId="336249700" sldId="292"/>
            <ac:spMk id="3" creationId="{6E7953DA-BF19-1CF5-BF69-67D20775C3C8}"/>
          </ac:spMkLst>
        </pc:spChg>
        <pc:spChg chg="del mod">
          <ac:chgData name="Louis Dupont (Student at CentraleSupelec)" userId="687fdefc-11b0-4eb9-bd08-c0f42067fdf3" providerId="ADAL" clId="{C0CE8755-2171-493B-91BE-4968CCCDD070}" dt="2023-03-29T07:12:19.061" v="358"/>
          <ac:spMkLst>
            <pc:docMk/>
            <pc:sldMk cId="336249700" sldId="292"/>
            <ac:spMk id="9" creationId="{C8559B66-6D79-F3FB-9CB9-12A9C5444E36}"/>
          </ac:spMkLst>
        </pc:spChg>
        <pc:spChg chg="del mod">
          <ac:chgData name="Louis Dupont (Student at CentraleSupelec)" userId="687fdefc-11b0-4eb9-bd08-c0f42067fdf3" providerId="ADAL" clId="{C0CE8755-2171-493B-91BE-4968CCCDD070}" dt="2023-03-29T07:12:19.061" v="356" actId="478"/>
          <ac:spMkLst>
            <pc:docMk/>
            <pc:sldMk cId="336249700" sldId="292"/>
            <ac:spMk id="10" creationId="{3BDCD7AA-3669-208D-3B04-55484265B2F9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19:00.969" v="597" actId="14100"/>
          <ac:spMkLst>
            <pc:docMk/>
            <pc:sldMk cId="336249700" sldId="292"/>
            <ac:spMk id="20" creationId="{31D6BBD8-0F94-7AC3-78AA-A49DD9A73526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5:56.658" v="2345"/>
          <ac:spMkLst>
            <pc:docMk/>
            <pc:sldMk cId="336249700" sldId="292"/>
            <ac:spMk id="21" creationId="{976847F2-B29E-ECE7-EB3D-F27C0DAF3F97}"/>
          </ac:spMkLst>
        </pc:spChg>
        <pc:spChg chg="mod">
          <ac:chgData name="Louis Dupont (Student at CentraleSupelec)" userId="687fdefc-11b0-4eb9-bd08-c0f42067fdf3" providerId="ADAL" clId="{C0CE8755-2171-493B-91BE-4968CCCDD070}" dt="2023-03-29T07:16:42.170" v="562" actId="6549"/>
          <ac:spMkLst>
            <pc:docMk/>
            <pc:sldMk cId="336249700" sldId="292"/>
            <ac:spMk id="101" creationId="{00000000-0000-0000-0000-000000000000}"/>
          </ac:spMkLst>
        </pc:spChg>
        <pc:picChg chg="mod modCrop">
          <ac:chgData name="Louis Dupont (Student at CentraleSupelec)" userId="687fdefc-11b0-4eb9-bd08-c0f42067fdf3" providerId="ADAL" clId="{C0CE8755-2171-493B-91BE-4968CCCDD070}" dt="2023-03-29T07:16:02.570" v="550" actId="1076"/>
          <ac:picMkLst>
            <pc:docMk/>
            <pc:sldMk cId="336249700" sldId="292"/>
            <ac:picMk id="2" creationId="{789DFE6A-E433-C7F6-AE5A-0AF9F15FB675}"/>
          </ac:picMkLst>
        </pc:picChg>
        <pc:picChg chg="del">
          <ac:chgData name="Louis Dupont (Student at CentraleSupelec)" userId="687fdefc-11b0-4eb9-bd08-c0f42067fdf3" providerId="ADAL" clId="{C0CE8755-2171-493B-91BE-4968CCCDD070}" dt="2023-03-29T07:12:08.252" v="352" actId="478"/>
          <ac:picMkLst>
            <pc:docMk/>
            <pc:sldMk cId="336249700" sldId="292"/>
            <ac:picMk id="3" creationId="{B355A8B6-C10A-86E7-F77F-7784B0266A0B}"/>
          </ac:picMkLst>
        </pc:picChg>
        <pc:picChg chg="add mod">
          <ac:chgData name="Louis Dupont (Student at CentraleSupelec)" userId="687fdefc-11b0-4eb9-bd08-c0f42067fdf3" providerId="ADAL" clId="{C0CE8755-2171-493B-91BE-4968CCCDD070}" dt="2023-03-29T07:15:54.847" v="529" actId="1036"/>
          <ac:picMkLst>
            <pc:docMk/>
            <pc:sldMk cId="336249700" sldId="292"/>
            <ac:picMk id="4" creationId="{0A88691F-0E10-7E35-98E3-E01BBD3F8329}"/>
          </ac:picMkLst>
        </pc:picChg>
        <pc:picChg chg="add mod">
          <ac:chgData name="Louis Dupont (Student at CentraleSupelec)" userId="687fdefc-11b0-4eb9-bd08-c0f42067fdf3" providerId="ADAL" clId="{C0CE8755-2171-493B-91BE-4968CCCDD070}" dt="2023-03-29T07:15:54.847" v="529" actId="1036"/>
          <ac:picMkLst>
            <pc:docMk/>
            <pc:sldMk cId="336249700" sldId="292"/>
            <ac:picMk id="8" creationId="{C9F7BB90-B01B-C6EB-0FA2-9FEDA92175D3}"/>
          </ac:picMkLst>
        </pc:picChg>
        <pc:picChg chg="mod">
          <ac:chgData name="Louis Dupont (Student at CentraleSupelec)" userId="687fdefc-11b0-4eb9-bd08-c0f42067fdf3" providerId="ADAL" clId="{C0CE8755-2171-493B-91BE-4968CCCDD070}" dt="2023-03-29T07:15:54.847" v="529" actId="1036"/>
          <ac:picMkLst>
            <pc:docMk/>
            <pc:sldMk cId="336249700" sldId="292"/>
            <ac:picMk id="11" creationId="{5B35F8D9-C810-91B6-995D-A9B161C870E3}"/>
          </ac:picMkLst>
        </pc:picChg>
        <pc:picChg chg="add mod">
          <ac:chgData name="Louis Dupont (Student at CentraleSupelec)" userId="687fdefc-11b0-4eb9-bd08-c0f42067fdf3" providerId="ADAL" clId="{C0CE8755-2171-493B-91BE-4968CCCDD070}" dt="2023-03-29T07:18:53.471" v="594" actId="1076"/>
          <ac:picMkLst>
            <pc:docMk/>
            <pc:sldMk cId="336249700" sldId="292"/>
            <ac:picMk id="12" creationId="{6713F1ED-0374-48E8-5BE7-49FCBED1C17D}"/>
          </ac:picMkLst>
        </pc:picChg>
        <pc:cxnChg chg="add mod">
          <ac:chgData name="Louis Dupont (Student at CentraleSupelec)" userId="687fdefc-11b0-4eb9-bd08-c0f42067fdf3" providerId="ADAL" clId="{C0CE8755-2171-493B-91BE-4968CCCDD070}" dt="2023-03-29T07:17:20.318" v="568" actId="14100"/>
          <ac:cxnSpMkLst>
            <pc:docMk/>
            <pc:sldMk cId="336249700" sldId="292"/>
            <ac:cxnSpMk id="14" creationId="{72603376-F454-E639-85CB-8044F3590084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17:34.703" v="572" actId="208"/>
          <ac:cxnSpMkLst>
            <pc:docMk/>
            <pc:sldMk cId="336249700" sldId="292"/>
            <ac:cxnSpMk id="17" creationId="{E3A9719A-A670-2990-BEEE-CA278F2BFC4A}"/>
          </ac:cxnSpMkLst>
        </pc:cxnChg>
      </pc:sldChg>
      <pc:sldChg chg="add del">
        <pc:chgData name="Louis Dupont (Student at CentraleSupelec)" userId="687fdefc-11b0-4eb9-bd08-c0f42067fdf3" providerId="ADAL" clId="{C0CE8755-2171-493B-91BE-4968CCCDD070}" dt="2023-03-29T07:04:35.002" v="67" actId="2696"/>
        <pc:sldMkLst>
          <pc:docMk/>
          <pc:sldMk cId="1746474584" sldId="295"/>
        </pc:sldMkLst>
      </pc:sldChg>
      <pc:sldChg chg="addSp modSp add">
        <pc:chgData name="Louis Dupont (Student at CentraleSupelec)" userId="687fdefc-11b0-4eb9-bd08-c0f42067fdf3" providerId="ADAL" clId="{C0CE8755-2171-493B-91BE-4968CCCDD070}" dt="2023-03-29T08:26:44.903" v="2374"/>
        <pc:sldMkLst>
          <pc:docMk/>
          <pc:sldMk cId="3740139115" sldId="295"/>
        </pc:sldMkLst>
        <pc:spChg chg="add mod">
          <ac:chgData name="Louis Dupont (Student at CentraleSupelec)" userId="687fdefc-11b0-4eb9-bd08-c0f42067fdf3" providerId="ADAL" clId="{C0CE8755-2171-493B-91BE-4968CCCDD070}" dt="2023-03-29T08:26:44.903" v="2374"/>
          <ac:spMkLst>
            <pc:docMk/>
            <pc:sldMk cId="3740139115" sldId="295"/>
            <ac:spMk id="7" creationId="{31FDC327-ED95-8E03-BAD2-F4D298C1A657}"/>
          </ac:spMkLst>
        </pc:spChg>
      </pc:sldChg>
      <pc:sldChg chg="del">
        <pc:chgData name="Louis Dupont (Student at CentraleSupelec)" userId="687fdefc-11b0-4eb9-bd08-c0f42067fdf3" providerId="ADAL" clId="{C0CE8755-2171-493B-91BE-4968CCCDD070}" dt="2023-03-29T07:10:29.685" v="317" actId="47"/>
        <pc:sldMkLst>
          <pc:docMk/>
          <pc:sldMk cId="1696878768" sldId="296"/>
        </pc:sldMkLst>
      </pc:sldChg>
      <pc:sldChg chg="delSp add del mod">
        <pc:chgData name="Louis Dupont (Student at CentraleSupelec)" userId="687fdefc-11b0-4eb9-bd08-c0f42067fdf3" providerId="ADAL" clId="{C0CE8755-2171-493B-91BE-4968CCCDD070}" dt="2023-03-29T07:23:53.935" v="740" actId="47"/>
        <pc:sldMkLst>
          <pc:docMk/>
          <pc:sldMk cId="1074937383" sldId="297"/>
        </pc:sldMkLst>
        <pc:spChg chg="del">
          <ac:chgData name="Louis Dupont (Student at CentraleSupelec)" userId="687fdefc-11b0-4eb9-bd08-c0f42067fdf3" providerId="ADAL" clId="{C0CE8755-2171-493B-91BE-4968CCCDD070}" dt="2023-03-29T07:19:48.511" v="635" actId="478"/>
          <ac:spMkLst>
            <pc:docMk/>
            <pc:sldMk cId="1074937383" sldId="297"/>
            <ac:spMk id="2" creationId="{3CFEBC37-7D26-5AC1-AEC4-C53866758D57}"/>
          </ac:spMkLst>
        </pc:spChg>
        <pc:spChg chg="del">
          <ac:chgData name="Louis Dupont (Student at CentraleSupelec)" userId="687fdefc-11b0-4eb9-bd08-c0f42067fdf3" providerId="ADAL" clId="{C0CE8755-2171-493B-91BE-4968CCCDD070}" dt="2023-03-29T07:19:51.382" v="636" actId="478"/>
          <ac:spMkLst>
            <pc:docMk/>
            <pc:sldMk cId="1074937383" sldId="297"/>
            <ac:spMk id="3" creationId="{4724D51E-58F1-F09C-5B9D-58857604B002}"/>
          </ac:spMkLst>
        </pc:spChg>
        <pc:picChg chg="del">
          <ac:chgData name="Louis Dupont (Student at CentraleSupelec)" userId="687fdefc-11b0-4eb9-bd08-c0f42067fdf3" providerId="ADAL" clId="{C0CE8755-2171-493B-91BE-4968CCCDD070}" dt="2023-03-29T07:19:12.625" v="598" actId="478"/>
          <ac:picMkLst>
            <pc:docMk/>
            <pc:sldMk cId="1074937383" sldId="297"/>
            <ac:picMk id="18" creationId="{82A39B1F-3CCA-D3C2-D89D-B8D11B4B912F}"/>
          </ac:picMkLst>
        </pc:picChg>
        <pc:cxnChg chg="del">
          <ac:chgData name="Louis Dupont (Student at CentraleSupelec)" userId="687fdefc-11b0-4eb9-bd08-c0f42067fdf3" providerId="ADAL" clId="{C0CE8755-2171-493B-91BE-4968CCCDD070}" dt="2023-03-29T07:19:45.193" v="634" actId="478"/>
          <ac:cxnSpMkLst>
            <pc:docMk/>
            <pc:sldMk cId="1074937383" sldId="297"/>
            <ac:cxnSpMk id="44" creationId="{BF0E5B75-A821-23A8-866D-74465998FC36}"/>
          </ac:cxnSpMkLst>
        </pc:cxnChg>
      </pc:sldChg>
      <pc:sldChg chg="add del">
        <pc:chgData name="Louis Dupont (Student at CentraleSupelec)" userId="687fdefc-11b0-4eb9-bd08-c0f42067fdf3" providerId="ADAL" clId="{C0CE8755-2171-493B-91BE-4968CCCDD070}" dt="2023-03-29T07:15:10.008" v="483" actId="47"/>
        <pc:sldMkLst>
          <pc:docMk/>
          <pc:sldMk cId="993672920" sldId="298"/>
        </pc:sldMkLst>
      </pc:sldChg>
      <pc:sldChg chg="add del">
        <pc:chgData name="Louis Dupont (Student at CentraleSupelec)" userId="687fdefc-11b0-4eb9-bd08-c0f42067fdf3" providerId="ADAL" clId="{C0CE8755-2171-493B-91BE-4968CCCDD070}" dt="2023-03-29T07:15:10.008" v="483" actId="47"/>
        <pc:sldMkLst>
          <pc:docMk/>
          <pc:sldMk cId="2409928205" sldId="299"/>
        </pc:sldMkLst>
      </pc:sldChg>
      <pc:sldChg chg="addSp modSp add">
        <pc:chgData name="Louis Dupont (Student at CentraleSupelec)" userId="687fdefc-11b0-4eb9-bd08-c0f42067fdf3" providerId="ADAL" clId="{C0CE8755-2171-493B-91BE-4968CCCDD070}" dt="2023-03-29T08:26:04.708" v="2349"/>
        <pc:sldMkLst>
          <pc:docMk/>
          <pc:sldMk cId="3936243768" sldId="300"/>
        </pc:sldMkLst>
        <pc:spChg chg="add mod">
          <ac:chgData name="Louis Dupont (Student at CentraleSupelec)" userId="687fdefc-11b0-4eb9-bd08-c0f42067fdf3" providerId="ADAL" clId="{C0CE8755-2171-493B-91BE-4968CCCDD070}" dt="2023-03-29T08:26:04.708" v="2349"/>
          <ac:spMkLst>
            <pc:docMk/>
            <pc:sldMk cId="3936243768" sldId="300"/>
            <ac:spMk id="5" creationId="{DFB5ECAA-7B76-C679-B568-4DE85FE67798}"/>
          </ac:spMkLst>
        </pc:spChg>
      </pc:sldChg>
      <pc:sldChg chg="addSp modSp add mod">
        <pc:chgData name="Louis Dupont (Student at CentraleSupelec)" userId="687fdefc-11b0-4eb9-bd08-c0f42067fdf3" providerId="ADAL" clId="{C0CE8755-2171-493B-91BE-4968CCCDD070}" dt="2023-03-29T08:34:56.476" v="2685" actId="14100"/>
        <pc:sldMkLst>
          <pc:docMk/>
          <pc:sldMk cId="348548755" sldId="301"/>
        </pc:sldMkLst>
        <pc:spChg chg="add mod">
          <ac:chgData name="Louis Dupont (Student at CentraleSupelec)" userId="687fdefc-11b0-4eb9-bd08-c0f42067fdf3" providerId="ADAL" clId="{C0CE8755-2171-493B-91BE-4968CCCDD070}" dt="2023-03-29T08:26:05.953" v="2350"/>
          <ac:spMkLst>
            <pc:docMk/>
            <pc:sldMk cId="348548755" sldId="301"/>
            <ac:spMk id="5" creationId="{31FAD628-91B4-E009-5112-C814465BA72C}"/>
          </ac:spMkLst>
        </pc:spChg>
        <pc:spChg chg="mod">
          <ac:chgData name="Louis Dupont (Student at CentraleSupelec)" userId="687fdefc-11b0-4eb9-bd08-c0f42067fdf3" providerId="ADAL" clId="{C0CE8755-2171-493B-91BE-4968CCCDD070}" dt="2023-03-29T08:34:56.476" v="2685" actId="14100"/>
          <ac:spMkLst>
            <pc:docMk/>
            <pc:sldMk cId="348548755" sldId="301"/>
            <ac:spMk id="14" creationId="{C4C9A205-2A6C-AAB9-03AD-91CA64A7D9F0}"/>
          </ac:spMkLst>
        </pc:spChg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1921551548" sldId="302"/>
        </pc:sldMkLst>
        <pc:spChg chg="add mod">
          <ac:chgData name="Louis Dupont (Student at CentraleSupelec)" userId="687fdefc-11b0-4eb9-bd08-c0f42067fdf3" providerId="ADAL" clId="{C0CE8755-2171-493B-91BE-4968CCCDD070}" dt="2023-03-29T08:25:49.612" v="2341"/>
          <ac:spMkLst>
            <pc:docMk/>
            <pc:sldMk cId="1921551548" sldId="302"/>
            <ac:spMk id="2" creationId="{A3055514-2145-620C-9D38-308F686E58B9}"/>
          </ac:spMkLst>
        </pc:spChg>
      </pc:sldChg>
      <pc:sldChg chg="addSp modSp add del mod">
        <pc:chgData name="Louis Dupont (Student at CentraleSupelec)" userId="687fdefc-11b0-4eb9-bd08-c0f42067fdf3" providerId="ADAL" clId="{C0CE8755-2171-493B-91BE-4968CCCDD070}" dt="2023-03-31T07:47:12.865" v="4484" actId="6549"/>
        <pc:sldMkLst>
          <pc:docMk/>
          <pc:sldMk cId="3159682686" sldId="303"/>
        </pc:sldMkLst>
        <pc:spChg chg="add mod">
          <ac:chgData name="Louis Dupont (Student at CentraleSupelec)" userId="687fdefc-11b0-4eb9-bd08-c0f42067fdf3" providerId="ADAL" clId="{C0CE8755-2171-493B-91BE-4968CCCDD070}" dt="2023-03-29T08:25:39.553" v="2335"/>
          <ac:spMkLst>
            <pc:docMk/>
            <pc:sldMk cId="3159682686" sldId="303"/>
            <ac:spMk id="2" creationId="{14D87CD9-698F-14F7-A3AE-F6E59E670307}"/>
          </ac:spMkLst>
        </pc:spChg>
        <pc:spChg chg="mod">
          <ac:chgData name="Louis Dupont (Student at CentraleSupelec)" userId="687fdefc-11b0-4eb9-bd08-c0f42067fdf3" providerId="ADAL" clId="{C0CE8755-2171-493B-91BE-4968CCCDD070}" dt="2023-03-31T07:45:58.693" v="4367" actId="20577"/>
          <ac:spMkLst>
            <pc:docMk/>
            <pc:sldMk cId="3159682686" sldId="303"/>
            <ac:spMk id="15" creationId="{A32C3105-E71E-50BF-5D53-33163DB6811D}"/>
          </ac:spMkLst>
        </pc:spChg>
        <pc:spChg chg="mod">
          <ac:chgData name="Louis Dupont (Student at CentraleSupelec)" userId="687fdefc-11b0-4eb9-bd08-c0f42067fdf3" providerId="ADAL" clId="{C0CE8755-2171-493B-91BE-4968CCCDD070}" dt="2023-03-31T07:46:02.879" v="4368" actId="1076"/>
          <ac:spMkLst>
            <pc:docMk/>
            <pc:sldMk cId="3159682686" sldId="303"/>
            <ac:spMk id="17" creationId="{93E948FA-2F7E-CDDA-DF01-E1E80DD73315}"/>
          </ac:spMkLst>
        </pc:spChg>
        <pc:spChg chg="mod">
          <ac:chgData name="Louis Dupont (Student at CentraleSupelec)" userId="687fdefc-11b0-4eb9-bd08-c0f42067fdf3" providerId="ADAL" clId="{C0CE8755-2171-493B-91BE-4968CCCDD070}" dt="2023-03-31T07:47:12.865" v="4484" actId="6549"/>
          <ac:spMkLst>
            <pc:docMk/>
            <pc:sldMk cId="3159682686" sldId="303"/>
            <ac:spMk id="101" creationId="{00000000-0000-0000-0000-000000000000}"/>
          </ac:spMkLst>
        </pc:spChg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595686206" sldId="304"/>
        </pc:sldMkLst>
        <pc:spChg chg="add mod">
          <ac:chgData name="Louis Dupont (Student at CentraleSupelec)" userId="687fdefc-11b0-4eb9-bd08-c0f42067fdf3" providerId="ADAL" clId="{C0CE8755-2171-493B-91BE-4968CCCDD070}" dt="2023-03-29T08:25:44.726" v="2338"/>
          <ac:spMkLst>
            <pc:docMk/>
            <pc:sldMk cId="595686206" sldId="304"/>
            <ac:spMk id="3" creationId="{D135C0CD-9209-BA0D-6AC2-818A8CA9A735}"/>
          </ac:spMkLst>
        </pc:spChg>
      </pc:sldChg>
      <pc:sldChg chg="addSp modSp mod">
        <pc:chgData name="Louis Dupont (Student at CentraleSupelec)" userId="687fdefc-11b0-4eb9-bd08-c0f42067fdf3" providerId="ADAL" clId="{C0CE8755-2171-493B-91BE-4968CCCDD070}" dt="2023-03-29T08:26:11.234" v="2354"/>
        <pc:sldMkLst>
          <pc:docMk/>
          <pc:sldMk cId="3718380089" sldId="305"/>
        </pc:sldMkLst>
        <pc:spChg chg="add mod">
          <ac:chgData name="Louis Dupont (Student at CentraleSupelec)" userId="687fdefc-11b0-4eb9-bd08-c0f42067fdf3" providerId="ADAL" clId="{C0CE8755-2171-493B-91BE-4968CCCDD070}" dt="2023-03-29T08:02:12.178" v="1733" actId="1076"/>
          <ac:spMkLst>
            <pc:docMk/>
            <pc:sldMk cId="3718380089" sldId="305"/>
            <ac:spMk id="2" creationId="{49D20658-796B-C444-887C-E3A7AE8B3CE0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02:12.178" v="1733" actId="1076"/>
          <ac:spMkLst>
            <pc:docMk/>
            <pc:sldMk cId="3718380089" sldId="305"/>
            <ac:spMk id="4" creationId="{AE2E47DE-FECC-C41E-6FCD-BE2420A40DAA}"/>
          </ac:spMkLst>
        </pc:spChg>
        <pc:spChg chg="mod">
          <ac:chgData name="Louis Dupont (Student at CentraleSupelec)" userId="687fdefc-11b0-4eb9-bd08-c0f42067fdf3" providerId="ADAL" clId="{C0CE8755-2171-493B-91BE-4968CCCDD070}" dt="2023-03-29T08:02:22.701" v="1738" actId="6549"/>
          <ac:spMkLst>
            <pc:docMk/>
            <pc:sldMk cId="3718380089" sldId="305"/>
            <ac:spMk id="9" creationId="{3909E233-F596-CB67-5D39-4C5F5C85202C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04:21.044" v="1774" actId="3064"/>
          <ac:spMkLst>
            <pc:docMk/>
            <pc:sldMk cId="3718380089" sldId="305"/>
            <ac:spMk id="10" creationId="{2AC100D7-5527-7AFD-A2A1-1A0225623EEC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04:26.751" v="1776" actId="3064"/>
          <ac:spMkLst>
            <pc:docMk/>
            <pc:sldMk cId="3718380089" sldId="305"/>
            <ac:spMk id="11" creationId="{93605C91-15F6-429C-4DB1-C7C084967576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11.234" v="2354"/>
          <ac:spMkLst>
            <pc:docMk/>
            <pc:sldMk cId="3718380089" sldId="305"/>
            <ac:spMk id="12" creationId="{2E24A6E0-EA88-3EBC-8A79-0514E7B33A89}"/>
          </ac:spMkLst>
        </pc:spChg>
        <pc:picChg chg="mod">
          <ac:chgData name="Louis Dupont (Student at CentraleSupelec)" userId="687fdefc-11b0-4eb9-bd08-c0f42067fdf3" providerId="ADAL" clId="{C0CE8755-2171-493B-91BE-4968CCCDD070}" dt="2023-03-29T08:02:12.178" v="1733" actId="1076"/>
          <ac:picMkLst>
            <pc:docMk/>
            <pc:sldMk cId="3718380089" sldId="305"/>
            <ac:picMk id="3" creationId="{A638DD00-547D-59ED-FDEF-2DDA83767994}"/>
          </ac:picMkLst>
        </pc:picChg>
        <pc:picChg chg="add mod">
          <ac:chgData name="Louis Dupont (Student at CentraleSupelec)" userId="687fdefc-11b0-4eb9-bd08-c0f42067fdf3" providerId="ADAL" clId="{C0CE8755-2171-493B-91BE-4968CCCDD070}" dt="2023-03-29T08:02:17.727" v="1736" actId="1076"/>
          <ac:picMkLst>
            <pc:docMk/>
            <pc:sldMk cId="3718380089" sldId="305"/>
            <ac:picMk id="8" creationId="{A9813C41-F403-E73B-E4E2-DE16B741ED86}"/>
          </ac:picMkLst>
        </pc:picChg>
      </pc:sldChg>
      <pc:sldChg chg="addSp modSp mod ord modShow">
        <pc:chgData name="Louis Dupont (Student at CentraleSupelec)" userId="687fdefc-11b0-4eb9-bd08-c0f42067fdf3" providerId="ADAL" clId="{C0CE8755-2171-493B-91BE-4968CCCDD070}" dt="2023-03-31T07:42:31.060" v="4337"/>
        <pc:sldMkLst>
          <pc:docMk/>
          <pc:sldMk cId="1324415087" sldId="306"/>
        </pc:sldMkLst>
        <pc:spChg chg="add mod">
          <ac:chgData name="Louis Dupont (Student at CentraleSupelec)" userId="687fdefc-11b0-4eb9-bd08-c0f42067fdf3" providerId="ADAL" clId="{C0CE8755-2171-493B-91BE-4968CCCDD070}" dt="2023-03-29T08:26:29.232" v="2366"/>
          <ac:spMkLst>
            <pc:docMk/>
            <pc:sldMk cId="1324415087" sldId="306"/>
            <ac:spMk id="3" creationId="{E0C34938-5C9C-2827-BA78-028C3CF36830}"/>
          </ac:spMkLst>
        </pc:spChg>
        <pc:spChg chg="mod">
          <ac:chgData name="Louis Dupont (Student at CentraleSupelec)" userId="687fdefc-11b0-4eb9-bd08-c0f42067fdf3" providerId="ADAL" clId="{C0CE8755-2171-493B-91BE-4968CCCDD070}" dt="2023-03-29T08:27:31.423" v="2450" actId="20577"/>
          <ac:spMkLst>
            <pc:docMk/>
            <pc:sldMk cId="1324415087" sldId="306"/>
            <ac:spMk id="101" creationId="{00000000-0000-0000-0000-000000000000}"/>
          </ac:spMkLst>
        </pc:spChg>
        <pc:picChg chg="add mod">
          <ac:chgData name="Louis Dupont (Student at CentraleSupelec)" userId="687fdefc-11b0-4eb9-bd08-c0f42067fdf3" providerId="ADAL" clId="{C0CE8755-2171-493B-91BE-4968CCCDD070}" dt="2023-03-29T08:27:35.904" v="2452" actId="1076"/>
          <ac:picMkLst>
            <pc:docMk/>
            <pc:sldMk cId="1324415087" sldId="306"/>
            <ac:picMk id="2" creationId="{41537763-4480-CA8D-DC4C-544ABCE1AC0D}"/>
          </ac:picMkLst>
        </pc:picChg>
      </pc:sldChg>
      <pc:sldChg chg="addSp delSp modSp mod ord modShow">
        <pc:chgData name="Louis Dupont (Student at CentraleSupelec)" userId="687fdefc-11b0-4eb9-bd08-c0f42067fdf3" providerId="ADAL" clId="{C0CE8755-2171-493B-91BE-4968CCCDD070}" dt="2023-03-31T07:42:31.060" v="4337"/>
        <pc:sldMkLst>
          <pc:docMk/>
          <pc:sldMk cId="3702024288" sldId="307"/>
        </pc:sldMkLst>
        <pc:spChg chg="mod">
          <ac:chgData name="Louis Dupont (Student at CentraleSupelec)" userId="687fdefc-11b0-4eb9-bd08-c0f42067fdf3" providerId="ADAL" clId="{C0CE8755-2171-493B-91BE-4968CCCDD070}" dt="2023-03-29T09:13:05.801" v="4127" actId="164"/>
          <ac:spMkLst>
            <pc:docMk/>
            <pc:sldMk cId="3702024288" sldId="307"/>
            <ac:spMk id="7" creationId="{EF6981CB-B0E7-9EA8-5DEE-F42D91954290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5.801" v="4127" actId="164"/>
          <ac:spMkLst>
            <pc:docMk/>
            <pc:sldMk cId="3702024288" sldId="307"/>
            <ac:spMk id="8" creationId="{45606DF7-56FC-18E9-2025-E650BFFB85DD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5.801" v="4127" actId="164"/>
          <ac:spMkLst>
            <pc:docMk/>
            <pc:sldMk cId="3702024288" sldId="307"/>
            <ac:spMk id="9" creationId="{5520CD49-7B85-34EF-CD57-20377FFAE78B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5.801" v="4127" actId="164"/>
          <ac:spMkLst>
            <pc:docMk/>
            <pc:sldMk cId="3702024288" sldId="307"/>
            <ac:spMk id="10" creationId="{41E9B0A4-9686-B975-9666-4B4BA170C680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5.801" v="4127" actId="164"/>
          <ac:spMkLst>
            <pc:docMk/>
            <pc:sldMk cId="3702024288" sldId="307"/>
            <ac:spMk id="11" creationId="{CB2A40AA-D9AE-0B1B-66F7-BF66314142F3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5.801" v="4127" actId="164"/>
          <ac:spMkLst>
            <pc:docMk/>
            <pc:sldMk cId="3702024288" sldId="307"/>
            <ac:spMk id="12" creationId="{0F145443-722E-85C7-EBDC-951CE5F6CD08}"/>
          </ac:spMkLst>
        </pc:spChg>
        <pc:grpChg chg="add mod">
          <ac:chgData name="Louis Dupont (Student at CentraleSupelec)" userId="687fdefc-11b0-4eb9-bd08-c0f42067fdf3" providerId="ADAL" clId="{C0CE8755-2171-493B-91BE-4968CCCDD070}" dt="2023-03-29T15:50:05.543" v="4306" actId="1036"/>
          <ac:grpSpMkLst>
            <pc:docMk/>
            <pc:sldMk cId="3702024288" sldId="307"/>
            <ac:grpSpMk id="16" creationId="{7E2EAD58-6DA6-FC55-AA94-F2A16EC557C5}"/>
          </ac:grpSpMkLst>
        </pc:grpChg>
        <pc:graphicFrameChg chg="add mod modGraphic">
          <ac:chgData name="Louis Dupont (Student at CentraleSupelec)" userId="687fdefc-11b0-4eb9-bd08-c0f42067fdf3" providerId="ADAL" clId="{C0CE8755-2171-493B-91BE-4968CCCDD070}" dt="2023-03-29T09:08:09.462" v="4059" actId="207"/>
          <ac:graphicFrameMkLst>
            <pc:docMk/>
            <pc:sldMk cId="3702024288" sldId="307"/>
            <ac:graphicFrameMk id="15" creationId="{85B5E801-4342-27DE-144E-4B8AF6F5F224}"/>
          </ac:graphicFrameMkLst>
        </pc:graphicFrameChg>
        <pc:picChg chg="del">
          <ac:chgData name="Louis Dupont (Student at CentraleSupelec)" userId="687fdefc-11b0-4eb9-bd08-c0f42067fdf3" providerId="ADAL" clId="{C0CE8755-2171-493B-91BE-4968CCCDD070}" dt="2023-03-29T08:54:54.147" v="3198" actId="478"/>
          <ac:picMkLst>
            <pc:docMk/>
            <pc:sldMk cId="3702024288" sldId="307"/>
            <ac:picMk id="4" creationId="{E14B40B9-D69A-835E-B42C-DE2778D09E81}"/>
          </ac:picMkLst>
        </pc:picChg>
        <pc:picChg chg="add mod ord">
          <ac:chgData name="Louis Dupont (Student at CentraleSupelec)" userId="687fdefc-11b0-4eb9-bd08-c0f42067fdf3" providerId="ADAL" clId="{C0CE8755-2171-493B-91BE-4968CCCDD070}" dt="2023-03-29T09:13:05.801" v="4127" actId="164"/>
          <ac:picMkLst>
            <pc:docMk/>
            <pc:sldMk cId="3702024288" sldId="307"/>
            <ac:picMk id="14" creationId="{3BF2B631-26FF-40D0-EFDE-384FE517D43D}"/>
          </ac:picMkLst>
        </pc:picChg>
      </pc:sldChg>
      <pc:sldChg chg="addSp delSp modSp mod ord modShow">
        <pc:chgData name="Louis Dupont (Student at CentraleSupelec)" userId="687fdefc-11b0-4eb9-bd08-c0f42067fdf3" providerId="ADAL" clId="{C0CE8755-2171-493B-91BE-4968CCCDD070}" dt="2023-03-31T07:42:31.060" v="4337"/>
        <pc:sldMkLst>
          <pc:docMk/>
          <pc:sldMk cId="3895301309" sldId="310"/>
        </pc:sldMkLst>
        <pc:spChg chg="mod">
          <ac:chgData name="Louis Dupont (Student at CentraleSupelec)" userId="687fdefc-11b0-4eb9-bd08-c0f42067fdf3" providerId="ADAL" clId="{C0CE8755-2171-493B-91BE-4968CCCDD070}" dt="2023-03-29T07:44:08.293" v="1476"/>
          <ac:spMkLst>
            <pc:docMk/>
            <pc:sldMk cId="3895301309" sldId="310"/>
            <ac:spMk id="3" creationId="{56DEACE3-1CE0-49A8-0474-550A9AE85E62}"/>
          </ac:spMkLst>
        </pc:spChg>
        <pc:spChg chg="mod">
          <ac:chgData name="Louis Dupont (Student at CentraleSupelec)" userId="687fdefc-11b0-4eb9-bd08-c0f42067fdf3" providerId="ADAL" clId="{C0CE8755-2171-493B-91BE-4968CCCDD070}" dt="2023-03-29T07:44:08.293" v="1476"/>
          <ac:spMkLst>
            <pc:docMk/>
            <pc:sldMk cId="3895301309" sldId="310"/>
            <ac:spMk id="4" creationId="{40CF7F1C-E38D-AC74-EBB5-524997A091EA}"/>
          </ac:spMkLst>
        </pc:spChg>
        <pc:spChg chg="mod">
          <ac:chgData name="Louis Dupont (Student at CentraleSupelec)" userId="687fdefc-11b0-4eb9-bd08-c0f42067fdf3" providerId="ADAL" clId="{C0CE8755-2171-493B-91BE-4968CCCDD070}" dt="2023-03-29T07:44:08.293" v="1476"/>
          <ac:spMkLst>
            <pc:docMk/>
            <pc:sldMk cId="3895301309" sldId="310"/>
            <ac:spMk id="14" creationId="{3CFFD32E-DDE1-F95D-CD7E-D281E8B2E2F3}"/>
          </ac:spMkLst>
        </pc:spChg>
        <pc:spChg chg="mod">
          <ac:chgData name="Louis Dupont (Student at CentraleSupelec)" userId="687fdefc-11b0-4eb9-bd08-c0f42067fdf3" providerId="ADAL" clId="{C0CE8755-2171-493B-91BE-4968CCCDD070}" dt="2023-03-29T07:44:08.293" v="1476"/>
          <ac:spMkLst>
            <pc:docMk/>
            <pc:sldMk cId="3895301309" sldId="310"/>
            <ac:spMk id="15" creationId="{00F1FED6-43B3-D2FB-71D5-F56FC6566918}"/>
          </ac:spMkLst>
        </pc:spChg>
        <pc:spChg chg="mod">
          <ac:chgData name="Louis Dupont (Student at CentraleSupelec)" userId="687fdefc-11b0-4eb9-bd08-c0f42067fdf3" providerId="ADAL" clId="{C0CE8755-2171-493B-91BE-4968CCCDD070}" dt="2023-03-29T07:44:08.293" v="1476"/>
          <ac:spMkLst>
            <pc:docMk/>
            <pc:sldMk cId="3895301309" sldId="310"/>
            <ac:spMk id="17" creationId="{591C43D8-823C-D44B-E8DA-C557168FF014}"/>
          </ac:spMkLst>
        </pc:spChg>
        <pc:spChg chg="mod">
          <ac:chgData name="Louis Dupont (Student at CentraleSupelec)" userId="687fdefc-11b0-4eb9-bd08-c0f42067fdf3" providerId="ADAL" clId="{C0CE8755-2171-493B-91BE-4968CCCDD070}" dt="2023-03-29T08:23:50.349" v="2281"/>
          <ac:spMkLst>
            <pc:docMk/>
            <pc:sldMk cId="3895301309" sldId="310"/>
            <ac:spMk id="19" creationId="{BEE1CF88-3FE7-58FE-7839-4FC687B2F4BC}"/>
          </ac:spMkLst>
        </pc:spChg>
        <pc:spChg chg="mod">
          <ac:chgData name="Louis Dupont (Student at CentraleSupelec)" userId="687fdefc-11b0-4eb9-bd08-c0f42067fdf3" providerId="ADAL" clId="{C0CE8755-2171-493B-91BE-4968CCCDD070}" dt="2023-03-29T08:23:50.349" v="2281"/>
          <ac:spMkLst>
            <pc:docMk/>
            <pc:sldMk cId="3895301309" sldId="310"/>
            <ac:spMk id="20" creationId="{AFEAE3EA-42FB-AC24-1AE1-E60E38ADDD4D}"/>
          </ac:spMkLst>
        </pc:spChg>
        <pc:spChg chg="mod">
          <ac:chgData name="Louis Dupont (Student at CentraleSupelec)" userId="687fdefc-11b0-4eb9-bd08-c0f42067fdf3" providerId="ADAL" clId="{C0CE8755-2171-493B-91BE-4968CCCDD070}" dt="2023-03-29T08:23:50.349" v="2281"/>
          <ac:spMkLst>
            <pc:docMk/>
            <pc:sldMk cId="3895301309" sldId="310"/>
            <ac:spMk id="27" creationId="{93F6EFC6-6CF4-C444-B9CE-72C67F474B39}"/>
          </ac:spMkLst>
        </pc:spChg>
        <pc:spChg chg="mod">
          <ac:chgData name="Louis Dupont (Student at CentraleSupelec)" userId="687fdefc-11b0-4eb9-bd08-c0f42067fdf3" providerId="ADAL" clId="{C0CE8755-2171-493B-91BE-4968CCCDD070}" dt="2023-03-29T08:24:06.420" v="2287" actId="1076"/>
          <ac:spMkLst>
            <pc:docMk/>
            <pc:sldMk cId="3895301309" sldId="310"/>
            <ac:spMk id="28" creationId="{FC744D6B-2C07-94F4-AB0E-3C2054B88A81}"/>
          </ac:spMkLst>
        </pc:spChg>
        <pc:spChg chg="mod">
          <ac:chgData name="Louis Dupont (Student at CentraleSupelec)" userId="687fdefc-11b0-4eb9-bd08-c0f42067fdf3" providerId="ADAL" clId="{C0CE8755-2171-493B-91BE-4968CCCDD070}" dt="2023-03-29T08:23:50.349" v="2281"/>
          <ac:spMkLst>
            <pc:docMk/>
            <pc:sldMk cId="3895301309" sldId="310"/>
            <ac:spMk id="30" creationId="{341C4171-3FFD-4D56-4936-0FEC00411E02}"/>
          </ac:spMkLst>
        </pc:spChg>
        <pc:spChg chg="mod">
          <ac:chgData name="Louis Dupont (Student at CentraleSupelec)" userId="687fdefc-11b0-4eb9-bd08-c0f42067fdf3" providerId="ADAL" clId="{C0CE8755-2171-493B-91BE-4968CCCDD070}" dt="2023-03-29T08:23:50.349" v="2281"/>
          <ac:spMkLst>
            <pc:docMk/>
            <pc:sldMk cId="3895301309" sldId="310"/>
            <ac:spMk id="31" creationId="{F799BD91-BDC0-569C-3554-6EEB2E6F9AE1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27.644" v="2365"/>
          <ac:spMkLst>
            <pc:docMk/>
            <pc:sldMk cId="3895301309" sldId="310"/>
            <ac:spMk id="100" creationId="{EA0848CA-3ED1-10C1-1C10-B8EB2A9D4E87}"/>
          </ac:spMkLst>
        </pc:spChg>
        <pc:spChg chg="mod">
          <ac:chgData name="Louis Dupont (Student at CentraleSupelec)" userId="687fdefc-11b0-4eb9-bd08-c0f42067fdf3" providerId="ADAL" clId="{C0CE8755-2171-493B-91BE-4968CCCDD070}" dt="2023-03-29T16:11:52.569" v="4318" actId="20577"/>
          <ac:spMkLst>
            <pc:docMk/>
            <pc:sldMk cId="3895301309" sldId="310"/>
            <ac:spMk id="101" creationId="{00000000-0000-0000-0000-000000000000}"/>
          </ac:spMkLst>
        </pc:spChg>
        <pc:grpChg chg="add del mod">
          <ac:chgData name="Louis Dupont (Student at CentraleSupelec)" userId="687fdefc-11b0-4eb9-bd08-c0f42067fdf3" providerId="ADAL" clId="{C0CE8755-2171-493B-91BE-4968CCCDD070}" dt="2023-03-29T08:23:52.687" v="2282" actId="478"/>
          <ac:grpSpMkLst>
            <pc:docMk/>
            <pc:sldMk cId="3895301309" sldId="310"/>
            <ac:grpSpMk id="2" creationId="{872F06BD-F4D6-04D4-E17E-7CA88505033B}"/>
          </ac:grpSpMkLst>
        </pc:grpChg>
        <pc:grpChg chg="add mod">
          <ac:chgData name="Louis Dupont (Student at CentraleSupelec)" userId="687fdefc-11b0-4eb9-bd08-c0f42067fdf3" providerId="ADAL" clId="{C0CE8755-2171-493B-91BE-4968CCCDD070}" dt="2023-03-29T08:26:56.295" v="2375" actId="1076"/>
          <ac:grpSpMkLst>
            <pc:docMk/>
            <pc:sldMk cId="3895301309" sldId="310"/>
            <ac:grpSpMk id="18" creationId="{58C5C74E-4CA7-2FDB-8309-1A8F3155E34C}"/>
          </ac:grpSpMkLst>
        </pc:grp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8" creationId="{AD13A326-8885-688E-AD90-5C30EBD1CC15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9" creationId="{10BF7EE0-584A-FB78-2620-975D1BBBF519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10" creationId="{BBD6AD71-48CD-2708-5FDD-1334C9FD6FD4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11" creationId="{C4F3D074-AEDE-F273-1624-8C1CE7A25559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12" creationId="{372414CF-2CA7-0603-92DF-FD5AB8A989B3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13" creationId="{89113663-2AFF-E611-063B-E748151D15FD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7:44:08.293" v="1476"/>
          <ac:cxnSpMkLst>
            <pc:docMk/>
            <pc:sldMk cId="3895301309" sldId="310"/>
            <ac:cxnSpMk id="16" creationId="{158AA399-3397-3EB9-A8AB-8F5C186B1BE9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1" creationId="{8DE31379-6F16-F1DD-E187-F936850EDF21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2" creationId="{50F44451-7B27-8D6B-A4CB-FED35A5A5252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3" creationId="{D33240FF-EBCB-5EA9-D619-1CA9672ADE24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4" creationId="{46DA3575-9FF0-7C99-C958-F4879C7654E7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5" creationId="{5E728223-CB0D-C4C5-08E5-AED247862282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6" creationId="{C9AEBDD5-B3F0-E75E-2F69-AA903E6B85FB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29" creationId="{5859D1E5-CC6C-C290-29CC-8D8A1302536A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96" creationId="{5EF00786-41FB-026F-B46F-504E54110B7F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97" creationId="{E38C90F9-E990-D462-A90E-CF88B0FD65BB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98" creationId="{4DD7904D-22B7-F18D-BF8C-82D83925BF4C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3:50.349" v="2281"/>
          <ac:cxnSpMkLst>
            <pc:docMk/>
            <pc:sldMk cId="3895301309" sldId="310"/>
            <ac:cxnSpMk id="99" creationId="{139473B9-25F7-51E5-BB2B-CDF410846168}"/>
          </ac:cxnSpMkLst>
        </pc:cxnChg>
      </pc:sldChg>
      <pc:sldChg chg="addSp modSp mod">
        <pc:chgData name="Louis Dupont (Student at CentraleSupelec)" userId="687fdefc-11b0-4eb9-bd08-c0f42067fdf3" providerId="ADAL" clId="{C0CE8755-2171-493B-91BE-4968CCCDD070}" dt="2023-03-29T09:10:58.834" v="4114" actId="20577"/>
        <pc:sldMkLst>
          <pc:docMk/>
          <pc:sldMk cId="189499821" sldId="312"/>
        </pc:sldMkLst>
        <pc:spChg chg="mod">
          <ac:chgData name="Louis Dupont (Student at CentraleSupelec)" userId="687fdefc-11b0-4eb9-bd08-c0f42067fdf3" providerId="ADAL" clId="{C0CE8755-2171-493B-91BE-4968CCCDD070}" dt="2023-03-29T08:46:01.960" v="3065" actId="20577"/>
          <ac:spMkLst>
            <pc:docMk/>
            <pc:sldMk cId="189499821" sldId="312"/>
            <ac:spMk id="2" creationId="{E5C11466-342A-872F-5135-0FB652B47AC0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09.905" v="2353"/>
          <ac:spMkLst>
            <pc:docMk/>
            <pc:sldMk cId="189499821" sldId="312"/>
            <ac:spMk id="3" creationId="{A699A114-8F26-3889-F266-ABFED0BF003C}"/>
          </ac:spMkLst>
        </pc:spChg>
        <pc:spChg chg="mod">
          <ac:chgData name="Louis Dupont (Student at CentraleSupelec)" userId="687fdefc-11b0-4eb9-bd08-c0f42067fdf3" providerId="ADAL" clId="{C0CE8755-2171-493B-91BE-4968CCCDD070}" dt="2023-03-29T09:10:58.834" v="4114" actId="20577"/>
          <ac:spMkLst>
            <pc:docMk/>
            <pc:sldMk cId="189499821" sldId="312"/>
            <ac:spMk id="9" creationId="{3909E233-F596-CB67-5D39-4C5F5C85202C}"/>
          </ac:spMkLst>
        </pc:spChg>
      </pc:sldChg>
      <pc:sldChg chg="addSp modSp mod ord modShow">
        <pc:chgData name="Louis Dupont (Student at CentraleSupelec)" userId="687fdefc-11b0-4eb9-bd08-c0f42067fdf3" providerId="ADAL" clId="{C0CE8755-2171-493B-91BE-4968CCCDD070}" dt="2023-03-31T07:42:31.060" v="4337"/>
        <pc:sldMkLst>
          <pc:docMk/>
          <pc:sldMk cId="4013490876" sldId="313"/>
        </pc:sldMkLst>
        <pc:spChg chg="mod">
          <ac:chgData name="Louis Dupont (Student at CentraleSupelec)" userId="687fdefc-11b0-4eb9-bd08-c0f42067fdf3" providerId="ADAL" clId="{C0CE8755-2171-493B-91BE-4968CCCDD070}" dt="2023-03-29T08:28:06.207" v="2454"/>
          <ac:spMkLst>
            <pc:docMk/>
            <pc:sldMk cId="4013490876" sldId="313"/>
            <ac:spMk id="2" creationId="{E5C11466-342A-872F-5135-0FB652B47AC0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31.626" v="2367"/>
          <ac:spMkLst>
            <pc:docMk/>
            <pc:sldMk cId="4013490876" sldId="313"/>
            <ac:spMk id="3" creationId="{5C6D1794-1A09-BFB0-588C-355928860C5F}"/>
          </ac:spMkLst>
        </pc:spChg>
      </pc:sldChg>
      <pc:sldChg chg="addSp modSp">
        <pc:chgData name="Louis Dupont (Student at CentraleSupelec)" userId="687fdefc-11b0-4eb9-bd08-c0f42067fdf3" providerId="ADAL" clId="{C0CE8755-2171-493B-91BE-4968CCCDD070}" dt="2023-03-29T08:31:25.853" v="2544" actId="20577"/>
        <pc:sldMkLst>
          <pc:docMk/>
          <pc:sldMk cId="716337515" sldId="315"/>
        </pc:sldMkLst>
        <pc:spChg chg="mod">
          <ac:chgData name="Louis Dupont (Student at CentraleSupelec)" userId="687fdefc-11b0-4eb9-bd08-c0f42067fdf3" providerId="ADAL" clId="{C0CE8755-2171-493B-91BE-4968CCCDD070}" dt="2023-03-29T08:31:25.853" v="2544" actId="20577"/>
          <ac:spMkLst>
            <pc:docMk/>
            <pc:sldMk cId="716337515" sldId="315"/>
            <ac:spMk id="2" creationId="{E5C11466-342A-872F-5135-0FB652B47AC0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38.846" v="2371"/>
          <ac:spMkLst>
            <pc:docMk/>
            <pc:sldMk cId="716337515" sldId="315"/>
            <ac:spMk id="3" creationId="{A93D8CC8-7D47-2CC4-276D-0044C4B3378B}"/>
          </ac:spMkLst>
        </pc:spChg>
      </pc:sldChg>
      <pc:sldChg chg="addSp delSp modSp mod">
        <pc:chgData name="Louis Dupont (Student at CentraleSupelec)" userId="687fdefc-11b0-4eb9-bd08-c0f42067fdf3" providerId="ADAL" clId="{C0CE8755-2171-493B-91BE-4968CCCDD070}" dt="2023-03-29T16:11:43.380" v="4317" actId="20577"/>
        <pc:sldMkLst>
          <pc:docMk/>
          <pc:sldMk cId="25144930" sldId="316"/>
        </pc:sldMkLst>
        <pc:spChg chg="mod">
          <ac:chgData name="Louis Dupont (Student at CentraleSupelec)" userId="687fdefc-11b0-4eb9-bd08-c0f42067fdf3" providerId="ADAL" clId="{C0CE8755-2171-493B-91BE-4968CCCDD070}" dt="2023-03-29T09:07:01.595" v="4051" actId="164"/>
          <ac:spMkLst>
            <pc:docMk/>
            <pc:sldMk cId="25144930" sldId="316"/>
            <ac:spMk id="5" creationId="{1C4AF4B8-B9CE-384B-ECF8-0EBE13242D2D}"/>
          </ac:spMkLst>
        </pc:spChg>
        <pc:spChg chg="mod">
          <ac:chgData name="Louis Dupont (Student at CentraleSupelec)" userId="687fdefc-11b0-4eb9-bd08-c0f42067fdf3" providerId="ADAL" clId="{C0CE8755-2171-493B-91BE-4968CCCDD070}" dt="2023-03-29T09:07:01.595" v="4051" actId="164"/>
          <ac:spMkLst>
            <pc:docMk/>
            <pc:sldMk cId="25144930" sldId="316"/>
            <ac:spMk id="6" creationId="{27C4E875-5E72-EC62-8C65-FFFCA04208DF}"/>
          </ac:spMkLst>
        </pc:spChg>
        <pc:spChg chg="mod">
          <ac:chgData name="Louis Dupont (Student at CentraleSupelec)" userId="687fdefc-11b0-4eb9-bd08-c0f42067fdf3" providerId="ADAL" clId="{C0CE8755-2171-493B-91BE-4968CCCDD070}" dt="2023-03-29T09:07:01.595" v="4051" actId="164"/>
          <ac:spMkLst>
            <pc:docMk/>
            <pc:sldMk cId="25144930" sldId="316"/>
            <ac:spMk id="8" creationId="{F8DDBCAF-FE8F-3469-46F7-63412C2DC74E}"/>
          </ac:spMkLst>
        </pc:spChg>
        <pc:spChg chg="mod">
          <ac:chgData name="Louis Dupont (Student at CentraleSupelec)" userId="687fdefc-11b0-4eb9-bd08-c0f42067fdf3" providerId="ADAL" clId="{C0CE8755-2171-493B-91BE-4968CCCDD070}" dt="2023-03-29T16:11:40.947" v="4316" actId="20577"/>
          <ac:spMkLst>
            <pc:docMk/>
            <pc:sldMk cId="25144930" sldId="316"/>
            <ac:spMk id="9" creationId="{ED910F47-CF7E-E1EB-7C8F-8D496639E3FD}"/>
          </ac:spMkLst>
        </pc:spChg>
        <pc:spChg chg="mod">
          <ac:chgData name="Louis Dupont (Student at CentraleSupelec)" userId="687fdefc-11b0-4eb9-bd08-c0f42067fdf3" providerId="ADAL" clId="{C0CE8755-2171-493B-91BE-4968CCCDD070}" dt="2023-03-29T09:07:01.595" v="4051" actId="164"/>
          <ac:spMkLst>
            <pc:docMk/>
            <pc:sldMk cId="25144930" sldId="316"/>
            <ac:spMk id="10" creationId="{DED57A9D-5360-3BC4-5E09-FD481D5E3064}"/>
          </ac:spMkLst>
        </pc:spChg>
        <pc:spChg chg="mod">
          <ac:chgData name="Louis Dupont (Student at CentraleSupelec)" userId="687fdefc-11b0-4eb9-bd08-c0f42067fdf3" providerId="ADAL" clId="{C0CE8755-2171-493B-91BE-4968CCCDD070}" dt="2023-03-29T09:07:01.595" v="4051" actId="164"/>
          <ac:spMkLst>
            <pc:docMk/>
            <pc:sldMk cId="25144930" sldId="316"/>
            <ac:spMk id="11" creationId="{1D4A8359-2F37-8FDE-DD89-347F5DB09C21}"/>
          </ac:spMkLst>
        </pc:spChg>
        <pc:spChg chg="mod">
          <ac:chgData name="Louis Dupont (Student at CentraleSupelec)" userId="687fdefc-11b0-4eb9-bd08-c0f42067fdf3" providerId="ADAL" clId="{C0CE8755-2171-493B-91BE-4968CCCDD070}" dt="2023-03-29T09:07:01.595" v="4051" actId="164"/>
          <ac:spMkLst>
            <pc:docMk/>
            <pc:sldMk cId="25144930" sldId="316"/>
            <ac:spMk id="12" creationId="{8236AD04-C11C-57E9-7E6D-79CD80088749}"/>
          </ac:spMkLst>
        </pc:spChg>
        <pc:spChg chg="add del mod">
          <ac:chgData name="Louis Dupont (Student at CentraleSupelec)" userId="687fdefc-11b0-4eb9-bd08-c0f42067fdf3" providerId="ADAL" clId="{C0CE8755-2171-493B-91BE-4968CCCDD070}" dt="2023-03-29T08:26:20.656" v="2361" actId="478"/>
          <ac:spMkLst>
            <pc:docMk/>
            <pc:sldMk cId="25144930" sldId="316"/>
            <ac:spMk id="13" creationId="{7CE01808-6DD5-A813-553E-89DC5A518B64}"/>
          </ac:spMkLst>
        </pc:spChg>
        <pc:grpChg chg="add mod">
          <ac:chgData name="Louis Dupont (Student at CentraleSupelec)" userId="687fdefc-11b0-4eb9-bd08-c0f42067fdf3" providerId="ADAL" clId="{C0CE8755-2171-493B-91BE-4968CCCDD070}" dt="2023-03-29T09:07:22.256" v="4054" actId="1076"/>
          <ac:grpSpMkLst>
            <pc:docMk/>
            <pc:sldMk cId="25144930" sldId="316"/>
            <ac:grpSpMk id="16" creationId="{AAC4BC3F-129C-D64A-3310-79FDF16E3499}"/>
          </ac:grpSpMkLst>
        </pc:grpChg>
        <pc:graphicFrameChg chg="add mod modGraphic">
          <ac:chgData name="Louis Dupont (Student at CentraleSupelec)" userId="687fdefc-11b0-4eb9-bd08-c0f42067fdf3" providerId="ADAL" clId="{C0CE8755-2171-493B-91BE-4968CCCDD070}" dt="2023-03-29T16:11:43.380" v="4317" actId="20577"/>
          <ac:graphicFrameMkLst>
            <pc:docMk/>
            <pc:sldMk cId="25144930" sldId="316"/>
            <ac:graphicFrameMk id="15" creationId="{6A86FCD5-35E3-6576-03D9-661321CC81F1}"/>
          </ac:graphicFrameMkLst>
        </pc:graphicFrameChg>
        <pc:picChg chg="mod">
          <ac:chgData name="Louis Dupont (Student at CentraleSupelec)" userId="687fdefc-11b0-4eb9-bd08-c0f42067fdf3" providerId="ADAL" clId="{C0CE8755-2171-493B-91BE-4968CCCDD070}" dt="2023-03-29T09:07:01.595" v="4051" actId="164"/>
          <ac:picMkLst>
            <pc:docMk/>
            <pc:sldMk cId="25144930" sldId="316"/>
            <ac:picMk id="14" creationId="{F3FB25A0-4D11-EEBB-60F6-A79624C662F0}"/>
          </ac:picMkLst>
        </pc:picChg>
      </pc:sldChg>
      <pc:sldChg chg="addSp modSp">
        <pc:chgData name="Louis Dupont (Student at CentraleSupelec)" userId="687fdefc-11b0-4eb9-bd08-c0f42067fdf3" providerId="ADAL" clId="{C0CE8755-2171-493B-91BE-4968CCCDD070}" dt="2023-03-31T12:37:59.185" v="4972" actId="20577"/>
        <pc:sldMkLst>
          <pc:docMk/>
          <pc:sldMk cId="538913974" sldId="317"/>
        </pc:sldMkLst>
        <pc:spChg chg="mod">
          <ac:chgData name="Louis Dupont (Student at CentraleSupelec)" userId="687fdefc-11b0-4eb9-bd08-c0f42067fdf3" providerId="ADAL" clId="{C0CE8755-2171-493B-91BE-4968CCCDD070}" dt="2023-03-31T12:37:59.185" v="4972" actId="20577"/>
          <ac:spMkLst>
            <pc:docMk/>
            <pc:sldMk cId="538913974" sldId="317"/>
            <ac:spMk id="2" creationId="{E5C11466-342A-872F-5135-0FB652B47AC0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16.835" v="2358"/>
          <ac:spMkLst>
            <pc:docMk/>
            <pc:sldMk cId="538913974" sldId="317"/>
            <ac:spMk id="3" creationId="{58D63B40-C820-FDFE-D6FB-08B6CC97558C}"/>
          </ac:spMkLst>
        </pc:spChg>
        <pc:spChg chg="mod">
          <ac:chgData name="Louis Dupont (Student at CentraleSupelec)" userId="687fdefc-11b0-4eb9-bd08-c0f42067fdf3" providerId="ADAL" clId="{C0CE8755-2171-493B-91BE-4968CCCDD070}" dt="2023-03-31T12:36:54.666" v="4964" actId="20577"/>
          <ac:spMkLst>
            <pc:docMk/>
            <pc:sldMk cId="538913974" sldId="317"/>
            <ac:spMk id="9" creationId="{3909E233-F596-CB67-5D39-4C5F5C85202C}"/>
          </ac:spMkLst>
        </pc:spChg>
      </pc:sldChg>
      <pc:sldChg chg="addSp delSp modSp add mod">
        <pc:chgData name="Louis Dupont (Student at CentraleSupelec)" userId="687fdefc-11b0-4eb9-bd08-c0f42067fdf3" providerId="ADAL" clId="{C0CE8755-2171-493B-91BE-4968CCCDD070}" dt="2023-03-29T08:25:54.700" v="2344" actId="478"/>
        <pc:sldMkLst>
          <pc:docMk/>
          <pc:sldMk cId="438101268" sldId="318"/>
        </pc:sldMkLst>
        <pc:spChg chg="add del mod">
          <ac:chgData name="Louis Dupont (Student at CentraleSupelec)" userId="687fdefc-11b0-4eb9-bd08-c0f42067fdf3" providerId="ADAL" clId="{C0CE8755-2171-493B-91BE-4968CCCDD070}" dt="2023-03-29T08:25:54.700" v="2344" actId="478"/>
          <ac:spMkLst>
            <pc:docMk/>
            <pc:sldMk cId="438101268" sldId="318"/>
            <ac:spMk id="4" creationId="{A7B9416B-A8CA-6A64-C5F7-0EDA58C766D0}"/>
          </ac:spMkLst>
        </pc:spChg>
        <pc:spChg chg="mod">
          <ac:chgData name="Louis Dupont (Student at CentraleSupelec)" userId="687fdefc-11b0-4eb9-bd08-c0f42067fdf3" providerId="ADAL" clId="{C0CE8755-2171-493B-91BE-4968CCCDD070}" dt="2023-03-29T07:11:34.733" v="344" actId="20577"/>
          <ac:spMkLst>
            <pc:docMk/>
            <pc:sldMk cId="438101268" sldId="318"/>
            <ac:spMk id="7" creationId="{5C3DB8F8-9F4D-6E30-5947-11290A576E21}"/>
          </ac:spMkLst>
        </pc:spChg>
        <pc:picChg chg="mod">
          <ac:chgData name="Louis Dupont (Student at CentraleSupelec)" userId="687fdefc-11b0-4eb9-bd08-c0f42067fdf3" providerId="ADAL" clId="{C0CE8755-2171-493B-91BE-4968CCCDD070}" dt="2023-03-29T07:11:38.956" v="351" actId="1035"/>
          <ac:picMkLst>
            <pc:docMk/>
            <pc:sldMk cId="438101268" sldId="318"/>
            <ac:picMk id="12" creationId="{6424B044-2595-6384-992A-9C13CA87891F}"/>
          </ac:picMkLst>
        </pc:picChg>
      </pc:sldChg>
      <pc:sldChg chg="del">
        <pc:chgData name="Louis Dupont (Student at CentraleSupelec)" userId="687fdefc-11b0-4eb9-bd08-c0f42067fdf3" providerId="ADAL" clId="{C0CE8755-2171-493B-91BE-4968CCCDD070}" dt="2023-03-29T07:11:11.348" v="318" actId="2696"/>
        <pc:sldMkLst>
          <pc:docMk/>
          <pc:sldMk cId="4039438447" sldId="318"/>
        </pc:sldMkLst>
      </pc:sldChg>
      <pc:sldChg chg="addSp modSp mod">
        <pc:chgData name="Louis Dupont (Student at CentraleSupelec)" userId="687fdefc-11b0-4eb9-bd08-c0f42067fdf3" providerId="ADAL" clId="{C0CE8755-2171-493B-91BE-4968CCCDD070}" dt="2023-03-31T13:57:23.812" v="5310" actId="20577"/>
        <pc:sldMkLst>
          <pc:docMk/>
          <pc:sldMk cId="2845138122" sldId="319"/>
        </pc:sldMkLst>
        <pc:spChg chg="mod">
          <ac:chgData name="Louis Dupont (Student at CentraleSupelec)" userId="687fdefc-11b0-4eb9-bd08-c0f42067fdf3" providerId="ADAL" clId="{C0CE8755-2171-493B-91BE-4968CCCDD070}" dt="2023-03-29T09:13:42.586" v="4136" actId="164"/>
          <ac:spMkLst>
            <pc:docMk/>
            <pc:sldMk cId="2845138122" sldId="319"/>
            <ac:spMk id="8" creationId="{9871FA9B-3426-E72E-30BA-6DA9DFB748C7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2.586" v="4136" actId="164"/>
          <ac:spMkLst>
            <pc:docMk/>
            <pc:sldMk cId="2845138122" sldId="319"/>
            <ac:spMk id="9" creationId="{8834F0F6-99E1-4537-E3E2-2A51123E544B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2.586" v="4136" actId="164"/>
          <ac:spMkLst>
            <pc:docMk/>
            <pc:sldMk cId="2845138122" sldId="319"/>
            <ac:spMk id="10" creationId="{4CFB06C4-4351-F8E4-35DF-25323E1F9FCD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2.586" v="4136" actId="164"/>
          <ac:spMkLst>
            <pc:docMk/>
            <pc:sldMk cId="2845138122" sldId="319"/>
            <ac:spMk id="11" creationId="{335D23A7-D0DE-39DC-C7E2-C8354BFF52BA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2.586" v="4136" actId="164"/>
          <ac:spMkLst>
            <pc:docMk/>
            <pc:sldMk cId="2845138122" sldId="319"/>
            <ac:spMk id="12" creationId="{151FE9CF-656F-6308-9969-E9EC2BEEA387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2.586" v="4136" actId="164"/>
          <ac:spMkLst>
            <pc:docMk/>
            <pc:sldMk cId="2845138122" sldId="319"/>
            <ac:spMk id="13" creationId="{4C11D243-D403-9276-5188-78E2D914572F}"/>
          </ac:spMkLst>
        </pc:spChg>
        <pc:grpChg chg="add mod">
          <ac:chgData name="Louis Dupont (Student at CentraleSupelec)" userId="687fdefc-11b0-4eb9-bd08-c0f42067fdf3" providerId="ADAL" clId="{C0CE8755-2171-493B-91BE-4968CCCDD070}" dt="2023-03-29T09:13:42.586" v="4136" actId="164"/>
          <ac:grpSpMkLst>
            <pc:docMk/>
            <pc:sldMk cId="2845138122" sldId="319"/>
            <ac:grpSpMk id="14" creationId="{615A8A13-8716-BD45-D16C-16DACDF6E106}"/>
          </ac:grpSpMkLst>
        </pc:grpChg>
        <pc:graphicFrameChg chg="add mod modGraphic">
          <ac:chgData name="Louis Dupont (Student at CentraleSupelec)" userId="687fdefc-11b0-4eb9-bd08-c0f42067fdf3" providerId="ADAL" clId="{C0CE8755-2171-493B-91BE-4968CCCDD070}" dt="2023-03-31T13:57:23.812" v="5310" actId="20577"/>
          <ac:graphicFrameMkLst>
            <pc:docMk/>
            <pc:sldMk cId="2845138122" sldId="319"/>
            <ac:graphicFrameMk id="4" creationId="{FA50DCCE-F820-F104-820A-77CCE2F574AE}"/>
          </ac:graphicFrameMkLst>
        </pc:graphicFrameChg>
        <pc:picChg chg="mod">
          <ac:chgData name="Louis Dupont (Student at CentraleSupelec)" userId="687fdefc-11b0-4eb9-bd08-c0f42067fdf3" providerId="ADAL" clId="{C0CE8755-2171-493B-91BE-4968CCCDD070}" dt="2023-03-29T09:13:42.586" v="4136" actId="164"/>
          <ac:picMkLst>
            <pc:docMk/>
            <pc:sldMk cId="2845138122" sldId="319"/>
            <ac:picMk id="6" creationId="{5A4E128C-5D94-76E5-9C3A-4ACD6E535F15}"/>
          </ac:picMkLst>
        </pc:picChg>
      </pc:sldChg>
      <pc:sldChg chg="addSp modSp mod ord">
        <pc:chgData name="Louis Dupont (Student at CentraleSupelec)" userId="687fdefc-11b0-4eb9-bd08-c0f42067fdf3" providerId="ADAL" clId="{C0CE8755-2171-493B-91BE-4968CCCDD070}" dt="2023-03-29T08:26:18.034" v="2359"/>
        <pc:sldMkLst>
          <pc:docMk/>
          <pc:sldMk cId="1781541367" sldId="320"/>
        </pc:sldMkLst>
        <pc:spChg chg="add mod">
          <ac:chgData name="Louis Dupont (Student at CentraleSupelec)" userId="687fdefc-11b0-4eb9-bd08-c0f42067fdf3" providerId="ADAL" clId="{C0CE8755-2171-493B-91BE-4968CCCDD070}" dt="2023-03-29T07:50:13.784" v="1523" actId="1076"/>
          <ac:spMkLst>
            <pc:docMk/>
            <pc:sldMk cId="1781541367" sldId="320"/>
            <ac:spMk id="8" creationId="{56C5B8FD-1129-A34F-2799-9EFF2B76366C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18.034" v="2359"/>
          <ac:spMkLst>
            <pc:docMk/>
            <pc:sldMk cId="1781541367" sldId="320"/>
            <ac:spMk id="10" creationId="{16B034EE-1338-3667-2C62-6E2839636C38}"/>
          </ac:spMkLst>
        </pc:spChg>
        <pc:graphicFrameChg chg="mod">
          <ac:chgData name="Louis Dupont (Student at CentraleSupelec)" userId="687fdefc-11b0-4eb9-bd08-c0f42067fdf3" providerId="ADAL" clId="{C0CE8755-2171-493B-91BE-4968CCCDD070}" dt="2023-03-29T08:23:01.423" v="2270" actId="20577"/>
          <ac:graphicFrameMkLst>
            <pc:docMk/>
            <pc:sldMk cId="1781541367" sldId="320"/>
            <ac:graphicFrameMk id="3" creationId="{0D24DA9C-B253-366F-7E2D-FA5C27B4BFB5}"/>
          </ac:graphicFrameMkLst>
        </pc:graphicFrameChg>
        <pc:picChg chg="mod">
          <ac:chgData name="Louis Dupont (Student at CentraleSupelec)" userId="687fdefc-11b0-4eb9-bd08-c0f42067fdf3" providerId="ADAL" clId="{C0CE8755-2171-493B-91BE-4968CCCDD070}" dt="2023-03-29T07:49:56.854" v="1521" actId="1076"/>
          <ac:picMkLst>
            <pc:docMk/>
            <pc:sldMk cId="1781541367" sldId="320"/>
            <ac:picMk id="4" creationId="{F25DC8F7-E829-E8BC-A1CC-5534C6DA585A}"/>
          </ac:picMkLst>
        </pc:picChg>
      </pc:sldChg>
      <pc:sldChg chg="addSp delSp modSp mod">
        <pc:chgData name="Louis Dupont (Student at CentraleSupelec)" userId="687fdefc-11b0-4eb9-bd08-c0f42067fdf3" providerId="ADAL" clId="{C0CE8755-2171-493B-91BE-4968CCCDD070}" dt="2023-03-29T15:49:34.948" v="4305" actId="164"/>
        <pc:sldMkLst>
          <pc:docMk/>
          <pc:sldMk cId="1510582457" sldId="321"/>
        </pc:sldMkLst>
        <pc:spChg chg="add mod">
          <ac:chgData name="Louis Dupont (Student at CentraleSupelec)" userId="687fdefc-11b0-4eb9-bd08-c0f42067fdf3" providerId="ADAL" clId="{C0CE8755-2171-493B-91BE-4968CCCDD070}" dt="2023-03-29T08:26:22.600" v="2362"/>
          <ac:spMkLst>
            <pc:docMk/>
            <pc:sldMk cId="1510582457" sldId="321"/>
            <ac:spMk id="4" creationId="{55EB2700-28E8-2729-EA3B-9812DEB8AB5D}"/>
          </ac:spMkLst>
        </pc:spChg>
        <pc:spChg chg="mod">
          <ac:chgData name="Louis Dupont (Student at CentraleSupelec)" userId="687fdefc-11b0-4eb9-bd08-c0f42067fdf3" providerId="ADAL" clId="{C0CE8755-2171-493B-91BE-4968CCCDD070}" dt="2023-03-29T09:11:27.947" v="4115"/>
          <ac:spMkLst>
            <pc:docMk/>
            <pc:sldMk cId="1510582457" sldId="321"/>
            <ac:spMk id="15" creationId="{969A1DC8-2663-9B99-FD13-47D3B1FE68B6}"/>
          </ac:spMkLst>
        </pc:spChg>
        <pc:spChg chg="mod">
          <ac:chgData name="Louis Dupont (Student at CentraleSupelec)" userId="687fdefc-11b0-4eb9-bd08-c0f42067fdf3" providerId="ADAL" clId="{C0CE8755-2171-493B-91BE-4968CCCDD070}" dt="2023-03-29T09:11:27.947" v="4115"/>
          <ac:spMkLst>
            <pc:docMk/>
            <pc:sldMk cId="1510582457" sldId="321"/>
            <ac:spMk id="17" creationId="{B2CDAC9F-BCFF-0219-FE60-0922109872D3}"/>
          </ac:spMkLst>
        </pc:spChg>
        <pc:spChg chg="mod">
          <ac:chgData name="Louis Dupont (Student at CentraleSupelec)" userId="687fdefc-11b0-4eb9-bd08-c0f42067fdf3" providerId="ADAL" clId="{C0CE8755-2171-493B-91BE-4968CCCDD070}" dt="2023-03-29T15:49:34.948" v="4305" actId="164"/>
          <ac:spMkLst>
            <pc:docMk/>
            <pc:sldMk cId="1510582457" sldId="321"/>
            <ac:spMk id="19" creationId="{C3D1A452-A9E5-0129-8E37-D984BEEF377D}"/>
          </ac:spMkLst>
        </pc:spChg>
        <pc:spChg chg="mod">
          <ac:chgData name="Louis Dupont (Student at CentraleSupelec)" userId="687fdefc-11b0-4eb9-bd08-c0f42067fdf3" providerId="ADAL" clId="{C0CE8755-2171-493B-91BE-4968CCCDD070}" dt="2023-03-29T15:49:34.948" v="4305" actId="164"/>
          <ac:spMkLst>
            <pc:docMk/>
            <pc:sldMk cId="1510582457" sldId="321"/>
            <ac:spMk id="20" creationId="{0A74854D-84A9-EB94-079D-764F63AD273C}"/>
          </ac:spMkLst>
        </pc:spChg>
        <pc:spChg chg="mod">
          <ac:chgData name="Louis Dupont (Student at CentraleSupelec)" userId="687fdefc-11b0-4eb9-bd08-c0f42067fdf3" providerId="ADAL" clId="{C0CE8755-2171-493B-91BE-4968CCCDD070}" dt="2023-03-29T15:49:34.948" v="4305" actId="164"/>
          <ac:spMkLst>
            <pc:docMk/>
            <pc:sldMk cId="1510582457" sldId="321"/>
            <ac:spMk id="21" creationId="{71427BFE-C15C-E60E-9DD5-10B0E51F12C6}"/>
          </ac:spMkLst>
        </pc:spChg>
        <pc:spChg chg="mod">
          <ac:chgData name="Louis Dupont (Student at CentraleSupelec)" userId="687fdefc-11b0-4eb9-bd08-c0f42067fdf3" providerId="ADAL" clId="{C0CE8755-2171-493B-91BE-4968CCCDD070}" dt="2023-03-29T09:11:27.947" v="4115"/>
          <ac:spMkLst>
            <pc:docMk/>
            <pc:sldMk cId="1510582457" sldId="321"/>
            <ac:spMk id="22" creationId="{0F645027-8DD3-3E8B-BBB3-EAD3A3706F04}"/>
          </ac:spMkLst>
        </pc:spChg>
        <pc:spChg chg="mod">
          <ac:chgData name="Louis Dupont (Student at CentraleSupelec)" userId="687fdefc-11b0-4eb9-bd08-c0f42067fdf3" providerId="ADAL" clId="{C0CE8755-2171-493B-91BE-4968CCCDD070}" dt="2023-03-29T09:11:27.947" v="4115"/>
          <ac:spMkLst>
            <pc:docMk/>
            <pc:sldMk cId="1510582457" sldId="321"/>
            <ac:spMk id="23" creationId="{E30FB30C-FBE2-F305-77E5-96E92D458815}"/>
          </ac:spMkLst>
        </pc:spChg>
        <pc:spChg chg="mod">
          <ac:chgData name="Louis Dupont (Student at CentraleSupelec)" userId="687fdefc-11b0-4eb9-bd08-c0f42067fdf3" providerId="ADAL" clId="{C0CE8755-2171-493B-91BE-4968CCCDD070}" dt="2023-03-29T09:11:27.947" v="4115"/>
          <ac:spMkLst>
            <pc:docMk/>
            <pc:sldMk cId="1510582457" sldId="321"/>
            <ac:spMk id="24" creationId="{0B54D17D-A2EC-4525-0EF1-878B566927A7}"/>
          </ac:spMkLst>
        </pc:spChg>
        <pc:spChg chg="mod">
          <ac:chgData name="Louis Dupont (Student at CentraleSupelec)" userId="687fdefc-11b0-4eb9-bd08-c0f42067fdf3" providerId="ADAL" clId="{C0CE8755-2171-493B-91BE-4968CCCDD070}" dt="2023-03-29T09:12:02.535" v="4122" actId="1076"/>
          <ac:spMkLst>
            <pc:docMk/>
            <pc:sldMk cId="1510582457" sldId="321"/>
            <ac:spMk id="25" creationId="{AE406E86-1A9E-0AB6-4415-7B52B33AF916}"/>
          </ac:spMkLst>
        </pc:spChg>
        <pc:grpChg chg="add mod">
          <ac:chgData name="Louis Dupont (Student at CentraleSupelec)" userId="687fdefc-11b0-4eb9-bd08-c0f42067fdf3" providerId="ADAL" clId="{C0CE8755-2171-493B-91BE-4968CCCDD070}" dt="2023-03-29T15:49:34.948" v="4305" actId="164"/>
          <ac:grpSpMkLst>
            <pc:docMk/>
            <pc:sldMk cId="1510582457" sldId="321"/>
            <ac:grpSpMk id="2" creationId="{B4035920-A4FE-03EA-7CDC-561D567E628D}"/>
          </ac:grpSpMkLst>
        </pc:grpChg>
        <pc:grpChg chg="add mod">
          <ac:chgData name="Louis Dupont (Student at CentraleSupelec)" userId="687fdefc-11b0-4eb9-bd08-c0f42067fdf3" providerId="ADAL" clId="{C0CE8755-2171-493B-91BE-4968CCCDD070}" dt="2023-03-29T09:12:19.922" v="4124" actId="1076"/>
          <ac:grpSpMkLst>
            <pc:docMk/>
            <pc:sldMk cId="1510582457" sldId="321"/>
            <ac:grpSpMk id="11" creationId="{F70D8E37-DE88-D4A6-C35A-F5BD2CEA05DE}"/>
          </ac:grpSpMkLst>
        </pc:grpChg>
        <pc:graphicFrameChg chg="del mod modGraphic">
          <ac:chgData name="Louis Dupont (Student at CentraleSupelec)" userId="687fdefc-11b0-4eb9-bd08-c0f42067fdf3" providerId="ADAL" clId="{C0CE8755-2171-493B-91BE-4968CCCDD070}" dt="2023-03-29T09:05:41.142" v="4041" actId="478"/>
          <ac:graphicFrameMkLst>
            <pc:docMk/>
            <pc:sldMk cId="1510582457" sldId="321"/>
            <ac:graphicFrameMk id="2" creationId="{32234DA4-3B80-86B7-D338-CECE6858CDFE}"/>
          </ac:graphicFrameMkLst>
        </pc:graphicFrameChg>
        <pc:picChg chg="mod">
          <ac:chgData name="Louis Dupont (Student at CentraleSupelec)" userId="687fdefc-11b0-4eb9-bd08-c0f42067fdf3" providerId="ADAL" clId="{C0CE8755-2171-493B-91BE-4968CCCDD070}" dt="2023-03-29T09:11:27.947" v="4115"/>
          <ac:picMkLst>
            <pc:docMk/>
            <pc:sldMk cId="1510582457" sldId="321"/>
            <ac:picMk id="13" creationId="{34D7879B-0DD1-B6E0-48F1-1ED6C066885A}"/>
          </ac:picMkLst>
        </pc:picChg>
        <pc:picChg chg="mod modCrop">
          <ac:chgData name="Louis Dupont (Student at CentraleSupelec)" userId="687fdefc-11b0-4eb9-bd08-c0f42067fdf3" providerId="ADAL" clId="{C0CE8755-2171-493B-91BE-4968CCCDD070}" dt="2023-03-29T09:12:35.405" v="4126" actId="732"/>
          <ac:picMkLst>
            <pc:docMk/>
            <pc:sldMk cId="1510582457" sldId="321"/>
            <ac:picMk id="18" creationId="{A0102685-D20A-985A-28D7-8D33263DA867}"/>
          </ac:picMkLst>
        </pc:picChg>
        <pc:picChg chg="mod modCrop">
          <ac:chgData name="Louis Dupont (Student at CentraleSupelec)" userId="687fdefc-11b0-4eb9-bd08-c0f42067fdf3" providerId="ADAL" clId="{C0CE8755-2171-493B-91BE-4968CCCDD070}" dt="2023-03-29T15:49:34.948" v="4305" actId="164"/>
          <ac:picMkLst>
            <pc:docMk/>
            <pc:sldMk cId="1510582457" sldId="321"/>
            <ac:picMk id="27" creationId="{2CC3240B-AD23-EA1E-75F1-67A34E10C5D2}"/>
          </ac:picMkLst>
        </pc:picChg>
      </pc:sldChg>
      <pc:sldChg chg="addSp delSp modSp mod">
        <pc:chgData name="Louis Dupont (Student at CentraleSupelec)" userId="687fdefc-11b0-4eb9-bd08-c0f42067fdf3" providerId="ADAL" clId="{C0CE8755-2171-493B-91BE-4968CCCDD070}" dt="2023-03-29T15:51:21.584" v="4313" actId="170"/>
        <pc:sldMkLst>
          <pc:docMk/>
          <pc:sldMk cId="2968194240" sldId="322"/>
        </pc:sldMkLst>
        <pc:spChg chg="del">
          <ac:chgData name="Louis Dupont (Student at CentraleSupelec)" userId="687fdefc-11b0-4eb9-bd08-c0f42067fdf3" providerId="ADAL" clId="{C0CE8755-2171-493B-91BE-4968CCCDD070}" dt="2023-03-29T09:09:42.020" v="4076" actId="478"/>
          <ac:spMkLst>
            <pc:docMk/>
            <pc:sldMk cId="2968194240" sldId="322"/>
            <ac:spMk id="9" creationId="{34661294-8FDE-40D3-B899-35182BDADB79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41.421" v="2372"/>
          <ac:spMkLst>
            <pc:docMk/>
            <pc:sldMk cId="2968194240" sldId="322"/>
            <ac:spMk id="11" creationId="{17EBB9B6-A333-3771-3208-E9F5AFEC8FEB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4.866" v="4137"/>
          <ac:spMkLst>
            <pc:docMk/>
            <pc:sldMk cId="2968194240" sldId="322"/>
            <ac:spMk id="14" creationId="{A5951E1E-8B30-48AD-55D1-DB74869D0072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4.866" v="4137"/>
          <ac:spMkLst>
            <pc:docMk/>
            <pc:sldMk cId="2968194240" sldId="322"/>
            <ac:spMk id="15" creationId="{DCB8991D-26AA-DCFC-8585-C6F1C2F01DB3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4.866" v="4137"/>
          <ac:spMkLst>
            <pc:docMk/>
            <pc:sldMk cId="2968194240" sldId="322"/>
            <ac:spMk id="16" creationId="{73B891CC-F7E4-E1C2-CB4C-66DC63583EA4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4.866" v="4137"/>
          <ac:spMkLst>
            <pc:docMk/>
            <pc:sldMk cId="2968194240" sldId="322"/>
            <ac:spMk id="17" creationId="{D5A20738-3B36-552B-89A8-B212F15E908D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4.866" v="4137"/>
          <ac:spMkLst>
            <pc:docMk/>
            <pc:sldMk cId="2968194240" sldId="322"/>
            <ac:spMk id="18" creationId="{11B39448-AFEB-3C89-D9DC-A24FD14362E2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44.866" v="4137"/>
          <ac:spMkLst>
            <pc:docMk/>
            <pc:sldMk cId="2968194240" sldId="322"/>
            <ac:spMk id="19" creationId="{795259CD-284D-4AD2-20D4-6F809205CA48}"/>
          </ac:spMkLst>
        </pc:spChg>
        <pc:spChg chg="mod">
          <ac:chgData name="Louis Dupont (Student at CentraleSupelec)" userId="687fdefc-11b0-4eb9-bd08-c0f42067fdf3" providerId="ADAL" clId="{C0CE8755-2171-493B-91BE-4968CCCDD070}" dt="2023-03-29T15:51:06.288" v="4312" actId="164"/>
          <ac:spMkLst>
            <pc:docMk/>
            <pc:sldMk cId="2968194240" sldId="322"/>
            <ac:spMk id="22" creationId="{C867CD19-B3BA-36E6-1725-037BC75A7A18}"/>
          </ac:spMkLst>
        </pc:spChg>
        <pc:spChg chg="mod">
          <ac:chgData name="Louis Dupont (Student at CentraleSupelec)" userId="687fdefc-11b0-4eb9-bd08-c0f42067fdf3" providerId="ADAL" clId="{C0CE8755-2171-493B-91BE-4968CCCDD070}" dt="2023-03-29T15:51:06.288" v="4312" actId="164"/>
          <ac:spMkLst>
            <pc:docMk/>
            <pc:sldMk cId="2968194240" sldId="322"/>
            <ac:spMk id="23" creationId="{6624F1F3-44FA-B7F8-52BE-EF16952A3A5D}"/>
          </ac:spMkLst>
        </pc:spChg>
        <pc:spChg chg="mod">
          <ac:chgData name="Louis Dupont (Student at CentraleSupelec)" userId="687fdefc-11b0-4eb9-bd08-c0f42067fdf3" providerId="ADAL" clId="{C0CE8755-2171-493B-91BE-4968CCCDD070}" dt="2023-03-29T15:51:06.288" v="4312" actId="164"/>
          <ac:spMkLst>
            <pc:docMk/>
            <pc:sldMk cId="2968194240" sldId="322"/>
            <ac:spMk id="24" creationId="{F9F7B387-616E-BB66-EFBF-BC7A22061A6B}"/>
          </ac:spMkLst>
        </pc:spChg>
        <pc:grpChg chg="add mod">
          <ac:chgData name="Louis Dupont (Student at CentraleSupelec)" userId="687fdefc-11b0-4eb9-bd08-c0f42067fdf3" providerId="ADAL" clId="{C0CE8755-2171-493B-91BE-4968CCCDD070}" dt="2023-03-29T15:51:06.288" v="4312" actId="164"/>
          <ac:grpSpMkLst>
            <pc:docMk/>
            <pc:sldMk cId="2968194240" sldId="322"/>
            <ac:grpSpMk id="2" creationId="{944A1DA3-C637-2737-1EA8-5255DE30DDA4}"/>
          </ac:grpSpMkLst>
        </pc:grpChg>
        <pc:grpChg chg="add mod ord">
          <ac:chgData name="Louis Dupont (Student at CentraleSupelec)" userId="687fdefc-11b0-4eb9-bd08-c0f42067fdf3" providerId="ADAL" clId="{C0CE8755-2171-493B-91BE-4968CCCDD070}" dt="2023-03-29T15:51:21.584" v="4313" actId="170"/>
          <ac:grpSpMkLst>
            <pc:docMk/>
            <pc:sldMk cId="2968194240" sldId="322"/>
            <ac:grpSpMk id="12" creationId="{3B381C97-D006-5BDE-E6DB-A30514D89262}"/>
          </ac:grpSpMkLst>
        </pc:grpChg>
        <pc:graphicFrameChg chg="del mod modGraphic">
          <ac:chgData name="Louis Dupont (Student at CentraleSupelec)" userId="687fdefc-11b0-4eb9-bd08-c0f42067fdf3" providerId="ADAL" clId="{C0CE8755-2171-493B-91BE-4968CCCDD070}" dt="2023-03-29T09:09:39.461" v="4074" actId="478"/>
          <ac:graphicFrameMkLst>
            <pc:docMk/>
            <pc:sldMk cId="2968194240" sldId="322"/>
            <ac:graphicFrameMk id="2" creationId="{32234DA4-3B80-86B7-D338-CECE6858CDFE}"/>
          </ac:graphicFrameMkLst>
        </pc:graphicFrameChg>
        <pc:picChg chg="del">
          <ac:chgData name="Louis Dupont (Student at CentraleSupelec)" userId="687fdefc-11b0-4eb9-bd08-c0f42067fdf3" providerId="ADAL" clId="{C0CE8755-2171-493B-91BE-4968CCCDD070}" dt="2023-03-29T09:09:40.223" v="4075" actId="478"/>
          <ac:picMkLst>
            <pc:docMk/>
            <pc:sldMk cId="2968194240" sldId="322"/>
            <ac:picMk id="10" creationId="{72DE71AB-2F72-BD1F-1971-67CA39F6D4DF}"/>
          </ac:picMkLst>
        </pc:picChg>
        <pc:picChg chg="mod">
          <ac:chgData name="Louis Dupont (Student at CentraleSupelec)" userId="687fdefc-11b0-4eb9-bd08-c0f42067fdf3" providerId="ADAL" clId="{C0CE8755-2171-493B-91BE-4968CCCDD070}" dt="2023-03-29T09:13:44.866" v="4137"/>
          <ac:picMkLst>
            <pc:docMk/>
            <pc:sldMk cId="2968194240" sldId="322"/>
            <ac:picMk id="13" creationId="{C72051A0-DB52-EC2D-CB21-5A01603CB8B8}"/>
          </ac:picMkLst>
        </pc:picChg>
        <pc:picChg chg="mod modCrop">
          <ac:chgData name="Louis Dupont (Student at CentraleSupelec)" userId="687fdefc-11b0-4eb9-bd08-c0f42067fdf3" providerId="ADAL" clId="{C0CE8755-2171-493B-91BE-4968CCCDD070}" dt="2023-03-29T15:51:06.288" v="4312" actId="164"/>
          <ac:picMkLst>
            <pc:docMk/>
            <pc:sldMk cId="2968194240" sldId="322"/>
            <ac:picMk id="21" creationId="{D21E541C-F7E7-790A-F901-AB4BF4AEF04F}"/>
          </ac:picMkLst>
        </pc:picChg>
      </pc:sldChg>
      <pc:sldChg chg="addSp delSp modSp mod ord modShow">
        <pc:chgData name="Louis Dupont (Student at CentraleSupelec)" userId="687fdefc-11b0-4eb9-bd08-c0f42067fdf3" providerId="ADAL" clId="{C0CE8755-2171-493B-91BE-4968CCCDD070}" dt="2023-03-31T07:42:31.060" v="4337"/>
        <pc:sldMkLst>
          <pc:docMk/>
          <pc:sldMk cId="316936772" sldId="323"/>
        </pc:sldMkLst>
        <pc:spChg chg="del">
          <ac:chgData name="Louis Dupont (Student at CentraleSupelec)" userId="687fdefc-11b0-4eb9-bd08-c0f42067fdf3" providerId="ADAL" clId="{C0CE8755-2171-493B-91BE-4968CCCDD070}" dt="2023-03-29T09:08:23.360" v="4062" actId="478"/>
          <ac:spMkLst>
            <pc:docMk/>
            <pc:sldMk cId="316936772" sldId="323"/>
            <ac:spMk id="9" creationId="{5C543A7A-DB01-A28F-C550-18928F750CDF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34.476" v="2368"/>
          <ac:spMkLst>
            <pc:docMk/>
            <pc:sldMk cId="316936772" sldId="323"/>
            <ac:spMk id="11" creationId="{DEAB4FFB-490E-AC91-56AF-2589B8C0F9C9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8.380" v="4128"/>
          <ac:spMkLst>
            <pc:docMk/>
            <pc:sldMk cId="316936772" sldId="323"/>
            <ac:spMk id="14" creationId="{E4D1B940-9B91-9113-F908-B15C1B21B3AD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8.380" v="4128"/>
          <ac:spMkLst>
            <pc:docMk/>
            <pc:sldMk cId="316936772" sldId="323"/>
            <ac:spMk id="15" creationId="{04195224-9453-F879-4639-B37C4AE666D7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8.380" v="4128"/>
          <ac:spMkLst>
            <pc:docMk/>
            <pc:sldMk cId="316936772" sldId="323"/>
            <ac:spMk id="16" creationId="{F81C3B1A-C06B-0E70-32AB-8D28EFFB7E7A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8.380" v="4128"/>
          <ac:spMkLst>
            <pc:docMk/>
            <pc:sldMk cId="316936772" sldId="323"/>
            <ac:spMk id="17" creationId="{82922B02-2478-603B-8A35-47823A61B6DA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8.380" v="4128"/>
          <ac:spMkLst>
            <pc:docMk/>
            <pc:sldMk cId="316936772" sldId="323"/>
            <ac:spMk id="18" creationId="{B13435E9-E1AD-D47F-79A4-76344AE9E720}"/>
          </ac:spMkLst>
        </pc:spChg>
        <pc:spChg chg="mod">
          <ac:chgData name="Louis Dupont (Student at CentraleSupelec)" userId="687fdefc-11b0-4eb9-bd08-c0f42067fdf3" providerId="ADAL" clId="{C0CE8755-2171-493B-91BE-4968CCCDD070}" dt="2023-03-29T09:13:08.380" v="4128"/>
          <ac:spMkLst>
            <pc:docMk/>
            <pc:sldMk cId="316936772" sldId="323"/>
            <ac:spMk id="19" creationId="{7C855BE6-29A7-F0E9-8985-3C9093855579}"/>
          </ac:spMkLst>
        </pc:spChg>
        <pc:spChg chg="mod">
          <ac:chgData name="Louis Dupont (Student at CentraleSupelec)" userId="687fdefc-11b0-4eb9-bd08-c0f42067fdf3" providerId="ADAL" clId="{C0CE8755-2171-493B-91BE-4968CCCDD070}" dt="2023-03-29T15:50:23.753" v="4309" actId="164"/>
          <ac:spMkLst>
            <pc:docMk/>
            <pc:sldMk cId="316936772" sldId="323"/>
            <ac:spMk id="22" creationId="{3FA67C74-BF22-A714-B449-68F3DA3B0880}"/>
          </ac:spMkLst>
        </pc:spChg>
        <pc:spChg chg="mod">
          <ac:chgData name="Louis Dupont (Student at CentraleSupelec)" userId="687fdefc-11b0-4eb9-bd08-c0f42067fdf3" providerId="ADAL" clId="{C0CE8755-2171-493B-91BE-4968CCCDD070}" dt="2023-03-29T15:50:23.753" v="4309" actId="164"/>
          <ac:spMkLst>
            <pc:docMk/>
            <pc:sldMk cId="316936772" sldId="323"/>
            <ac:spMk id="23" creationId="{67E66D1C-AB29-E086-06DB-69A461F18B78}"/>
          </ac:spMkLst>
        </pc:spChg>
        <pc:spChg chg="mod">
          <ac:chgData name="Louis Dupont (Student at CentraleSupelec)" userId="687fdefc-11b0-4eb9-bd08-c0f42067fdf3" providerId="ADAL" clId="{C0CE8755-2171-493B-91BE-4968CCCDD070}" dt="2023-03-29T15:50:23.753" v="4309" actId="164"/>
          <ac:spMkLst>
            <pc:docMk/>
            <pc:sldMk cId="316936772" sldId="323"/>
            <ac:spMk id="24" creationId="{1F1D69A2-AD47-8B3E-C52D-221D09282B4D}"/>
          </ac:spMkLst>
        </pc:spChg>
        <pc:grpChg chg="add mod">
          <ac:chgData name="Louis Dupont (Student at CentraleSupelec)" userId="687fdefc-11b0-4eb9-bd08-c0f42067fdf3" providerId="ADAL" clId="{C0CE8755-2171-493B-91BE-4968CCCDD070}" dt="2023-03-29T15:50:23.753" v="4309" actId="164"/>
          <ac:grpSpMkLst>
            <pc:docMk/>
            <pc:sldMk cId="316936772" sldId="323"/>
            <ac:grpSpMk id="2" creationId="{F10CB50A-6A60-6EA1-7D52-CEA74108959C}"/>
          </ac:grpSpMkLst>
        </pc:grpChg>
        <pc:grpChg chg="add mod">
          <ac:chgData name="Louis Dupont (Student at CentraleSupelec)" userId="687fdefc-11b0-4eb9-bd08-c0f42067fdf3" providerId="ADAL" clId="{C0CE8755-2171-493B-91BE-4968CCCDD070}" dt="2023-03-29T09:13:30.876" v="4135" actId="14100"/>
          <ac:grpSpMkLst>
            <pc:docMk/>
            <pc:sldMk cId="316936772" sldId="323"/>
            <ac:grpSpMk id="12" creationId="{4B1AE61C-93CD-1656-2EFE-C08170AF5028}"/>
          </ac:grpSpMkLst>
        </pc:grpChg>
        <pc:graphicFrameChg chg="del mod modGraphic">
          <ac:chgData name="Louis Dupont (Student at CentraleSupelec)" userId="687fdefc-11b0-4eb9-bd08-c0f42067fdf3" providerId="ADAL" clId="{C0CE8755-2171-493B-91BE-4968CCCDD070}" dt="2023-03-29T09:08:17.367" v="4060" actId="478"/>
          <ac:graphicFrameMkLst>
            <pc:docMk/>
            <pc:sldMk cId="316936772" sldId="323"/>
            <ac:graphicFrameMk id="2" creationId="{32234DA4-3B80-86B7-D338-CECE6858CDFE}"/>
          </ac:graphicFrameMkLst>
        </pc:graphicFrameChg>
        <pc:picChg chg="del">
          <ac:chgData name="Louis Dupont (Student at CentraleSupelec)" userId="687fdefc-11b0-4eb9-bd08-c0f42067fdf3" providerId="ADAL" clId="{C0CE8755-2171-493B-91BE-4968CCCDD070}" dt="2023-03-29T09:08:20.586" v="4061" actId="478"/>
          <ac:picMkLst>
            <pc:docMk/>
            <pc:sldMk cId="316936772" sldId="323"/>
            <ac:picMk id="10" creationId="{792E3C74-EC40-1953-9311-97978CB0572A}"/>
          </ac:picMkLst>
        </pc:picChg>
        <pc:picChg chg="mod">
          <ac:chgData name="Louis Dupont (Student at CentraleSupelec)" userId="687fdefc-11b0-4eb9-bd08-c0f42067fdf3" providerId="ADAL" clId="{C0CE8755-2171-493B-91BE-4968CCCDD070}" dt="2023-03-29T09:13:08.380" v="4128"/>
          <ac:picMkLst>
            <pc:docMk/>
            <pc:sldMk cId="316936772" sldId="323"/>
            <ac:picMk id="13" creationId="{3FAB5EF9-19A1-9144-1DAF-974CFB701893}"/>
          </ac:picMkLst>
        </pc:picChg>
        <pc:picChg chg="mod modCrop">
          <ac:chgData name="Louis Dupont (Student at CentraleSupelec)" userId="687fdefc-11b0-4eb9-bd08-c0f42067fdf3" providerId="ADAL" clId="{C0CE8755-2171-493B-91BE-4968CCCDD070}" dt="2023-03-29T15:50:23.753" v="4309" actId="164"/>
          <ac:picMkLst>
            <pc:docMk/>
            <pc:sldMk cId="316936772" sldId="323"/>
            <ac:picMk id="21" creationId="{156954F0-2A2B-BA7A-2AB9-8BEB3FBAB39E}"/>
          </ac:picMkLst>
        </pc:picChg>
      </pc:sldChg>
      <pc:sldChg chg="add del">
        <pc:chgData name="Louis Dupont (Student at CentraleSupelec)" userId="687fdefc-11b0-4eb9-bd08-c0f42067fdf3" providerId="ADAL" clId="{C0CE8755-2171-493B-91BE-4968CCCDD070}" dt="2023-03-29T07:03:17.413" v="1" actId="47"/>
        <pc:sldMkLst>
          <pc:docMk/>
          <pc:sldMk cId="4020422282" sldId="324"/>
        </pc:sldMkLst>
      </pc:sldChg>
      <pc:sldChg chg="add del">
        <pc:chgData name="Louis Dupont (Student at CentraleSupelec)" userId="687fdefc-11b0-4eb9-bd08-c0f42067fdf3" providerId="ADAL" clId="{C0CE8755-2171-493B-91BE-4968CCCDD070}" dt="2023-03-29T07:05:03.877" v="69" actId="2696"/>
        <pc:sldMkLst>
          <pc:docMk/>
          <pc:sldMk cId="2749523780" sldId="325"/>
        </pc:sldMkLst>
      </pc:sldChg>
      <pc:sldChg chg="addSp modSp add mod">
        <pc:chgData name="Louis Dupont (Student at CentraleSupelec)" userId="687fdefc-11b0-4eb9-bd08-c0f42067fdf3" providerId="ADAL" clId="{C0CE8755-2171-493B-91BE-4968CCCDD070}" dt="2023-03-29T08:25:33.539" v="2332"/>
        <pc:sldMkLst>
          <pc:docMk/>
          <pc:sldMk cId="4128212754" sldId="325"/>
        </pc:sldMkLst>
        <pc:spChg chg="add mod">
          <ac:chgData name="Louis Dupont (Student at CentraleSupelec)" userId="687fdefc-11b0-4eb9-bd08-c0f42067fdf3" providerId="ADAL" clId="{C0CE8755-2171-493B-91BE-4968CCCDD070}" dt="2023-03-29T08:25:33.539" v="2332"/>
          <ac:spMkLst>
            <pc:docMk/>
            <pc:sldMk cId="4128212754" sldId="325"/>
            <ac:spMk id="2" creationId="{1B3B4336-BE4A-B6C8-8B79-0301343F37E1}"/>
          </ac:spMkLst>
        </pc:spChg>
        <pc:spChg chg="mod">
          <ac:chgData name="Louis Dupont (Student at CentraleSupelec)" userId="687fdefc-11b0-4eb9-bd08-c0f42067fdf3" providerId="ADAL" clId="{C0CE8755-2171-493B-91BE-4968CCCDD070}" dt="2023-03-29T07:09:23.936" v="254" actId="20577"/>
          <ac:spMkLst>
            <pc:docMk/>
            <pc:sldMk cId="4128212754" sldId="325"/>
            <ac:spMk id="3" creationId="{00000000-0000-0000-0000-000000000000}"/>
          </ac:spMkLst>
        </pc:spChg>
      </pc:sldChg>
      <pc:sldChg chg="addSp modSp add mod">
        <pc:chgData name="Louis Dupont (Student at CentraleSupelec)" userId="687fdefc-11b0-4eb9-bd08-c0f42067fdf3" providerId="ADAL" clId="{C0CE8755-2171-493B-91BE-4968CCCDD070}" dt="2023-03-29T08:25:50.903" v="2342"/>
        <pc:sldMkLst>
          <pc:docMk/>
          <pc:sldMk cId="860910329" sldId="326"/>
        </pc:sldMkLst>
        <pc:spChg chg="add mod">
          <ac:chgData name="Louis Dupont (Student at CentraleSupelec)" userId="687fdefc-11b0-4eb9-bd08-c0f42067fdf3" providerId="ADAL" clId="{C0CE8755-2171-493B-91BE-4968CCCDD070}" dt="2023-03-29T08:25:50.903" v="2342"/>
          <ac:spMkLst>
            <pc:docMk/>
            <pc:sldMk cId="860910329" sldId="326"/>
            <ac:spMk id="2" creationId="{0F3040C4-CD28-6CFB-CA1D-A2F581296F80}"/>
          </ac:spMkLst>
        </pc:spChg>
        <pc:spChg chg="mod">
          <ac:chgData name="Louis Dupont (Student at CentraleSupelec)" userId="687fdefc-11b0-4eb9-bd08-c0f42067fdf3" providerId="ADAL" clId="{C0CE8755-2171-493B-91BE-4968CCCDD070}" dt="2023-03-29T07:09:31.284" v="258" actId="20577"/>
          <ac:spMkLst>
            <pc:docMk/>
            <pc:sldMk cId="860910329" sldId="326"/>
            <ac:spMk id="3073" creationId="{00000000-0000-0000-0000-000000000000}"/>
          </ac:spMkLst>
        </pc:spChg>
      </pc:sldChg>
      <pc:sldChg chg="addSp modSp add mod">
        <pc:chgData name="Louis Dupont (Student at CentraleSupelec)" userId="687fdefc-11b0-4eb9-bd08-c0f42067fdf3" providerId="ADAL" clId="{C0CE8755-2171-493B-91BE-4968CCCDD070}" dt="2023-03-31T12:49:21.256" v="5037" actId="1076"/>
        <pc:sldMkLst>
          <pc:docMk/>
          <pc:sldMk cId="177584336" sldId="327"/>
        </pc:sldMkLst>
        <pc:spChg chg="add mod">
          <ac:chgData name="Louis Dupont (Student at CentraleSupelec)" userId="687fdefc-11b0-4eb9-bd08-c0f42067fdf3" providerId="ADAL" clId="{C0CE8755-2171-493B-91BE-4968CCCDD070}" dt="2023-03-29T08:25:36.688" v="2333"/>
          <ac:spMkLst>
            <pc:docMk/>
            <pc:sldMk cId="177584336" sldId="327"/>
            <ac:spMk id="2" creationId="{181D323F-EE8D-7983-C852-4DFE1B2508D5}"/>
          </ac:spMkLst>
        </pc:spChg>
        <pc:spChg chg="mod">
          <ac:chgData name="Louis Dupont (Student at CentraleSupelec)" userId="687fdefc-11b0-4eb9-bd08-c0f42067fdf3" providerId="ADAL" clId="{C0CE8755-2171-493B-91BE-4968CCCDD070}" dt="2023-03-31T12:49:21.256" v="5037" actId="1076"/>
          <ac:spMkLst>
            <pc:docMk/>
            <pc:sldMk cId="177584336" sldId="327"/>
            <ac:spMk id="3073" creationId="{00000000-0000-0000-0000-000000000000}"/>
          </ac:spMkLst>
        </pc:spChg>
      </pc:sldChg>
      <pc:sldChg chg="add del">
        <pc:chgData name="Louis Dupont (Student at CentraleSupelec)" userId="687fdefc-11b0-4eb9-bd08-c0f42067fdf3" providerId="ADAL" clId="{C0CE8755-2171-493B-91BE-4968CCCDD070}" dt="2023-03-29T07:09:16.962" v="249" actId="2696"/>
        <pc:sldMkLst>
          <pc:docMk/>
          <pc:sldMk cId="2784396141" sldId="327"/>
        </pc:sldMkLst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2595012187" sldId="328"/>
        </pc:sldMkLst>
        <pc:spChg chg="add mod">
          <ac:chgData name="Louis Dupont (Student at CentraleSupelec)" userId="687fdefc-11b0-4eb9-bd08-c0f42067fdf3" providerId="ADAL" clId="{C0CE8755-2171-493B-91BE-4968CCCDD070}" dt="2023-03-29T08:25:38.149" v="2334"/>
          <ac:spMkLst>
            <pc:docMk/>
            <pc:sldMk cId="2595012187" sldId="328"/>
            <ac:spMk id="2" creationId="{70B797FC-1162-1932-3065-CC07474A4177}"/>
          </ac:spMkLst>
        </pc:spChg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1336084705" sldId="329"/>
        </pc:sldMkLst>
        <pc:spChg chg="add mod">
          <ac:chgData name="Louis Dupont (Student at CentraleSupelec)" userId="687fdefc-11b0-4eb9-bd08-c0f42067fdf3" providerId="ADAL" clId="{C0CE8755-2171-493B-91BE-4968CCCDD070}" dt="2023-03-29T08:25:42" v="2336"/>
          <ac:spMkLst>
            <pc:docMk/>
            <pc:sldMk cId="1336084705" sldId="329"/>
            <ac:spMk id="2" creationId="{8AE6634E-EB0F-59F0-C6E2-1F200D1E99CA}"/>
          </ac:spMkLst>
        </pc:spChg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175661928" sldId="330"/>
        </pc:sldMkLst>
        <pc:spChg chg="add mod">
          <ac:chgData name="Louis Dupont (Student at CentraleSupelec)" userId="687fdefc-11b0-4eb9-bd08-c0f42067fdf3" providerId="ADAL" clId="{C0CE8755-2171-493B-91BE-4968CCCDD070}" dt="2023-03-29T08:25:43.403" v="2337"/>
          <ac:spMkLst>
            <pc:docMk/>
            <pc:sldMk cId="175661928" sldId="330"/>
            <ac:spMk id="2" creationId="{BEDE0982-3126-B8F0-DA4D-D7958A8A2FA8}"/>
          </ac:spMkLst>
        </pc:spChg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1596054046" sldId="331"/>
        </pc:sldMkLst>
        <pc:spChg chg="add mod">
          <ac:chgData name="Louis Dupont (Student at CentraleSupelec)" userId="687fdefc-11b0-4eb9-bd08-c0f42067fdf3" providerId="ADAL" clId="{C0CE8755-2171-493B-91BE-4968CCCDD070}" dt="2023-03-29T08:25:46.049" v="2339"/>
          <ac:spMkLst>
            <pc:docMk/>
            <pc:sldMk cId="1596054046" sldId="331"/>
            <ac:spMk id="13" creationId="{54E48490-CE03-DB17-C943-BC4CA83760EA}"/>
          </ac:spMkLst>
        </pc:spChg>
      </pc:sldChg>
      <pc:sldChg chg="addSp modSp add del">
        <pc:chgData name="Louis Dupont (Student at CentraleSupelec)" userId="687fdefc-11b0-4eb9-bd08-c0f42067fdf3" providerId="ADAL" clId="{C0CE8755-2171-493B-91BE-4968CCCDD070}" dt="2023-03-29T09:46:14.855" v="4190" actId="47"/>
        <pc:sldMkLst>
          <pc:docMk/>
          <pc:sldMk cId="1457584215" sldId="332"/>
        </pc:sldMkLst>
        <pc:spChg chg="add mod">
          <ac:chgData name="Louis Dupont (Student at CentraleSupelec)" userId="687fdefc-11b0-4eb9-bd08-c0f42067fdf3" providerId="ADAL" clId="{C0CE8755-2171-493B-91BE-4968CCCDD070}" dt="2023-03-29T08:25:48.242" v="2340"/>
          <ac:spMkLst>
            <pc:docMk/>
            <pc:sldMk cId="1457584215" sldId="332"/>
            <ac:spMk id="2" creationId="{28343A27-E084-AC40-01E7-FF5B8EC97E01}"/>
          </ac:spMkLst>
        </pc:spChg>
      </pc:sldChg>
      <pc:sldChg chg="addSp delSp modSp add mod">
        <pc:chgData name="Louis Dupont (Student at CentraleSupelec)" userId="687fdefc-11b0-4eb9-bd08-c0f42067fdf3" providerId="ADAL" clId="{C0CE8755-2171-493B-91BE-4968CCCDD070}" dt="2023-03-29T08:32:15.390" v="2564" actId="20577"/>
        <pc:sldMkLst>
          <pc:docMk/>
          <pc:sldMk cId="387151516" sldId="333"/>
        </pc:sldMkLst>
        <pc:spChg chg="mod">
          <ac:chgData name="Louis Dupont (Student at CentraleSupelec)" userId="687fdefc-11b0-4eb9-bd08-c0f42067fdf3" providerId="ADAL" clId="{C0CE8755-2171-493B-91BE-4968CCCDD070}" dt="2023-03-29T08:32:15.390" v="2564" actId="20577"/>
          <ac:spMkLst>
            <pc:docMk/>
            <pc:sldMk cId="387151516" sldId="333"/>
            <ac:spMk id="7" creationId="{5C3DB8F8-9F4D-6E30-5947-11290A576E21}"/>
          </ac:spMkLst>
        </pc:spChg>
        <pc:spChg chg="add del mod">
          <ac:chgData name="Louis Dupont (Student at CentraleSupelec)" userId="687fdefc-11b0-4eb9-bd08-c0f42067fdf3" providerId="ADAL" clId="{C0CE8755-2171-493B-91BE-4968CCCDD070}" dt="2023-03-29T08:25:59.227" v="2347" actId="478"/>
          <ac:spMkLst>
            <pc:docMk/>
            <pc:sldMk cId="387151516" sldId="333"/>
            <ac:spMk id="9" creationId="{CAC65C96-C24F-575A-4C83-F22050CC953B}"/>
          </ac:spMkLst>
        </pc:spChg>
        <pc:picChg chg="add mod modCrop">
          <ac:chgData name="Louis Dupont (Student at CentraleSupelec)" userId="687fdefc-11b0-4eb9-bd08-c0f42067fdf3" providerId="ADAL" clId="{C0CE8755-2171-493B-91BE-4968CCCDD070}" dt="2023-03-29T07:53:33.015" v="1563" actId="1076"/>
          <ac:picMkLst>
            <pc:docMk/>
            <pc:sldMk cId="387151516" sldId="333"/>
            <ac:picMk id="4" creationId="{56DFAEB7-B2D4-0A14-22ED-24178A394E00}"/>
          </ac:picMkLst>
        </pc:picChg>
        <pc:picChg chg="add del mod">
          <ac:chgData name="Louis Dupont (Student at CentraleSupelec)" userId="687fdefc-11b0-4eb9-bd08-c0f42067fdf3" providerId="ADAL" clId="{C0CE8755-2171-493B-91BE-4968CCCDD070}" dt="2023-03-29T07:53:20.175" v="1559" actId="478"/>
          <ac:picMkLst>
            <pc:docMk/>
            <pc:sldMk cId="387151516" sldId="333"/>
            <ac:picMk id="8" creationId="{2DB6CF3E-EF5E-B225-408B-0B9D1C671556}"/>
          </ac:picMkLst>
        </pc:picChg>
        <pc:picChg chg="del mod">
          <ac:chgData name="Louis Dupont (Student at CentraleSupelec)" userId="687fdefc-11b0-4eb9-bd08-c0f42067fdf3" providerId="ADAL" clId="{C0CE8755-2171-493B-91BE-4968CCCDD070}" dt="2023-03-29T07:27:57.709" v="987" actId="478"/>
          <ac:picMkLst>
            <pc:docMk/>
            <pc:sldMk cId="387151516" sldId="333"/>
            <ac:picMk id="12" creationId="{6424B044-2595-6384-992A-9C13CA87891F}"/>
          </ac:picMkLst>
        </pc:picChg>
      </pc:sldChg>
      <pc:sldChg chg="add del">
        <pc:chgData name="Louis Dupont (Student at CentraleSupelec)" userId="687fdefc-11b0-4eb9-bd08-c0f42067fdf3" providerId="ADAL" clId="{C0CE8755-2171-493B-91BE-4968CCCDD070}" dt="2023-03-29T07:04:32.668" v="66" actId="47"/>
        <pc:sldMkLst>
          <pc:docMk/>
          <pc:sldMk cId="3161668088" sldId="333"/>
        </pc:sldMkLst>
      </pc:sldChg>
      <pc:sldChg chg="addSp delSp modSp add mod">
        <pc:chgData name="Louis Dupont (Student at CentraleSupelec)" userId="687fdefc-11b0-4eb9-bd08-c0f42067fdf3" providerId="ADAL" clId="{C0CE8755-2171-493B-91BE-4968CCCDD070}" dt="2023-03-31T12:52:43.169" v="5046"/>
        <pc:sldMkLst>
          <pc:docMk/>
          <pc:sldMk cId="227127288" sldId="334"/>
        </pc:sldMkLst>
        <pc:spChg chg="add mod">
          <ac:chgData name="Louis Dupont (Student at CentraleSupelec)" userId="687fdefc-11b0-4eb9-bd08-c0f42067fdf3" providerId="ADAL" clId="{C0CE8755-2171-493B-91BE-4968CCCDD070}" dt="2023-03-31T12:52:43.169" v="5046"/>
          <ac:spMkLst>
            <pc:docMk/>
            <pc:sldMk cId="227127288" sldId="334"/>
            <ac:spMk id="2" creationId="{36371728-5451-E5E2-8A57-1B5B5F7572F7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22:14.617" v="673" actId="14100"/>
          <ac:spMkLst>
            <pc:docMk/>
            <pc:sldMk cId="227127288" sldId="334"/>
            <ac:spMk id="10" creationId="{A15ED4F3-A678-C4A4-4D2F-BB52B5C0347C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22:03.672" v="671" actId="14100"/>
          <ac:spMkLst>
            <pc:docMk/>
            <pc:sldMk cId="227127288" sldId="334"/>
            <ac:spMk id="13" creationId="{B4706080-2AC7-AB3A-6A2B-1CE2D0EDE73A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03.397" v="2348"/>
          <ac:spMkLst>
            <pc:docMk/>
            <pc:sldMk cId="227127288" sldId="334"/>
            <ac:spMk id="16" creationId="{E1B9CBD6-F628-0ADA-AE1C-BDF70858841D}"/>
          </ac:spMkLst>
        </pc:spChg>
        <pc:spChg chg="mod">
          <ac:chgData name="Louis Dupont (Student at CentraleSupelec)" userId="687fdefc-11b0-4eb9-bd08-c0f42067fdf3" providerId="ADAL" clId="{C0CE8755-2171-493B-91BE-4968CCCDD070}" dt="2023-03-29T07:22:22.168" v="679" actId="1036"/>
          <ac:spMkLst>
            <pc:docMk/>
            <pc:sldMk cId="227127288" sldId="334"/>
            <ac:spMk id="20" creationId="{31D6BBD8-0F94-7AC3-78AA-A49DD9A73526}"/>
          </ac:spMkLst>
        </pc:spChg>
        <pc:spChg chg="mod">
          <ac:chgData name="Louis Dupont (Student at CentraleSupelec)" userId="687fdefc-11b0-4eb9-bd08-c0f42067fdf3" providerId="ADAL" clId="{C0CE8755-2171-493B-91BE-4968CCCDD070}" dt="2023-03-29T07:24:47.144" v="797" actId="20577"/>
          <ac:spMkLst>
            <pc:docMk/>
            <pc:sldMk cId="227127288" sldId="334"/>
            <ac:spMk id="101" creationId="{00000000-0000-0000-0000-000000000000}"/>
          </ac:spMkLst>
        </pc:spChg>
        <pc:picChg chg="del">
          <ac:chgData name="Louis Dupont (Student at CentraleSupelec)" userId="687fdefc-11b0-4eb9-bd08-c0f42067fdf3" providerId="ADAL" clId="{C0CE8755-2171-493B-91BE-4968CCCDD070}" dt="2023-03-29T07:23:01.074" v="705" actId="478"/>
          <ac:picMkLst>
            <pc:docMk/>
            <pc:sldMk cId="227127288" sldId="334"/>
            <ac:picMk id="2" creationId="{789DFE6A-E433-C7F6-AE5A-0AF9F15FB675}"/>
          </ac:picMkLst>
        </pc:picChg>
        <pc:picChg chg="add mod ord">
          <ac:chgData name="Louis Dupont (Student at CentraleSupelec)" userId="687fdefc-11b0-4eb9-bd08-c0f42067fdf3" providerId="ADAL" clId="{C0CE8755-2171-493B-91BE-4968CCCDD070}" dt="2023-03-29T07:20:50.997" v="650" actId="167"/>
          <ac:picMkLst>
            <pc:docMk/>
            <pc:sldMk cId="227127288" sldId="334"/>
            <ac:picMk id="3" creationId="{12264A2E-7A64-19C9-ADF5-FEF4AE9E3439}"/>
          </ac:picMkLst>
        </pc:picChg>
        <pc:picChg chg="mod modCrop">
          <ac:chgData name="Louis Dupont (Student at CentraleSupelec)" userId="687fdefc-11b0-4eb9-bd08-c0f42067fdf3" providerId="ADAL" clId="{C0CE8755-2171-493B-91BE-4968CCCDD070}" dt="2023-03-29T07:24:22.756" v="747" actId="732"/>
          <ac:picMkLst>
            <pc:docMk/>
            <pc:sldMk cId="227127288" sldId="334"/>
            <ac:picMk id="4" creationId="{0A88691F-0E10-7E35-98E3-E01BBD3F8329}"/>
          </ac:picMkLst>
        </pc:picChg>
        <pc:picChg chg="add mod ord">
          <ac:chgData name="Louis Dupont (Student at CentraleSupelec)" userId="687fdefc-11b0-4eb9-bd08-c0f42067fdf3" providerId="ADAL" clId="{C0CE8755-2171-493B-91BE-4968CCCDD070}" dt="2023-03-29T07:20:50.997" v="650" actId="167"/>
          <ac:picMkLst>
            <pc:docMk/>
            <pc:sldMk cId="227127288" sldId="334"/>
            <ac:picMk id="7" creationId="{B6ABCEEE-D8BA-EF24-3FEC-91AF80908B42}"/>
          </ac:picMkLst>
        </pc:picChg>
        <pc:picChg chg="add del">
          <ac:chgData name="Louis Dupont (Student at CentraleSupelec)" userId="687fdefc-11b0-4eb9-bd08-c0f42067fdf3" providerId="ADAL" clId="{C0CE8755-2171-493B-91BE-4968CCCDD070}" dt="2023-03-29T07:20:54.126" v="652" actId="478"/>
          <ac:picMkLst>
            <pc:docMk/>
            <pc:sldMk cId="227127288" sldId="334"/>
            <ac:picMk id="8" creationId="{C9F7BB90-B01B-C6EB-0FA2-9FEDA92175D3}"/>
          </ac:picMkLst>
        </pc:picChg>
        <pc:picChg chg="add mod ord">
          <ac:chgData name="Louis Dupont (Student at CentraleSupelec)" userId="687fdefc-11b0-4eb9-bd08-c0f42067fdf3" providerId="ADAL" clId="{C0CE8755-2171-493B-91BE-4968CCCDD070}" dt="2023-03-29T07:20:50.997" v="650" actId="167"/>
          <ac:picMkLst>
            <pc:docMk/>
            <pc:sldMk cId="227127288" sldId="334"/>
            <ac:picMk id="9" creationId="{BC000EF0-FA14-A1B8-C16F-24AAC073ABCB}"/>
          </ac:picMkLst>
        </pc:picChg>
        <pc:picChg chg="add del">
          <ac:chgData name="Louis Dupont (Student at CentraleSupelec)" userId="687fdefc-11b0-4eb9-bd08-c0f42067fdf3" providerId="ADAL" clId="{C0CE8755-2171-493B-91BE-4968CCCDD070}" dt="2023-03-29T07:20:53.184" v="651" actId="478"/>
          <ac:picMkLst>
            <pc:docMk/>
            <pc:sldMk cId="227127288" sldId="334"/>
            <ac:picMk id="11" creationId="{5B35F8D9-C810-91B6-995D-A9B161C870E3}"/>
          </ac:picMkLst>
        </pc:picChg>
        <pc:picChg chg="add del">
          <ac:chgData name="Louis Dupont (Student at CentraleSupelec)" userId="687fdefc-11b0-4eb9-bd08-c0f42067fdf3" providerId="ADAL" clId="{C0CE8755-2171-493B-91BE-4968CCCDD070}" dt="2023-03-29T07:20:54.868" v="653" actId="478"/>
          <ac:picMkLst>
            <pc:docMk/>
            <pc:sldMk cId="227127288" sldId="334"/>
            <ac:picMk id="12" creationId="{6713F1ED-0374-48E8-5BE7-49FCBED1C17D}"/>
          </ac:picMkLst>
        </pc:picChg>
        <pc:picChg chg="add mod">
          <ac:chgData name="Louis Dupont (Student at CentraleSupelec)" userId="687fdefc-11b0-4eb9-bd08-c0f42067fdf3" providerId="ADAL" clId="{C0CE8755-2171-493B-91BE-4968CCCDD070}" dt="2023-03-29T07:29:08.910" v="1085" actId="1076"/>
          <ac:picMkLst>
            <pc:docMk/>
            <pc:sldMk cId="227127288" sldId="334"/>
            <ac:picMk id="15" creationId="{EC482ECE-55EC-C045-9CD5-DAED1A79E942}"/>
          </ac:picMkLst>
        </pc:picChg>
        <pc:cxnChg chg="del">
          <ac:chgData name="Louis Dupont (Student at CentraleSupelec)" userId="687fdefc-11b0-4eb9-bd08-c0f42067fdf3" providerId="ADAL" clId="{C0CE8755-2171-493B-91BE-4968CCCDD070}" dt="2023-03-29T07:21:19.937" v="660" actId="478"/>
          <ac:cxnSpMkLst>
            <pc:docMk/>
            <pc:sldMk cId="227127288" sldId="334"/>
            <ac:cxnSpMk id="14" creationId="{72603376-F454-E639-85CB-8044F3590084}"/>
          </ac:cxnSpMkLst>
        </pc:cxnChg>
        <pc:cxnChg chg="del">
          <ac:chgData name="Louis Dupont (Student at CentraleSupelec)" userId="687fdefc-11b0-4eb9-bd08-c0f42067fdf3" providerId="ADAL" clId="{C0CE8755-2171-493B-91BE-4968CCCDD070}" dt="2023-03-29T07:21:18.819" v="659" actId="478"/>
          <ac:cxnSpMkLst>
            <pc:docMk/>
            <pc:sldMk cId="227127288" sldId="334"/>
            <ac:cxnSpMk id="17" creationId="{E3A9719A-A670-2990-BEEE-CA278F2BFC4A}"/>
          </ac:cxnSpMkLst>
        </pc:cxnChg>
      </pc:sldChg>
      <pc:sldChg chg="addSp delSp modSp add mod">
        <pc:chgData name="Louis Dupont (Student at CentraleSupelec)" userId="687fdefc-11b0-4eb9-bd08-c0f42067fdf3" providerId="ADAL" clId="{C0CE8755-2171-493B-91BE-4968CCCDD070}" dt="2023-03-31T12:53:17.388" v="5048" actId="2711"/>
        <pc:sldMkLst>
          <pc:docMk/>
          <pc:sldMk cId="245099751" sldId="335"/>
        </pc:sldMkLst>
        <pc:spChg chg="del">
          <ac:chgData name="Louis Dupont (Student at CentraleSupelec)" userId="687fdefc-11b0-4eb9-bd08-c0f42067fdf3" providerId="ADAL" clId="{C0CE8755-2171-493B-91BE-4968CCCDD070}" dt="2023-03-29T07:26:00.265" v="799" actId="478"/>
          <ac:spMkLst>
            <pc:docMk/>
            <pc:sldMk cId="245099751" sldId="335"/>
            <ac:spMk id="2" creationId="{E5C11466-342A-872F-5135-0FB652B47AC0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08.629" v="2352"/>
          <ac:spMkLst>
            <pc:docMk/>
            <pc:sldMk cId="245099751" sldId="335"/>
            <ac:spMk id="3" creationId="{59AFECF6-E8A9-AB92-F866-E0137C8AD2A0}"/>
          </ac:spMkLst>
        </pc:spChg>
        <pc:spChg chg="mod">
          <ac:chgData name="Louis Dupont (Student at CentraleSupelec)" userId="687fdefc-11b0-4eb9-bd08-c0f42067fdf3" providerId="ADAL" clId="{C0CE8755-2171-493B-91BE-4968CCCDD070}" dt="2023-03-29T08:39:46.683" v="2686"/>
          <ac:spMkLst>
            <pc:docMk/>
            <pc:sldMk cId="245099751" sldId="335"/>
            <ac:spMk id="8" creationId="{480788BE-6B24-0C94-2ED8-F275956D3ED6}"/>
          </ac:spMkLst>
        </pc:spChg>
        <pc:spChg chg="mod ord">
          <ac:chgData name="Louis Dupont (Student at CentraleSupelec)" userId="687fdefc-11b0-4eb9-bd08-c0f42067fdf3" providerId="ADAL" clId="{C0CE8755-2171-493B-91BE-4968CCCDD070}" dt="2023-03-29T08:44:22.006" v="2866" actId="167"/>
          <ac:spMkLst>
            <pc:docMk/>
            <pc:sldMk cId="245099751" sldId="335"/>
            <ac:spMk id="9" creationId="{3909E233-F596-CB67-5D39-4C5F5C85202C}"/>
          </ac:spMkLst>
        </pc:spChg>
        <pc:spChg chg="mod">
          <ac:chgData name="Louis Dupont (Student at CentraleSupelec)" userId="687fdefc-11b0-4eb9-bd08-c0f42067fdf3" providerId="ADAL" clId="{C0CE8755-2171-493B-91BE-4968CCCDD070}" dt="2023-03-31T12:53:17.388" v="5048" actId="2711"/>
          <ac:spMkLst>
            <pc:docMk/>
            <pc:sldMk cId="245099751" sldId="335"/>
            <ac:spMk id="10" creationId="{9496AC1A-AC0B-F333-3184-6BDB9C6B586E}"/>
          </ac:spMkLst>
        </pc:spChg>
        <pc:spChg chg="add del mod">
          <ac:chgData name="Louis Dupont (Student at CentraleSupelec)" userId="687fdefc-11b0-4eb9-bd08-c0f42067fdf3" providerId="ADAL" clId="{C0CE8755-2171-493B-91BE-4968CCCDD070}" dt="2023-03-29T08:41:35.006" v="2847" actId="478"/>
          <ac:spMkLst>
            <pc:docMk/>
            <pc:sldMk cId="245099751" sldId="335"/>
            <ac:spMk id="11" creationId="{67689F90-0FB2-2A84-D834-830C9970A692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44:14.410" v="2864" actId="1076"/>
          <ac:spMkLst>
            <pc:docMk/>
            <pc:sldMk cId="245099751" sldId="335"/>
            <ac:spMk id="12" creationId="{14E47CE5-967F-4BB5-25FD-26E8593CD0DF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41:20.807" v="2843" actId="1076"/>
          <ac:spMkLst>
            <pc:docMk/>
            <pc:sldMk cId="245099751" sldId="335"/>
            <ac:spMk id="13" creationId="{AA33CB69-4DCD-8098-AC46-8E4F0355D2EE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41:15.589" v="2842" actId="1076"/>
          <ac:spMkLst>
            <pc:docMk/>
            <pc:sldMk cId="245099751" sldId="335"/>
            <ac:spMk id="14" creationId="{95C60FC9-2AF0-CE88-58F7-B3A212CF926A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41:56.587" v="2854" actId="1076"/>
          <ac:spMkLst>
            <pc:docMk/>
            <pc:sldMk cId="245099751" sldId="335"/>
            <ac:spMk id="15" creationId="{A28BC024-FC45-E28C-D0A3-ABB98D73E349}"/>
          </ac:spMkLst>
        </pc:spChg>
        <pc:grpChg chg="add mod">
          <ac:chgData name="Louis Dupont (Student at CentraleSupelec)" userId="687fdefc-11b0-4eb9-bd08-c0f42067fdf3" providerId="ADAL" clId="{C0CE8755-2171-493B-91BE-4968CCCDD070}" dt="2023-03-29T08:42:06.619" v="2857" actId="14100"/>
          <ac:grpSpMkLst>
            <pc:docMk/>
            <pc:sldMk cId="245099751" sldId="335"/>
            <ac:grpSpMk id="7" creationId="{35FA0F36-F9A2-DAF4-1326-E77693993470}"/>
          </ac:grpSpMkLst>
        </pc:grpChg>
        <pc:graphicFrameChg chg="add mod">
          <ac:chgData name="Louis Dupont (Student at CentraleSupelec)" userId="687fdefc-11b0-4eb9-bd08-c0f42067fdf3" providerId="ADAL" clId="{C0CE8755-2171-493B-91BE-4968CCCDD070}" dt="2023-03-31T12:53:13.205" v="5047" actId="2711"/>
          <ac:graphicFrameMkLst>
            <pc:docMk/>
            <pc:sldMk cId="245099751" sldId="335"/>
            <ac:graphicFrameMk id="4" creationId="{1061485C-FB14-098E-073B-1E099998166A}"/>
          </ac:graphicFrameMkLst>
        </pc:graphicFrameChg>
        <pc:picChg chg="add mod ord">
          <ac:chgData name="Louis Dupont (Student at CentraleSupelec)" userId="687fdefc-11b0-4eb9-bd08-c0f42067fdf3" providerId="ADAL" clId="{C0CE8755-2171-493B-91BE-4968CCCDD070}" dt="2023-03-29T08:44:31.463" v="2870" actId="1076"/>
          <ac:picMkLst>
            <pc:docMk/>
            <pc:sldMk cId="245099751" sldId="335"/>
            <ac:picMk id="17" creationId="{AD226DCA-1CFC-8984-7B31-52FF8FEB56C7}"/>
          </ac:picMkLst>
        </pc:picChg>
      </pc:sldChg>
      <pc:sldChg chg="addSp modSp add mod">
        <pc:chgData name="Louis Dupont (Student at CentraleSupelec)" userId="687fdefc-11b0-4eb9-bd08-c0f42067fdf3" providerId="ADAL" clId="{C0CE8755-2171-493B-91BE-4968CCCDD070}" dt="2023-03-31T12:36:24.921" v="4947" actId="20577"/>
        <pc:sldMkLst>
          <pc:docMk/>
          <pc:sldMk cId="1025595918" sldId="336"/>
        </pc:sldMkLst>
        <pc:spChg chg="add mod">
          <ac:chgData name="Louis Dupont (Student at CentraleSupelec)" userId="687fdefc-11b0-4eb9-bd08-c0f42067fdf3" providerId="ADAL" clId="{C0CE8755-2171-493B-91BE-4968CCCDD070}" dt="2023-03-29T08:26:12.650" v="2355"/>
          <ac:spMkLst>
            <pc:docMk/>
            <pc:sldMk cId="1025595918" sldId="336"/>
            <ac:spMk id="2" creationId="{5854994E-F7E7-4045-62AC-B4A771E2E90E}"/>
          </ac:spMkLst>
        </pc:spChg>
        <pc:spChg chg="mod">
          <ac:chgData name="Louis Dupont (Student at CentraleSupelec)" userId="687fdefc-11b0-4eb9-bd08-c0f42067fdf3" providerId="ADAL" clId="{C0CE8755-2171-493B-91BE-4968CCCDD070}" dt="2023-03-31T12:36:24.921" v="4947" actId="20577"/>
          <ac:spMkLst>
            <pc:docMk/>
            <pc:sldMk cId="1025595918" sldId="336"/>
            <ac:spMk id="3073" creationId="{00000000-0000-0000-0000-000000000000}"/>
          </ac:spMkLst>
        </pc:spChg>
      </pc:sldChg>
      <pc:sldChg chg="add del">
        <pc:chgData name="Louis Dupont (Student at CentraleSupelec)" userId="687fdefc-11b0-4eb9-bd08-c0f42067fdf3" providerId="ADAL" clId="{C0CE8755-2171-493B-91BE-4968CCCDD070}" dt="2023-03-29T07:30:51.658" v="1155" actId="47"/>
        <pc:sldMkLst>
          <pc:docMk/>
          <pc:sldMk cId="904644167" sldId="337"/>
        </pc:sldMkLst>
      </pc:sldChg>
      <pc:sldChg chg="addSp modSp add mod ord">
        <pc:chgData name="Louis Dupont (Student at CentraleSupelec)" userId="687fdefc-11b0-4eb9-bd08-c0f42067fdf3" providerId="ADAL" clId="{C0CE8755-2171-493B-91BE-4968CCCDD070}" dt="2023-03-31T12:04:28.812" v="4836" actId="20577"/>
        <pc:sldMkLst>
          <pc:docMk/>
          <pc:sldMk cId="2671760962" sldId="337"/>
        </pc:sldMkLst>
        <pc:spChg chg="add mod">
          <ac:chgData name="Louis Dupont (Student at CentraleSupelec)" userId="687fdefc-11b0-4eb9-bd08-c0f42067fdf3" providerId="ADAL" clId="{C0CE8755-2171-493B-91BE-4968CCCDD070}" dt="2023-03-29T08:26:24.241" v="2363"/>
          <ac:spMkLst>
            <pc:docMk/>
            <pc:sldMk cId="2671760962" sldId="337"/>
            <ac:spMk id="2" creationId="{4EBC1C00-13A1-64C8-EFD1-C6F6EFFE23BC}"/>
          </ac:spMkLst>
        </pc:spChg>
        <pc:spChg chg="mod">
          <ac:chgData name="Louis Dupont (Student at CentraleSupelec)" userId="687fdefc-11b0-4eb9-bd08-c0f42067fdf3" providerId="ADAL" clId="{C0CE8755-2171-493B-91BE-4968CCCDD070}" dt="2023-03-31T12:04:28.812" v="4836" actId="20577"/>
          <ac:spMkLst>
            <pc:docMk/>
            <pc:sldMk cId="2671760962" sldId="337"/>
            <ac:spMk id="3073" creationId="{00000000-0000-0000-0000-000000000000}"/>
          </ac:spMkLst>
        </pc:spChg>
      </pc:sldChg>
      <pc:sldChg chg="addSp modSp add mod">
        <pc:chgData name="Louis Dupont (Student at CentraleSupelec)" userId="687fdefc-11b0-4eb9-bd08-c0f42067fdf3" providerId="ADAL" clId="{C0CE8755-2171-493B-91BE-4968CCCDD070}" dt="2023-03-31T12:04:32.900" v="4838" actId="20577"/>
        <pc:sldMkLst>
          <pc:docMk/>
          <pc:sldMk cId="1859501311" sldId="338"/>
        </pc:sldMkLst>
        <pc:spChg chg="add mod">
          <ac:chgData name="Louis Dupont (Student at CentraleSupelec)" userId="687fdefc-11b0-4eb9-bd08-c0f42067fdf3" providerId="ADAL" clId="{C0CE8755-2171-493B-91BE-4968CCCDD070}" dt="2023-03-29T08:26:35.943" v="2369"/>
          <ac:spMkLst>
            <pc:docMk/>
            <pc:sldMk cId="1859501311" sldId="338"/>
            <ac:spMk id="2" creationId="{E8BEFE32-FEAE-BCCA-A8C9-A317CFD020D1}"/>
          </ac:spMkLst>
        </pc:spChg>
        <pc:spChg chg="mod">
          <ac:chgData name="Louis Dupont (Student at CentraleSupelec)" userId="687fdefc-11b0-4eb9-bd08-c0f42067fdf3" providerId="ADAL" clId="{C0CE8755-2171-493B-91BE-4968CCCDD070}" dt="2023-03-31T12:04:32.900" v="4838" actId="20577"/>
          <ac:spMkLst>
            <pc:docMk/>
            <pc:sldMk cId="1859501311" sldId="338"/>
            <ac:spMk id="3073" creationId="{00000000-0000-0000-0000-000000000000}"/>
          </ac:spMkLst>
        </pc:spChg>
      </pc:sldChg>
      <pc:sldChg chg="delSp modSp add del mod">
        <pc:chgData name="Louis Dupont (Student at CentraleSupelec)" userId="687fdefc-11b0-4eb9-bd08-c0f42067fdf3" providerId="ADAL" clId="{C0CE8755-2171-493B-91BE-4968CCCDD070}" dt="2023-03-29T08:15:31.850" v="1979" actId="47"/>
        <pc:sldMkLst>
          <pc:docMk/>
          <pc:sldMk cId="1322039136" sldId="339"/>
        </pc:sldMkLst>
        <pc:spChg chg="del">
          <ac:chgData name="Louis Dupont (Student at CentraleSupelec)" userId="687fdefc-11b0-4eb9-bd08-c0f42067fdf3" providerId="ADAL" clId="{C0CE8755-2171-493B-91BE-4968CCCDD070}" dt="2023-03-29T07:32:09.709" v="1216" actId="478"/>
          <ac:spMkLst>
            <pc:docMk/>
            <pc:sldMk cId="1322039136" sldId="339"/>
            <ac:spMk id="2" creationId="{E5C11466-342A-872F-5135-0FB652B47AC0}"/>
          </ac:spMkLst>
        </pc:spChg>
        <pc:spChg chg="mod">
          <ac:chgData name="Louis Dupont (Student at CentraleSupelec)" userId="687fdefc-11b0-4eb9-bd08-c0f42067fdf3" providerId="ADAL" clId="{C0CE8755-2171-493B-91BE-4968CCCDD070}" dt="2023-03-29T07:32:24.694" v="1247" actId="20577"/>
          <ac:spMkLst>
            <pc:docMk/>
            <pc:sldMk cId="1322039136" sldId="339"/>
            <ac:spMk id="9" creationId="{3909E233-F596-CB67-5D39-4C5F5C85202C}"/>
          </ac:spMkLst>
        </pc:spChg>
      </pc:sldChg>
      <pc:sldChg chg="addSp modSp add ord">
        <pc:chgData name="Louis Dupont (Student at CentraleSupelec)" userId="687fdefc-11b0-4eb9-bd08-c0f42067fdf3" providerId="ADAL" clId="{C0CE8755-2171-493B-91BE-4968CCCDD070}" dt="2023-03-31T12:04:25.527" v="4834"/>
        <pc:sldMkLst>
          <pc:docMk/>
          <pc:sldMk cId="3920489592" sldId="340"/>
        </pc:sldMkLst>
        <pc:spChg chg="add mod">
          <ac:chgData name="Louis Dupont (Student at CentraleSupelec)" userId="687fdefc-11b0-4eb9-bd08-c0f42067fdf3" providerId="ADAL" clId="{C0CE8755-2171-493B-91BE-4968CCCDD070}" dt="2023-03-29T08:26:25.738" v="2364"/>
          <ac:spMkLst>
            <pc:docMk/>
            <pc:sldMk cId="3920489592" sldId="340"/>
            <ac:spMk id="2" creationId="{CF99DCBC-4C08-29A8-A0B4-B3109C75DC7A}"/>
          </ac:spMkLst>
        </pc:spChg>
      </pc:sldChg>
      <pc:sldChg chg="addSp modSp add mod">
        <pc:chgData name="Louis Dupont (Student at CentraleSupelec)" userId="687fdefc-11b0-4eb9-bd08-c0f42067fdf3" providerId="ADAL" clId="{C0CE8755-2171-493B-91BE-4968CCCDD070}" dt="2023-03-29T09:03:01.233" v="4026" actId="33524"/>
        <pc:sldMkLst>
          <pc:docMk/>
          <pc:sldMk cId="4177319945" sldId="341"/>
        </pc:sldMkLst>
        <pc:spChg chg="add mod">
          <ac:chgData name="Louis Dupont (Student at CentraleSupelec)" userId="687fdefc-11b0-4eb9-bd08-c0f42067fdf3" providerId="ADAL" clId="{C0CE8755-2171-493B-91BE-4968CCCDD070}" dt="2023-03-29T08:26:37.552" v="2370"/>
          <ac:spMkLst>
            <pc:docMk/>
            <pc:sldMk cId="4177319945" sldId="341"/>
            <ac:spMk id="2" creationId="{EFEA30BC-BA56-8305-EFE3-F61809357AEE}"/>
          </ac:spMkLst>
        </pc:spChg>
        <pc:spChg chg="mod">
          <ac:chgData name="Louis Dupont (Student at CentraleSupelec)" userId="687fdefc-11b0-4eb9-bd08-c0f42067fdf3" providerId="ADAL" clId="{C0CE8755-2171-493B-91BE-4968CCCDD070}" dt="2023-03-29T09:03:01.233" v="4026" actId="33524"/>
          <ac:spMkLst>
            <pc:docMk/>
            <pc:sldMk cId="4177319945" sldId="341"/>
            <ac:spMk id="9" creationId="{3909E233-F596-CB67-5D39-4C5F5C85202C}"/>
          </ac:spMkLst>
        </pc:spChg>
      </pc:sldChg>
      <pc:sldChg chg="addSp delSp modSp add mod">
        <pc:chgData name="Louis Dupont (Student at CentraleSupelec)" userId="687fdefc-11b0-4eb9-bd08-c0f42067fdf3" providerId="ADAL" clId="{C0CE8755-2171-493B-91BE-4968CCCDD070}" dt="2023-03-29T08:26:15.245" v="2357"/>
        <pc:sldMkLst>
          <pc:docMk/>
          <pc:sldMk cId="4250713239" sldId="342"/>
        </pc:sldMkLst>
        <pc:spChg chg="add mod">
          <ac:chgData name="Louis Dupont (Student at CentraleSupelec)" userId="687fdefc-11b0-4eb9-bd08-c0f42067fdf3" providerId="ADAL" clId="{C0CE8755-2171-493B-91BE-4968CCCDD070}" dt="2023-03-29T07:42:39.978" v="1420" actId="164"/>
          <ac:spMkLst>
            <pc:docMk/>
            <pc:sldMk cId="4250713239" sldId="342"/>
            <ac:spMk id="2" creationId="{98CE50FB-132C-BED2-D63D-FC81543BE414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42:39.978" v="1420" actId="164"/>
          <ac:spMkLst>
            <pc:docMk/>
            <pc:sldMk cId="4250713239" sldId="342"/>
            <ac:spMk id="3" creationId="{76A2CF1C-FEDB-24A6-FD69-6B3220F714AB}"/>
          </ac:spMkLst>
        </pc:spChg>
        <pc:spChg chg="mod ord">
          <ac:chgData name="Louis Dupont (Student at CentraleSupelec)" userId="687fdefc-11b0-4eb9-bd08-c0f42067fdf3" providerId="ADAL" clId="{C0CE8755-2171-493B-91BE-4968CCCDD070}" dt="2023-03-29T08:22:19.858" v="2240" actId="167"/>
          <ac:spMkLst>
            <pc:docMk/>
            <pc:sldMk cId="4250713239" sldId="342"/>
            <ac:spMk id="9" creationId="{3909E233-F596-CB67-5D39-4C5F5C85202C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42:39.978" v="1420" actId="164"/>
          <ac:spMkLst>
            <pc:docMk/>
            <pc:sldMk cId="4250713239" sldId="342"/>
            <ac:spMk id="20" creationId="{041DAF0E-75FC-D9EB-23E7-A8885B1DD784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43:32.289" v="1473" actId="1076"/>
          <ac:spMkLst>
            <pc:docMk/>
            <pc:sldMk cId="4250713239" sldId="342"/>
            <ac:spMk id="21" creationId="{1BF7E142-D564-0AD8-30E3-9CB72E4B2059}"/>
          </ac:spMkLst>
        </pc:spChg>
        <pc:spChg chg="add mod">
          <ac:chgData name="Louis Dupont (Student at CentraleSupelec)" userId="687fdefc-11b0-4eb9-bd08-c0f42067fdf3" providerId="ADAL" clId="{C0CE8755-2171-493B-91BE-4968CCCDD070}" dt="2023-03-29T07:42:39.978" v="1420" actId="164"/>
          <ac:spMkLst>
            <pc:docMk/>
            <pc:sldMk cId="4250713239" sldId="342"/>
            <ac:spMk id="24" creationId="{466F7BE0-75C1-0F12-8628-F65559B44198}"/>
          </ac:spMkLst>
        </pc:spChg>
        <pc:spChg chg="mod">
          <ac:chgData name="Louis Dupont (Student at CentraleSupelec)" userId="687fdefc-11b0-4eb9-bd08-c0f42067fdf3" providerId="ADAL" clId="{C0CE8755-2171-493B-91BE-4968CCCDD070}" dt="2023-03-29T08:22:27.275" v="2242"/>
          <ac:spMkLst>
            <pc:docMk/>
            <pc:sldMk cId="4250713239" sldId="342"/>
            <ac:spMk id="27" creationId="{31C8FD87-9BD5-1AB1-5305-1EEB94BD9FCF}"/>
          </ac:spMkLst>
        </pc:spChg>
        <pc:spChg chg="mod">
          <ac:chgData name="Louis Dupont (Student at CentraleSupelec)" userId="687fdefc-11b0-4eb9-bd08-c0f42067fdf3" providerId="ADAL" clId="{C0CE8755-2171-493B-91BE-4968CCCDD070}" dt="2023-03-29T08:22:27.275" v="2242"/>
          <ac:spMkLst>
            <pc:docMk/>
            <pc:sldMk cId="4250713239" sldId="342"/>
            <ac:spMk id="28" creationId="{46E2497D-46E3-759A-AFEC-042616B66908}"/>
          </ac:spMkLst>
        </pc:spChg>
        <pc:spChg chg="mod">
          <ac:chgData name="Louis Dupont (Student at CentraleSupelec)" userId="687fdefc-11b0-4eb9-bd08-c0f42067fdf3" providerId="ADAL" clId="{C0CE8755-2171-493B-91BE-4968CCCDD070}" dt="2023-03-29T08:22:27.275" v="2242"/>
          <ac:spMkLst>
            <pc:docMk/>
            <pc:sldMk cId="4250713239" sldId="342"/>
            <ac:spMk id="35" creationId="{7ECE6F2E-EA53-A41A-2844-3AD08AC25B3F}"/>
          </ac:spMkLst>
        </pc:spChg>
        <pc:spChg chg="mod">
          <ac:chgData name="Louis Dupont (Student at CentraleSupelec)" userId="687fdefc-11b0-4eb9-bd08-c0f42067fdf3" providerId="ADAL" clId="{C0CE8755-2171-493B-91BE-4968CCCDD070}" dt="2023-03-29T08:22:27.275" v="2242"/>
          <ac:spMkLst>
            <pc:docMk/>
            <pc:sldMk cId="4250713239" sldId="342"/>
            <ac:spMk id="36" creationId="{BB214416-CF3E-8BB7-AF32-09FE3DB64B59}"/>
          </ac:spMkLst>
        </pc:spChg>
        <pc:spChg chg="mod">
          <ac:chgData name="Louis Dupont (Student at CentraleSupelec)" userId="687fdefc-11b0-4eb9-bd08-c0f42067fdf3" providerId="ADAL" clId="{C0CE8755-2171-493B-91BE-4968CCCDD070}" dt="2023-03-29T08:22:27.275" v="2242"/>
          <ac:spMkLst>
            <pc:docMk/>
            <pc:sldMk cId="4250713239" sldId="342"/>
            <ac:spMk id="38" creationId="{ECBB6B36-1E46-AE84-BA09-9685AA9C09AB}"/>
          </ac:spMkLst>
        </pc:spChg>
        <pc:spChg chg="mod">
          <ac:chgData name="Louis Dupont (Student at CentraleSupelec)" userId="687fdefc-11b0-4eb9-bd08-c0f42067fdf3" providerId="ADAL" clId="{C0CE8755-2171-493B-91BE-4968CCCDD070}" dt="2023-03-29T08:22:27.275" v="2242"/>
          <ac:spMkLst>
            <pc:docMk/>
            <pc:sldMk cId="4250713239" sldId="342"/>
            <ac:spMk id="39" creationId="{36B440D7-852A-6701-F502-EADF5ED2F9A1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15.245" v="2357"/>
          <ac:spMkLst>
            <pc:docMk/>
            <pc:sldMk cId="4250713239" sldId="342"/>
            <ac:spMk id="44" creationId="{126D83E3-A9D6-5565-D5C1-262D1838837A}"/>
          </ac:spMkLst>
        </pc:spChg>
        <pc:grpChg chg="add del mod">
          <ac:chgData name="Louis Dupont (Student at CentraleSupelec)" userId="687fdefc-11b0-4eb9-bd08-c0f42067fdf3" providerId="ADAL" clId="{C0CE8755-2171-493B-91BE-4968CCCDD070}" dt="2023-03-29T08:22:21.989" v="2241" actId="478"/>
          <ac:grpSpMkLst>
            <pc:docMk/>
            <pc:sldMk cId="4250713239" sldId="342"/>
            <ac:grpSpMk id="25" creationId="{C1EF6AF7-7533-9CDF-1872-F106AE4CBF1B}"/>
          </ac:grpSpMkLst>
        </pc:grpChg>
        <pc:grpChg chg="add mod">
          <ac:chgData name="Louis Dupont (Student at CentraleSupelec)" userId="687fdefc-11b0-4eb9-bd08-c0f42067fdf3" providerId="ADAL" clId="{C0CE8755-2171-493B-91BE-4968CCCDD070}" dt="2023-03-29T08:22:30.650" v="2243" actId="1076"/>
          <ac:grpSpMkLst>
            <pc:docMk/>
            <pc:sldMk cId="4250713239" sldId="342"/>
            <ac:grpSpMk id="26" creationId="{359CF26B-F6BE-D79C-AC49-F3A0309DD0B0}"/>
          </ac:grpSpMkLst>
        </pc:grp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7" creationId="{F09E3896-F694-952D-AA88-522466B7C259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8" creationId="{1158CCD3-3460-DE28-FAF3-5E335E4BA46C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12" creationId="{23FB5D54-700E-E52E-9E63-003FA5511722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17" creationId="{3AC1D86B-11DD-BB46-839E-BEDCBBC8B1C9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18" creationId="{450159A5-D693-3BC4-11E5-8AE819D0B9C9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19" creationId="{F9CE75F6-65D8-7B34-6CD9-165D19ADC717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7:42:39.978" v="1420" actId="164"/>
          <ac:cxnSpMkLst>
            <pc:docMk/>
            <pc:sldMk cId="4250713239" sldId="342"/>
            <ac:cxnSpMk id="23" creationId="{6E37CC19-B8B0-7F69-3175-67B2E8C395C1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29" creationId="{71FE629E-5817-0B98-5FAD-B8047370835A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30" creationId="{713E90FF-AEC8-0C91-C0B0-2F1A39739E02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31" creationId="{4CBB0648-9B94-CBFE-008F-773DFEAF3BD4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32" creationId="{FC21E3A7-4011-48C9-39BE-2EA74C734E58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33" creationId="{FEDD5D9E-DC4A-2E4E-917F-206860F89907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34" creationId="{265F9B8A-D828-0F73-0338-A376F0484111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37" creationId="{7AD72F0B-97A9-48B0-766E-F46A5A82C869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40" creationId="{11A45C47-7817-5E3D-C7DA-3AF1534F5076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41" creationId="{479706AC-F9B5-CD1E-8C49-ED7170B626D7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42" creationId="{BE1B364F-93A1-8190-024E-B0FB83A7EE7C}"/>
          </ac:cxnSpMkLst>
        </pc:cxnChg>
        <pc:cxnChg chg="mod">
          <ac:chgData name="Louis Dupont (Student at CentraleSupelec)" userId="687fdefc-11b0-4eb9-bd08-c0f42067fdf3" providerId="ADAL" clId="{C0CE8755-2171-493B-91BE-4968CCCDD070}" dt="2023-03-29T08:22:27.275" v="2242"/>
          <ac:cxnSpMkLst>
            <pc:docMk/>
            <pc:sldMk cId="4250713239" sldId="342"/>
            <ac:cxnSpMk id="43" creationId="{E7C2291C-9722-AF44-21BC-95FDAFE12380}"/>
          </ac:cxnSpMkLst>
        </pc:cxnChg>
      </pc:sldChg>
      <pc:sldChg chg="modSp add mod">
        <pc:chgData name="Louis Dupont (Student at CentraleSupelec)" userId="687fdefc-11b0-4eb9-bd08-c0f42067fdf3" providerId="ADAL" clId="{C0CE8755-2171-493B-91BE-4968CCCDD070}" dt="2023-03-29T08:33:42.075" v="2651" actId="5793"/>
        <pc:sldMkLst>
          <pc:docMk/>
          <pc:sldMk cId="206632142" sldId="343"/>
        </pc:sldMkLst>
        <pc:spChg chg="mod">
          <ac:chgData name="Louis Dupont (Student at CentraleSupelec)" userId="687fdefc-11b0-4eb9-bd08-c0f42067fdf3" providerId="ADAL" clId="{C0CE8755-2171-493B-91BE-4968CCCDD070}" dt="2023-03-29T08:33:42.075" v="2651" actId="5793"/>
          <ac:spMkLst>
            <pc:docMk/>
            <pc:sldMk cId="206632142" sldId="343"/>
            <ac:spMk id="7" creationId="{5C3DB8F8-9F4D-6E30-5947-11290A576E21}"/>
          </ac:spMkLst>
        </pc:spChg>
        <pc:picChg chg="mod">
          <ac:chgData name="Louis Dupont (Student at CentraleSupelec)" userId="687fdefc-11b0-4eb9-bd08-c0f42067fdf3" providerId="ADAL" clId="{C0CE8755-2171-493B-91BE-4968CCCDD070}" dt="2023-03-29T08:00:19.570" v="1714" actId="1076"/>
          <ac:picMkLst>
            <pc:docMk/>
            <pc:sldMk cId="206632142" sldId="343"/>
            <ac:picMk id="4" creationId="{56DFAEB7-B2D4-0A14-22ED-24178A394E00}"/>
          </ac:picMkLst>
        </pc:picChg>
        <pc:picChg chg="mod">
          <ac:chgData name="Louis Dupont (Student at CentraleSupelec)" userId="687fdefc-11b0-4eb9-bd08-c0f42067fdf3" providerId="ADAL" clId="{C0CE8755-2171-493B-91BE-4968CCCDD070}" dt="2023-03-29T08:33:39.878" v="2650" actId="1076"/>
          <ac:picMkLst>
            <pc:docMk/>
            <pc:sldMk cId="206632142" sldId="343"/>
            <ac:picMk id="8" creationId="{2DB6CF3E-EF5E-B225-408B-0B9D1C671556}"/>
          </ac:picMkLst>
        </pc:picChg>
      </pc:sldChg>
      <pc:sldChg chg="addSp delSp modSp add mod">
        <pc:chgData name="Louis Dupont (Student at CentraleSupelec)" userId="687fdefc-11b0-4eb9-bd08-c0f42067fdf3" providerId="ADAL" clId="{C0CE8755-2171-493B-91BE-4968CCCDD070}" dt="2023-03-31T12:36:36.833" v="4963" actId="20577"/>
        <pc:sldMkLst>
          <pc:docMk/>
          <pc:sldMk cId="866641586" sldId="344"/>
        </pc:sldMkLst>
        <pc:spChg chg="mod topLvl">
          <ac:chgData name="Louis Dupont (Student at CentraleSupelec)" userId="687fdefc-11b0-4eb9-bd08-c0f42067fdf3" providerId="ADAL" clId="{C0CE8755-2171-493B-91BE-4968CCCDD070}" dt="2023-03-29T08:21:35.018" v="2226" actId="20577"/>
          <ac:spMkLst>
            <pc:docMk/>
            <pc:sldMk cId="866641586" sldId="344"/>
            <ac:spMk id="2" creationId="{98CE50FB-132C-BED2-D63D-FC81543BE414}"/>
          </ac:spMkLst>
        </pc:spChg>
        <pc:spChg chg="mod topLvl">
          <ac:chgData name="Louis Dupont (Student at CentraleSupelec)" userId="687fdefc-11b0-4eb9-bd08-c0f42067fdf3" providerId="ADAL" clId="{C0CE8755-2171-493B-91BE-4968CCCDD070}" dt="2023-03-29T08:21:35.018" v="2226" actId="20577"/>
          <ac:spMkLst>
            <pc:docMk/>
            <pc:sldMk cId="866641586" sldId="344"/>
            <ac:spMk id="3" creationId="{76A2CF1C-FEDB-24A6-FD69-6B3220F714AB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1:35.018" v="2226" actId="20577"/>
          <ac:spMkLst>
            <pc:docMk/>
            <pc:sldMk cId="866641586" sldId="344"/>
            <ac:spMk id="4" creationId="{62262A46-FAB6-EE1F-83C3-EA1572530C2E}"/>
          </ac:spMkLst>
        </pc:spChg>
        <pc:spChg chg="mod ord">
          <ac:chgData name="Louis Dupont (Student at CentraleSupelec)" userId="687fdefc-11b0-4eb9-bd08-c0f42067fdf3" providerId="ADAL" clId="{C0CE8755-2171-493B-91BE-4968CCCDD070}" dt="2023-03-31T12:36:36.833" v="4963" actId="20577"/>
          <ac:spMkLst>
            <pc:docMk/>
            <pc:sldMk cId="866641586" sldId="344"/>
            <ac:spMk id="9" creationId="{3909E233-F596-CB67-5D39-4C5F5C85202C}"/>
          </ac:spMkLst>
        </pc:spChg>
        <pc:spChg chg="mod topLvl">
          <ac:chgData name="Louis Dupont (Student at CentraleSupelec)" userId="687fdefc-11b0-4eb9-bd08-c0f42067fdf3" providerId="ADAL" clId="{C0CE8755-2171-493B-91BE-4968CCCDD070}" dt="2023-03-29T08:21:41.314" v="2228" actId="1076"/>
          <ac:spMkLst>
            <pc:docMk/>
            <pc:sldMk cId="866641586" sldId="344"/>
            <ac:spMk id="20" creationId="{041DAF0E-75FC-D9EB-23E7-A8885B1DD784}"/>
          </ac:spMkLst>
        </pc:spChg>
        <pc:spChg chg="mod topLvl">
          <ac:chgData name="Louis Dupont (Student at CentraleSupelec)" userId="687fdefc-11b0-4eb9-bd08-c0f42067fdf3" providerId="ADAL" clId="{C0CE8755-2171-493B-91BE-4968CCCDD070}" dt="2023-03-29T08:21:35.018" v="2226" actId="20577"/>
          <ac:spMkLst>
            <pc:docMk/>
            <pc:sldMk cId="866641586" sldId="344"/>
            <ac:spMk id="21" creationId="{1BF7E142-D564-0AD8-30E3-9CB72E4B2059}"/>
          </ac:spMkLst>
        </pc:spChg>
        <pc:spChg chg="mod topLvl">
          <ac:chgData name="Louis Dupont (Student at CentraleSupelec)" userId="687fdefc-11b0-4eb9-bd08-c0f42067fdf3" providerId="ADAL" clId="{C0CE8755-2171-493B-91BE-4968CCCDD070}" dt="2023-03-29T08:21:35.018" v="2226" actId="20577"/>
          <ac:spMkLst>
            <pc:docMk/>
            <pc:sldMk cId="866641586" sldId="344"/>
            <ac:spMk id="24" creationId="{466F7BE0-75C1-0F12-8628-F65559B44198}"/>
          </ac:spMkLst>
        </pc:spChg>
        <pc:spChg chg="add mod">
          <ac:chgData name="Louis Dupont (Student at CentraleSupelec)" userId="687fdefc-11b0-4eb9-bd08-c0f42067fdf3" providerId="ADAL" clId="{C0CE8755-2171-493B-91BE-4968CCCDD070}" dt="2023-03-29T08:26:14.034" v="2356"/>
          <ac:spMkLst>
            <pc:docMk/>
            <pc:sldMk cId="866641586" sldId="344"/>
            <ac:spMk id="50" creationId="{7C97AFD6-D147-4251-22CA-9872B97CD006}"/>
          </ac:spMkLst>
        </pc:spChg>
        <pc:grpChg chg="del mod">
          <ac:chgData name="Louis Dupont (Student at CentraleSupelec)" userId="687fdefc-11b0-4eb9-bd08-c0f42067fdf3" providerId="ADAL" clId="{C0CE8755-2171-493B-91BE-4968CCCDD070}" dt="2023-03-29T08:17:29.333" v="2006" actId="165"/>
          <ac:grpSpMkLst>
            <pc:docMk/>
            <pc:sldMk cId="866641586" sldId="344"/>
            <ac:grpSpMk id="25" creationId="{C1EF6AF7-7533-9CDF-1872-F106AE4CBF1B}"/>
          </ac:grpSpMkLst>
        </pc:grpChg>
        <pc:grpChg chg="add mod">
          <ac:chgData name="Louis Dupont (Student at CentraleSupelec)" userId="687fdefc-11b0-4eb9-bd08-c0f42067fdf3" providerId="ADAL" clId="{C0CE8755-2171-493B-91BE-4968CCCDD070}" dt="2023-03-29T08:48:05.420" v="3184" actId="1076"/>
          <ac:grpSpMkLst>
            <pc:docMk/>
            <pc:sldMk cId="866641586" sldId="344"/>
            <ac:grpSpMk id="47" creationId="{275537F1-53C0-66D7-65B5-1028AC247D65}"/>
          </ac:grpSpMkLst>
        </pc:grp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7" creationId="{F09E3896-F694-952D-AA88-522466B7C259}"/>
          </ac:cxnSpMkLst>
        </pc:cxn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8" creationId="{1158CCD3-3460-DE28-FAF3-5E335E4BA46C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10" creationId="{3C412209-B6E9-5E9D-9EB9-2A0E143F906C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11" creationId="{A074DBFF-9460-DD9B-8ECC-7FA39F9E1DC6}"/>
          </ac:cxnSpMkLst>
        </pc:cxn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12" creationId="{23FB5D54-700E-E52E-9E63-003FA5511722}"/>
          </ac:cxnSpMkLst>
        </pc:cxn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17" creationId="{3AC1D86B-11DD-BB46-839E-BEDCBBC8B1C9}"/>
          </ac:cxnSpMkLst>
        </pc:cxn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18" creationId="{450159A5-D693-3BC4-11E5-8AE819D0B9C9}"/>
          </ac:cxnSpMkLst>
        </pc:cxn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19" creationId="{F9CE75F6-65D8-7B34-6CD9-165D19ADC717}"/>
          </ac:cxnSpMkLst>
        </pc:cxnChg>
        <pc:cxnChg chg="mod topLvl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23" creationId="{6E37CC19-B8B0-7F69-3175-67B2E8C395C1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35" creationId="{63034338-454C-7299-8C00-0E9D881F2BF7}"/>
          </ac:cxnSpMkLst>
        </pc:cxnChg>
        <pc:cxnChg chg="add mod">
          <ac:chgData name="Louis Dupont (Student at CentraleSupelec)" userId="687fdefc-11b0-4eb9-bd08-c0f42067fdf3" providerId="ADAL" clId="{C0CE8755-2171-493B-91BE-4968CCCDD070}" dt="2023-03-29T08:21:35.018" v="2226" actId="20577"/>
          <ac:cxnSpMkLst>
            <pc:docMk/>
            <pc:sldMk cId="866641586" sldId="344"/>
            <ac:cxnSpMk id="36" creationId="{7CCA865D-6F58-2AC4-F3B6-4BA63DB14E9E}"/>
          </ac:cxnSpMkLst>
        </pc:cxnChg>
      </pc:sldChg>
      <pc:sldChg chg="modSp add mod">
        <pc:chgData name="Louis Dupont (Student at CentraleSupelec)" userId="687fdefc-11b0-4eb9-bd08-c0f42067fdf3" providerId="ADAL" clId="{C0CE8755-2171-493B-91BE-4968CCCDD070}" dt="2023-03-29T09:16:00.955" v="4185" actId="20577"/>
        <pc:sldMkLst>
          <pc:docMk/>
          <pc:sldMk cId="364204294" sldId="345"/>
        </pc:sldMkLst>
        <pc:spChg chg="mod">
          <ac:chgData name="Louis Dupont (Student at CentraleSupelec)" userId="687fdefc-11b0-4eb9-bd08-c0f42067fdf3" providerId="ADAL" clId="{C0CE8755-2171-493B-91BE-4968CCCDD070}" dt="2023-03-29T09:16:00.955" v="4185" actId="20577"/>
          <ac:spMkLst>
            <pc:docMk/>
            <pc:sldMk cId="364204294" sldId="345"/>
            <ac:spMk id="3073" creationId="{00000000-0000-0000-0000-000000000000}"/>
          </ac:spMkLst>
        </pc:spChg>
      </pc:sldChg>
      <pc:sldChg chg="delSp modSp add mod">
        <pc:chgData name="Louis Dupont (Student at CentraleSupelec)" userId="687fdefc-11b0-4eb9-bd08-c0f42067fdf3" providerId="ADAL" clId="{C0CE8755-2171-493B-91BE-4968CCCDD070}" dt="2023-03-31T12:57:50.152" v="5105" actId="1076"/>
        <pc:sldMkLst>
          <pc:docMk/>
          <pc:sldMk cId="2639352409" sldId="346"/>
        </pc:sldMkLst>
        <pc:spChg chg="mod">
          <ac:chgData name="Louis Dupont (Student at CentraleSupelec)" userId="687fdefc-11b0-4eb9-bd08-c0f42067fdf3" providerId="ADAL" clId="{C0CE8755-2171-493B-91BE-4968CCCDD070}" dt="2023-03-31T12:57:38.520" v="5104" actId="20577"/>
          <ac:spMkLst>
            <pc:docMk/>
            <pc:sldMk cId="2639352409" sldId="346"/>
            <ac:spMk id="7" creationId="{5C3DB8F8-9F4D-6E30-5947-11290A576E21}"/>
          </ac:spMkLst>
        </pc:spChg>
        <pc:picChg chg="del">
          <ac:chgData name="Louis Dupont (Student at CentraleSupelec)" userId="687fdefc-11b0-4eb9-bd08-c0f42067fdf3" providerId="ADAL" clId="{C0CE8755-2171-493B-91BE-4968CCCDD070}" dt="2023-03-29T09:46:28.574" v="4204" actId="478"/>
          <ac:picMkLst>
            <pc:docMk/>
            <pc:sldMk cId="2639352409" sldId="346"/>
            <ac:picMk id="12" creationId="{6424B044-2595-6384-992A-9C13CA87891F}"/>
          </ac:picMkLst>
        </pc:picChg>
        <pc:picChg chg="mod">
          <ac:chgData name="Louis Dupont (Student at CentraleSupelec)" userId="687fdefc-11b0-4eb9-bd08-c0f42067fdf3" providerId="ADAL" clId="{C0CE8755-2171-493B-91BE-4968CCCDD070}" dt="2023-03-31T12:57:50.152" v="5105" actId="1076"/>
          <ac:picMkLst>
            <pc:docMk/>
            <pc:sldMk cId="2639352409" sldId="346"/>
            <ac:picMk id="1030" creationId="{2C7B2D99-1261-D377-394C-982B605A8AD7}"/>
          </ac:picMkLst>
        </pc:picChg>
      </pc:sldChg>
      <pc:sldChg chg="modSp mod">
        <pc:chgData name="Louis Dupont (Student at CentraleSupelec)" userId="687fdefc-11b0-4eb9-bd08-c0f42067fdf3" providerId="ADAL" clId="{C0CE8755-2171-493B-91BE-4968CCCDD070}" dt="2023-03-31T07:43:04.998" v="4338" actId="6549"/>
        <pc:sldMkLst>
          <pc:docMk/>
          <pc:sldMk cId="138343391" sldId="347"/>
        </pc:sldMkLst>
        <pc:spChg chg="mod">
          <ac:chgData name="Louis Dupont (Student at CentraleSupelec)" userId="687fdefc-11b0-4eb9-bd08-c0f42067fdf3" providerId="ADAL" clId="{C0CE8755-2171-493B-91BE-4968CCCDD070}" dt="2023-03-31T07:43:04.998" v="4338" actId="6549"/>
          <ac:spMkLst>
            <pc:docMk/>
            <pc:sldMk cId="138343391" sldId="347"/>
            <ac:spMk id="7" creationId="{5C3DB8F8-9F4D-6E30-5947-11290A576E21}"/>
          </ac:spMkLst>
        </pc:spChg>
      </pc:sldChg>
      <pc:sldChg chg="modSp ord">
        <pc:chgData name="Louis Dupont (Student at CentraleSupelec)" userId="687fdefc-11b0-4eb9-bd08-c0f42067fdf3" providerId="ADAL" clId="{C0CE8755-2171-493B-91BE-4968CCCDD070}" dt="2023-03-31T13:52:10.235" v="5179" actId="20577"/>
        <pc:sldMkLst>
          <pc:docMk/>
          <pc:sldMk cId="3936228529" sldId="348"/>
        </pc:sldMkLst>
        <pc:spChg chg="mod">
          <ac:chgData name="Louis Dupont (Student at CentraleSupelec)" userId="687fdefc-11b0-4eb9-bd08-c0f42067fdf3" providerId="ADAL" clId="{C0CE8755-2171-493B-91BE-4968CCCDD070}" dt="2023-03-31T12:37:20.320" v="4970" actId="20577"/>
          <ac:spMkLst>
            <pc:docMk/>
            <pc:sldMk cId="3936228529" sldId="348"/>
            <ac:spMk id="2" creationId="{E5C11466-342A-872F-5135-0FB652B47AC0}"/>
          </ac:spMkLst>
        </pc:spChg>
        <pc:graphicFrameChg chg="mod">
          <ac:chgData name="Louis Dupont (Student at CentraleSupelec)" userId="687fdefc-11b0-4eb9-bd08-c0f42067fdf3" providerId="ADAL" clId="{C0CE8755-2171-493B-91BE-4968CCCDD070}" dt="2023-03-31T13:52:10.235" v="5179" actId="20577"/>
          <ac:graphicFrameMkLst>
            <pc:docMk/>
            <pc:sldMk cId="3936228529" sldId="348"/>
            <ac:graphicFrameMk id="4" creationId="{B5B444A2-6240-FED3-1955-7A6B203C5764}"/>
          </ac:graphicFrameMkLst>
        </pc:graphicFrameChg>
      </pc:sldChg>
      <pc:sldChg chg="ord">
        <pc:chgData name="Louis Dupont (Student at CentraleSupelec)" userId="687fdefc-11b0-4eb9-bd08-c0f42067fdf3" providerId="ADAL" clId="{C0CE8755-2171-493B-91BE-4968CCCDD070}" dt="2023-03-31T12:04:25.527" v="4834"/>
        <pc:sldMkLst>
          <pc:docMk/>
          <pc:sldMk cId="1675246936" sldId="349"/>
        </pc:sldMkLst>
      </pc:sldChg>
      <pc:sldChg chg="modSp add mod">
        <pc:chgData name="Louis Dupont (Student at CentraleSupelec)" userId="687fdefc-11b0-4eb9-bd08-c0f42067fdf3" providerId="ADAL" clId="{C0CE8755-2171-493B-91BE-4968CCCDD070}" dt="2023-03-31T12:05:48.782" v="4895" actId="14100"/>
        <pc:sldMkLst>
          <pc:docMk/>
          <pc:sldMk cId="1703254768" sldId="350"/>
        </pc:sldMkLst>
        <pc:spChg chg="mod">
          <ac:chgData name="Louis Dupont (Student at CentraleSupelec)" userId="687fdefc-11b0-4eb9-bd08-c0f42067fdf3" providerId="ADAL" clId="{C0CE8755-2171-493B-91BE-4968CCCDD070}" dt="2023-03-31T12:05:43.238" v="4894" actId="20577"/>
          <ac:spMkLst>
            <pc:docMk/>
            <pc:sldMk cId="1703254768" sldId="350"/>
            <ac:spMk id="101" creationId="{00000000-0000-0000-0000-000000000000}"/>
          </ac:spMkLst>
        </pc:spChg>
        <pc:grpChg chg="mod">
          <ac:chgData name="Louis Dupont (Student at CentraleSupelec)" userId="687fdefc-11b0-4eb9-bd08-c0f42067fdf3" providerId="ADAL" clId="{C0CE8755-2171-493B-91BE-4968CCCDD070}" dt="2023-03-31T12:05:48.782" v="4895" actId="14100"/>
          <ac:grpSpMkLst>
            <pc:docMk/>
            <pc:sldMk cId="1703254768" sldId="350"/>
            <ac:grpSpMk id="18" creationId="{58C5C74E-4CA7-2FDB-8309-1A8F3155E34C}"/>
          </ac:grpSpMkLst>
        </pc:grpChg>
      </pc:sldChg>
      <pc:sldChg chg="del ord">
        <pc:chgData name="Louis Dupont (Student at CentraleSupelec)" userId="687fdefc-11b0-4eb9-bd08-c0f42067fdf3" providerId="ADAL" clId="{C0CE8755-2171-493B-91BE-4968CCCDD070}" dt="2023-03-31T12:04:42.200" v="4839" actId="2696"/>
        <pc:sldMkLst>
          <pc:docMk/>
          <pc:sldMk cId="2358478418" sldId="350"/>
        </pc:sldMkLst>
      </pc:sldChg>
      <pc:sldChg chg="addSp delSp modSp mod ord">
        <pc:chgData name="Louis Dupont (Student at CentraleSupelec)" userId="687fdefc-11b0-4eb9-bd08-c0f42067fdf3" providerId="ADAL" clId="{C0CE8755-2171-493B-91BE-4968CCCDD070}" dt="2023-03-31T14:03:53.361" v="5377"/>
        <pc:sldMkLst>
          <pc:docMk/>
          <pc:sldMk cId="2617815803" sldId="351"/>
        </pc:sldMkLst>
        <pc:spChg chg="add mod ord">
          <ac:chgData name="Louis Dupont (Student at CentraleSupelec)" userId="687fdefc-11b0-4eb9-bd08-c0f42067fdf3" providerId="ADAL" clId="{C0CE8755-2171-493B-91BE-4968CCCDD070}" dt="2023-03-31T13:48:03.730" v="5109" actId="167"/>
          <ac:spMkLst>
            <pc:docMk/>
            <pc:sldMk cId="2617815803" sldId="351"/>
            <ac:spMk id="4" creationId="{F92BE3A0-2B1B-8925-F80F-2447D7B849DA}"/>
          </ac:spMkLst>
        </pc:spChg>
        <pc:spChg chg="del">
          <ac:chgData name="Louis Dupont (Student at CentraleSupelec)" userId="687fdefc-11b0-4eb9-bd08-c0f42067fdf3" providerId="ADAL" clId="{C0CE8755-2171-493B-91BE-4968CCCDD070}" dt="2023-03-31T12:06:59.992" v="4900" actId="478"/>
          <ac:spMkLst>
            <pc:docMk/>
            <pc:sldMk cId="2617815803" sldId="351"/>
            <ac:spMk id="5" creationId="{F9C18C15-0D77-4EE3-1396-1AAFA6208978}"/>
          </ac:spMkLst>
        </pc:spChg>
        <pc:spChg chg="add 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7" creationId="{80AB31D9-5346-2BD5-CB1C-FD8D150B73AD}"/>
          </ac:spMkLst>
        </pc:spChg>
        <pc:spChg chg="add 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8" creationId="{ED8C159E-78FB-D83D-5036-0E79BD37F599}"/>
          </ac:spMkLst>
        </pc:spChg>
        <pc:spChg chg="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19" creationId="{E52E9563-F466-E7CC-08F4-A410669C5401}"/>
          </ac:spMkLst>
        </pc:spChg>
        <pc:spChg chg="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20" creationId="{0F427BBB-952F-B5F0-E09F-60479C05C9E0}"/>
          </ac:spMkLst>
        </pc:spChg>
        <pc:spChg chg="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21" creationId="{161609FC-F950-6168-8024-CD5043B3656A}"/>
          </ac:spMkLst>
        </pc:spChg>
        <pc:spChg chg="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23" creationId="{38A58F55-71C6-38BA-E6E7-57D4211C46C9}"/>
          </ac:spMkLst>
        </pc:spChg>
        <pc:spChg chg="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24" creationId="{AFB67E18-AC3A-BF95-EAD9-EF91E7EC462E}"/>
          </ac:spMkLst>
        </pc:spChg>
        <pc:spChg chg="mod">
          <ac:chgData name="Louis Dupont (Student at CentraleSupelec)" userId="687fdefc-11b0-4eb9-bd08-c0f42067fdf3" providerId="ADAL" clId="{C0CE8755-2171-493B-91BE-4968CCCDD070}" dt="2023-03-31T13:56:51.614" v="5297" actId="164"/>
          <ac:spMkLst>
            <pc:docMk/>
            <pc:sldMk cId="2617815803" sldId="351"/>
            <ac:spMk id="25" creationId="{73DA425F-FE48-8843-461C-4665A871E11A}"/>
          </ac:spMkLst>
        </pc:spChg>
        <pc:grpChg chg="add mod">
          <ac:chgData name="Louis Dupont (Student at CentraleSupelec)" userId="687fdefc-11b0-4eb9-bd08-c0f42067fdf3" providerId="ADAL" clId="{C0CE8755-2171-493B-91BE-4968CCCDD070}" dt="2023-03-31T13:56:41.669" v="5296" actId="164"/>
          <ac:grpSpMkLst>
            <pc:docMk/>
            <pc:sldMk cId="2617815803" sldId="351"/>
            <ac:grpSpMk id="9" creationId="{8613B7E0-3C52-F1F3-DC27-7673C0A3201D}"/>
          </ac:grpSpMkLst>
        </pc:grpChg>
        <pc:grpChg chg="add mod ord">
          <ac:chgData name="Louis Dupont (Student at CentraleSupelec)" userId="687fdefc-11b0-4eb9-bd08-c0f42067fdf3" providerId="ADAL" clId="{C0CE8755-2171-493B-91BE-4968CCCDD070}" dt="2023-03-31T14:00:56.169" v="5355" actId="1037"/>
          <ac:grpSpMkLst>
            <pc:docMk/>
            <pc:sldMk cId="2617815803" sldId="351"/>
            <ac:grpSpMk id="10" creationId="{BF51CF99-C9AB-EA9C-4C27-5BB025AEA0F2}"/>
          </ac:grpSpMkLst>
        </pc:grpChg>
        <pc:graphicFrameChg chg="mod modGraphic">
          <ac:chgData name="Louis Dupont (Student at CentraleSupelec)" userId="687fdefc-11b0-4eb9-bd08-c0f42067fdf3" providerId="ADAL" clId="{C0CE8755-2171-493B-91BE-4968CCCDD070}" dt="2023-03-31T14:03:53.361" v="5377"/>
          <ac:graphicFrameMkLst>
            <pc:docMk/>
            <pc:sldMk cId="2617815803" sldId="351"/>
            <ac:graphicFrameMk id="5" creationId="{317470FA-1917-FB12-A0BD-7385B1959B3F}"/>
          </ac:graphicFrameMkLst>
        </pc:graphicFrameChg>
        <pc:picChg chg="mod modCrop">
          <ac:chgData name="Louis Dupont (Student at CentraleSupelec)" userId="687fdefc-11b0-4eb9-bd08-c0f42067fdf3" providerId="ADAL" clId="{C0CE8755-2171-493B-91BE-4968CCCDD070}" dt="2023-03-31T14:00:50.878" v="5350" actId="732"/>
          <ac:picMkLst>
            <pc:docMk/>
            <pc:sldMk cId="2617815803" sldId="351"/>
            <ac:picMk id="27" creationId="{206DA2B9-4A7E-AA17-B44E-37087056CAB6}"/>
          </ac:picMkLst>
        </pc:picChg>
      </pc:sldChg>
      <pc:sldChg chg="addSp delSp modSp mod ord">
        <pc:chgData name="Louis Dupont (Student at CentraleSupelec)" userId="687fdefc-11b0-4eb9-bd08-c0f42067fdf3" providerId="ADAL" clId="{C0CE8755-2171-493B-91BE-4968CCCDD070}" dt="2023-03-31T12:07:22.333" v="4919" actId="478"/>
        <pc:sldMkLst>
          <pc:docMk/>
          <pc:sldMk cId="3940828943" sldId="352"/>
        </pc:sldMkLst>
        <pc:spChg chg="add mod">
          <ac:chgData name="Louis Dupont (Student at CentraleSupelec)" userId="687fdefc-11b0-4eb9-bd08-c0f42067fdf3" providerId="ADAL" clId="{C0CE8755-2171-493B-91BE-4968CCCDD070}" dt="2023-03-31T12:07:20.107" v="4918" actId="20577"/>
          <ac:spMkLst>
            <pc:docMk/>
            <pc:sldMk cId="3940828943" sldId="352"/>
            <ac:spMk id="3" creationId="{C0EC2EF2-87B3-E209-36F7-24EC460B0EA0}"/>
          </ac:spMkLst>
        </pc:spChg>
        <pc:spChg chg="mod">
          <ac:chgData name="Louis Dupont (Student at CentraleSupelec)" userId="687fdefc-11b0-4eb9-bd08-c0f42067fdf3" providerId="ADAL" clId="{C0CE8755-2171-493B-91BE-4968CCCDD070}" dt="2023-03-31T07:55:56.992" v="4827" actId="1035"/>
          <ac:spMkLst>
            <pc:docMk/>
            <pc:sldMk cId="3940828943" sldId="352"/>
            <ac:spMk id="4" creationId="{B9C719D9-ABDE-3B0A-F67D-D023E9952B3B}"/>
          </ac:spMkLst>
        </pc:spChg>
        <pc:spChg chg="mod">
          <ac:chgData name="Louis Dupont (Student at CentraleSupelec)" userId="687fdefc-11b0-4eb9-bd08-c0f42067fdf3" providerId="ADAL" clId="{C0CE8755-2171-493B-91BE-4968CCCDD070}" dt="2023-03-31T07:55:51.320" v="4824" actId="1035"/>
          <ac:spMkLst>
            <pc:docMk/>
            <pc:sldMk cId="3940828943" sldId="352"/>
            <ac:spMk id="7" creationId="{8C85DABB-D801-4056-2161-BF06217F415D}"/>
          </ac:spMkLst>
        </pc:spChg>
        <pc:spChg chg="mod">
          <ac:chgData name="Louis Dupont (Student at CentraleSupelec)" userId="687fdefc-11b0-4eb9-bd08-c0f42067fdf3" providerId="ADAL" clId="{C0CE8755-2171-493B-91BE-4968CCCDD070}" dt="2023-03-31T07:55:01.261" v="4811" actId="164"/>
          <ac:spMkLst>
            <pc:docMk/>
            <pc:sldMk cId="3940828943" sldId="352"/>
            <ac:spMk id="8" creationId="{9FDCE871-1C3A-6DA0-F4B7-D530C9B6BC16}"/>
          </ac:spMkLst>
        </pc:spChg>
        <pc:spChg chg="mod">
          <ac:chgData name="Louis Dupont (Student at CentraleSupelec)" userId="687fdefc-11b0-4eb9-bd08-c0f42067fdf3" providerId="ADAL" clId="{C0CE8755-2171-493B-91BE-4968CCCDD070}" dt="2023-03-31T07:55:01.261" v="4811" actId="164"/>
          <ac:spMkLst>
            <pc:docMk/>
            <pc:sldMk cId="3940828943" sldId="352"/>
            <ac:spMk id="9" creationId="{D2A400A9-5884-F5DF-1EB5-A114BEF8C73E}"/>
          </ac:spMkLst>
        </pc:spChg>
        <pc:spChg chg="mod">
          <ac:chgData name="Louis Dupont (Student at CentraleSupelec)" userId="687fdefc-11b0-4eb9-bd08-c0f42067fdf3" providerId="ADAL" clId="{C0CE8755-2171-493B-91BE-4968CCCDD070}" dt="2023-03-31T07:55:01.261" v="4811" actId="164"/>
          <ac:spMkLst>
            <pc:docMk/>
            <pc:sldMk cId="3940828943" sldId="352"/>
            <ac:spMk id="10" creationId="{BB8CE953-9BC1-FA11-78AB-0800BB83183D}"/>
          </ac:spMkLst>
        </pc:spChg>
        <pc:spChg chg="mod">
          <ac:chgData name="Louis Dupont (Student at CentraleSupelec)" userId="687fdefc-11b0-4eb9-bd08-c0f42067fdf3" providerId="ADAL" clId="{C0CE8755-2171-493B-91BE-4968CCCDD070}" dt="2023-03-31T07:55:01.261" v="4811" actId="164"/>
          <ac:spMkLst>
            <pc:docMk/>
            <pc:sldMk cId="3940828943" sldId="352"/>
            <ac:spMk id="20" creationId="{D1A7CFC0-3781-A8DD-6037-DC8DAB0C3372}"/>
          </ac:spMkLst>
        </pc:spChg>
        <pc:spChg chg="del">
          <ac:chgData name="Louis Dupont (Student at CentraleSupelec)" userId="687fdefc-11b0-4eb9-bd08-c0f42067fdf3" providerId="ADAL" clId="{C0CE8755-2171-493B-91BE-4968CCCDD070}" dt="2023-03-31T12:07:22.333" v="4919" actId="478"/>
          <ac:spMkLst>
            <pc:docMk/>
            <pc:sldMk cId="3940828943" sldId="352"/>
            <ac:spMk id="101" creationId="{00000000-0000-0000-0000-000000000000}"/>
          </ac:spMkLst>
        </pc:spChg>
        <pc:grpChg chg="add mod">
          <ac:chgData name="Louis Dupont (Student at CentraleSupelec)" userId="687fdefc-11b0-4eb9-bd08-c0f42067fdf3" providerId="ADAL" clId="{C0CE8755-2171-493B-91BE-4968CCCDD070}" dt="2023-03-31T07:55:09.360" v="4812" actId="1076"/>
          <ac:grpSpMkLst>
            <pc:docMk/>
            <pc:sldMk cId="3940828943" sldId="352"/>
            <ac:grpSpMk id="2" creationId="{4994085C-3881-5F74-3727-FB7A0FA039DE}"/>
          </ac:grpSpMkLst>
        </pc:grpChg>
        <pc:picChg chg="mod">
          <ac:chgData name="Louis Dupont (Student at CentraleSupelec)" userId="687fdefc-11b0-4eb9-bd08-c0f42067fdf3" providerId="ADAL" clId="{C0CE8755-2171-493B-91BE-4968CCCDD070}" dt="2023-03-31T07:55:01.261" v="4811" actId="164"/>
          <ac:picMkLst>
            <pc:docMk/>
            <pc:sldMk cId="3940828943" sldId="352"/>
            <ac:picMk id="26" creationId="{6D9594FC-C072-9D83-B84D-1A4E1F377565}"/>
          </ac:picMkLst>
        </pc:picChg>
      </pc:sldChg>
      <pc:sldChg chg="addSp delSp modSp add mod">
        <pc:chgData name="Louis Dupont (Student at CentraleSupelec)" userId="687fdefc-11b0-4eb9-bd08-c0f42067fdf3" providerId="ADAL" clId="{C0CE8755-2171-493B-91BE-4968CCCDD070}" dt="2023-03-31T07:51:14.776" v="4652" actId="1076"/>
        <pc:sldMkLst>
          <pc:docMk/>
          <pc:sldMk cId="1457584215" sldId="353"/>
        </pc:sldMkLst>
        <pc:spChg chg="add del mod">
          <ac:chgData name="Louis Dupont (Student at CentraleSupelec)" userId="687fdefc-11b0-4eb9-bd08-c0f42067fdf3" providerId="ADAL" clId="{C0CE8755-2171-493B-91BE-4968CCCDD070}" dt="2023-03-31T07:46:17.745" v="4370"/>
          <ac:spMkLst>
            <pc:docMk/>
            <pc:sldMk cId="1457584215" sldId="353"/>
            <ac:spMk id="2" creationId="{4BAB07E4-B18F-955A-DB78-D215CD2853E6}"/>
          </ac:spMkLst>
        </pc:spChg>
        <pc:spChg chg="del">
          <ac:chgData name="Louis Dupont (Student at CentraleSupelec)" userId="687fdefc-11b0-4eb9-bd08-c0f42067fdf3" providerId="ADAL" clId="{C0CE8755-2171-493B-91BE-4968CCCDD070}" dt="2023-03-31T07:51:08.425" v="4648" actId="478"/>
          <ac:spMkLst>
            <pc:docMk/>
            <pc:sldMk cId="1457584215" sldId="353"/>
            <ac:spMk id="4" creationId="{A3CE98D9-BF3B-B14A-E326-CAA642D45AFD}"/>
          </ac:spMkLst>
        </pc:spChg>
        <pc:spChg chg="add del mod">
          <ac:chgData name="Louis Dupont (Student at CentraleSupelec)" userId="687fdefc-11b0-4eb9-bd08-c0f42067fdf3" providerId="ADAL" clId="{C0CE8755-2171-493B-91BE-4968CCCDD070}" dt="2023-03-31T07:46:17.745" v="4370"/>
          <ac:spMkLst>
            <pc:docMk/>
            <pc:sldMk cId="1457584215" sldId="353"/>
            <ac:spMk id="9" creationId="{90F9599E-CE7F-0925-D32E-5A0B04F3A67B}"/>
          </ac:spMkLst>
        </pc:spChg>
        <pc:spChg chg="del mod">
          <ac:chgData name="Louis Dupont (Student at CentraleSupelec)" userId="687fdefc-11b0-4eb9-bd08-c0f42067fdf3" providerId="ADAL" clId="{C0CE8755-2171-493B-91BE-4968CCCDD070}" dt="2023-03-31T07:50:17.150" v="4615" actId="478"/>
          <ac:spMkLst>
            <pc:docMk/>
            <pc:sldMk cId="1457584215" sldId="353"/>
            <ac:spMk id="13" creationId="{9921CC78-ACFD-9F65-FFAC-AF1A35A93CE9}"/>
          </ac:spMkLst>
        </pc:spChg>
        <pc:spChg chg="add mod">
          <ac:chgData name="Louis Dupont (Student at CentraleSupelec)" userId="687fdefc-11b0-4eb9-bd08-c0f42067fdf3" providerId="ADAL" clId="{C0CE8755-2171-493B-91BE-4968CCCDD070}" dt="2023-03-31T07:46:23.093" v="4373"/>
          <ac:spMkLst>
            <pc:docMk/>
            <pc:sldMk cId="1457584215" sldId="353"/>
            <ac:spMk id="14" creationId="{8319B3E1-A5EE-DC1B-06C9-06C26D618369}"/>
          </ac:spMkLst>
        </pc:spChg>
        <pc:spChg chg="add mod">
          <ac:chgData name="Louis Dupont (Student at CentraleSupelec)" userId="687fdefc-11b0-4eb9-bd08-c0f42067fdf3" providerId="ADAL" clId="{C0CE8755-2171-493B-91BE-4968CCCDD070}" dt="2023-03-31T07:46:23.093" v="4373"/>
          <ac:spMkLst>
            <pc:docMk/>
            <pc:sldMk cId="1457584215" sldId="353"/>
            <ac:spMk id="16" creationId="{3B4ED428-6AFA-280C-5C49-7249AD0F5693}"/>
          </ac:spMkLst>
        </pc:spChg>
        <pc:spChg chg="del">
          <ac:chgData name="Louis Dupont (Student at CentraleSupelec)" userId="687fdefc-11b0-4eb9-bd08-c0f42067fdf3" providerId="ADAL" clId="{C0CE8755-2171-493B-91BE-4968CCCDD070}" dt="2023-03-31T07:46:22.059" v="4372" actId="478"/>
          <ac:spMkLst>
            <pc:docMk/>
            <pc:sldMk cId="1457584215" sldId="353"/>
            <ac:spMk id="17" creationId="{D207A052-7F55-1818-0682-98661D1C6050}"/>
          </ac:spMkLst>
        </pc:spChg>
        <pc:spChg chg="del">
          <ac:chgData name="Louis Dupont (Student at CentraleSupelec)" userId="687fdefc-11b0-4eb9-bd08-c0f42067fdf3" providerId="ADAL" clId="{C0CE8755-2171-493B-91BE-4968CCCDD070}" dt="2023-03-31T07:46:19.947" v="4371" actId="478"/>
          <ac:spMkLst>
            <pc:docMk/>
            <pc:sldMk cId="1457584215" sldId="353"/>
            <ac:spMk id="19" creationId="{E476966D-B553-1F26-F890-4296A79691C9}"/>
          </ac:spMkLst>
        </pc:spChg>
        <pc:spChg chg="mod">
          <ac:chgData name="Louis Dupont (Student at CentraleSupelec)" userId="687fdefc-11b0-4eb9-bd08-c0f42067fdf3" providerId="ADAL" clId="{C0CE8755-2171-493B-91BE-4968CCCDD070}" dt="2023-03-31T07:50:59.089" v="4647" actId="20577"/>
          <ac:spMkLst>
            <pc:docMk/>
            <pc:sldMk cId="1457584215" sldId="353"/>
            <ac:spMk id="101" creationId="{00000000-0000-0000-0000-000000000000}"/>
          </ac:spMkLst>
        </pc:spChg>
        <pc:picChg chg="mod">
          <ac:chgData name="Louis Dupont (Student at CentraleSupelec)" userId="687fdefc-11b0-4eb9-bd08-c0f42067fdf3" providerId="ADAL" clId="{C0CE8755-2171-493B-91BE-4968CCCDD070}" dt="2023-03-31T07:51:12.682" v="4651" actId="1076"/>
          <ac:picMkLst>
            <pc:docMk/>
            <pc:sldMk cId="1457584215" sldId="353"/>
            <ac:picMk id="8" creationId="{CC0627CD-35CC-29EB-0565-F4CA3EBD5E28}"/>
          </ac:picMkLst>
        </pc:picChg>
        <pc:picChg chg="mod">
          <ac:chgData name="Louis Dupont (Student at CentraleSupelec)" userId="687fdefc-11b0-4eb9-bd08-c0f42067fdf3" providerId="ADAL" clId="{C0CE8755-2171-493B-91BE-4968CCCDD070}" dt="2023-03-31T07:51:14.776" v="4652" actId="1076"/>
          <ac:picMkLst>
            <pc:docMk/>
            <pc:sldMk cId="1457584215" sldId="353"/>
            <ac:picMk id="12" creationId="{7AAFDC01-E8A6-9A79-5255-C7FBD2FF6084}"/>
          </ac:picMkLst>
        </pc:picChg>
      </pc:sldChg>
      <pc:sldChg chg="addSp delSp modSp add mod">
        <pc:chgData name="Louis Dupont (Student at CentraleSupelec)" userId="687fdefc-11b0-4eb9-bd08-c0f42067fdf3" providerId="ADAL" clId="{C0CE8755-2171-493B-91BE-4968CCCDD070}" dt="2023-03-31T07:52:51.831" v="4794" actId="20577"/>
        <pc:sldMkLst>
          <pc:docMk/>
          <pc:sldMk cId="1107188849" sldId="354"/>
        </pc:sldMkLst>
        <pc:spChg chg="del">
          <ac:chgData name="Louis Dupont (Student at CentraleSupelec)" userId="687fdefc-11b0-4eb9-bd08-c0f42067fdf3" providerId="ADAL" clId="{C0CE8755-2171-493B-91BE-4968CCCDD070}" dt="2023-03-31T07:52:26.623" v="4775" actId="478"/>
          <ac:spMkLst>
            <pc:docMk/>
            <pc:sldMk cId="1107188849" sldId="354"/>
            <ac:spMk id="6" creationId="{71A4033B-B5CD-785C-FD47-3452497CD51D}"/>
          </ac:spMkLst>
        </pc:spChg>
        <pc:spChg chg="mod ord">
          <ac:chgData name="Louis Dupont (Student at CentraleSupelec)" userId="687fdefc-11b0-4eb9-bd08-c0f42067fdf3" providerId="ADAL" clId="{C0CE8755-2171-493B-91BE-4968CCCDD070}" dt="2023-03-31T07:52:51.831" v="4794" actId="20577"/>
          <ac:spMkLst>
            <pc:docMk/>
            <pc:sldMk cId="1107188849" sldId="354"/>
            <ac:spMk id="7" creationId="{5C3DB8F8-9F4D-6E30-5947-11290A576E21}"/>
          </ac:spMkLst>
        </pc:spChg>
        <pc:picChg chg="del">
          <ac:chgData name="Louis Dupont (Student at CentraleSupelec)" userId="687fdefc-11b0-4eb9-bd08-c0f42067fdf3" providerId="ADAL" clId="{C0CE8755-2171-493B-91BE-4968CCCDD070}" dt="2023-03-31T07:52:31.127" v="4777" actId="478"/>
          <ac:picMkLst>
            <pc:docMk/>
            <pc:sldMk cId="1107188849" sldId="354"/>
            <ac:picMk id="4" creationId="{F7306846-D110-FDE3-BCAD-42622B7E98B9}"/>
          </ac:picMkLst>
        </pc:picChg>
        <pc:picChg chg="add mod">
          <ac:chgData name="Louis Dupont (Student at CentraleSupelec)" userId="687fdefc-11b0-4eb9-bd08-c0f42067fdf3" providerId="ADAL" clId="{C0CE8755-2171-493B-91BE-4968CCCDD070}" dt="2023-03-31T07:52:41.769" v="4780" actId="1076"/>
          <ac:picMkLst>
            <pc:docMk/>
            <pc:sldMk cId="1107188849" sldId="354"/>
            <ac:picMk id="8" creationId="{21064F8C-3A9D-C0CA-2B90-A2D0ACA28CC6}"/>
          </ac:picMkLst>
        </pc:picChg>
      </pc:sldChg>
      <pc:sldChg chg="addSp modSp mod">
        <pc:chgData name="Louis Dupont (Student at CentraleSupelec)" userId="687fdefc-11b0-4eb9-bd08-c0f42067fdf3" providerId="ADAL" clId="{C0CE8755-2171-493B-91BE-4968CCCDD070}" dt="2023-03-31T12:54:52.255" v="5086" actId="20577"/>
        <pc:sldMkLst>
          <pc:docMk/>
          <pc:sldMk cId="2956332010" sldId="355"/>
        </pc:sldMkLst>
        <pc:spChg chg="mod">
          <ac:chgData name="Louis Dupont (Student at CentraleSupelec)" userId="687fdefc-11b0-4eb9-bd08-c0f42067fdf3" providerId="ADAL" clId="{C0CE8755-2171-493B-91BE-4968CCCDD070}" dt="2023-03-31T12:54:52.255" v="5086" actId="20577"/>
          <ac:spMkLst>
            <pc:docMk/>
            <pc:sldMk cId="2956332010" sldId="355"/>
            <ac:spMk id="5" creationId="{8D882A31-682D-F414-D27A-F3C4DAC91C81}"/>
          </ac:spMkLst>
        </pc:spChg>
        <pc:spChg chg="add mod">
          <ac:chgData name="Louis Dupont (Student at CentraleSupelec)" userId="687fdefc-11b0-4eb9-bd08-c0f42067fdf3" providerId="ADAL" clId="{C0CE8755-2171-493B-91BE-4968CCCDD070}" dt="2023-03-31T12:47:11.949" v="4973"/>
          <ac:spMkLst>
            <pc:docMk/>
            <pc:sldMk cId="2956332010" sldId="355"/>
            <ac:spMk id="6" creationId="{AB3F9133-9AA9-36C5-4226-4C10041F2718}"/>
          </ac:spMkLst>
        </pc:spChg>
      </pc:sldChg>
      <pc:sldChg chg="modSp add mod modShow">
        <pc:chgData name="Louis Dupont (Student at CentraleSupelec)" userId="687fdefc-11b0-4eb9-bd08-c0f42067fdf3" providerId="ADAL" clId="{C0CE8755-2171-493B-91BE-4968CCCDD070}" dt="2023-03-31T12:48:01.785" v="5036" actId="20577"/>
        <pc:sldMkLst>
          <pc:docMk/>
          <pc:sldMk cId="1986298712" sldId="356"/>
        </pc:sldMkLst>
        <pc:spChg chg="mod">
          <ac:chgData name="Louis Dupont (Student at CentraleSupelec)" userId="687fdefc-11b0-4eb9-bd08-c0f42067fdf3" providerId="ADAL" clId="{C0CE8755-2171-493B-91BE-4968CCCDD070}" dt="2023-03-31T12:48:01.785" v="5036" actId="20577"/>
          <ac:spMkLst>
            <pc:docMk/>
            <pc:sldMk cId="1986298712" sldId="356"/>
            <ac:spMk id="3073" creationId="{00000000-0000-0000-0000-000000000000}"/>
          </ac:spMkLst>
        </pc:spChg>
      </pc:sldChg>
      <pc:sldChg chg="modSp add mod">
        <pc:chgData name="Louis Dupont (Student at CentraleSupelec)" userId="687fdefc-11b0-4eb9-bd08-c0f42067fdf3" providerId="ADAL" clId="{C0CE8755-2171-493B-91BE-4968CCCDD070}" dt="2023-03-31T13:50:08.926" v="5166" actId="20577"/>
        <pc:sldMkLst>
          <pc:docMk/>
          <pc:sldMk cId="704721571" sldId="357"/>
        </pc:sldMkLst>
        <pc:spChg chg="mod">
          <ac:chgData name="Louis Dupont (Student at CentraleSupelec)" userId="687fdefc-11b0-4eb9-bd08-c0f42067fdf3" providerId="ADAL" clId="{C0CE8755-2171-493B-91BE-4968CCCDD070}" dt="2023-03-31T13:49:25.724" v="5148" actId="20577"/>
          <ac:spMkLst>
            <pc:docMk/>
            <pc:sldMk cId="704721571" sldId="357"/>
            <ac:spMk id="19" creationId="{BEE1CF88-3FE7-58FE-7839-4FC687B2F4BC}"/>
          </ac:spMkLst>
        </pc:spChg>
        <pc:spChg chg="mod">
          <ac:chgData name="Louis Dupont (Student at CentraleSupelec)" userId="687fdefc-11b0-4eb9-bd08-c0f42067fdf3" providerId="ADAL" clId="{C0CE8755-2171-493B-91BE-4968CCCDD070}" dt="2023-03-31T13:49:25.724" v="5148" actId="20577"/>
          <ac:spMkLst>
            <pc:docMk/>
            <pc:sldMk cId="704721571" sldId="357"/>
            <ac:spMk id="20" creationId="{AFEAE3EA-42FB-AC24-1AE1-E60E38ADDD4D}"/>
          </ac:spMkLst>
        </pc:spChg>
        <pc:spChg chg="mod">
          <ac:chgData name="Louis Dupont (Student at CentraleSupelec)" userId="687fdefc-11b0-4eb9-bd08-c0f42067fdf3" providerId="ADAL" clId="{C0CE8755-2171-493B-91BE-4968CCCDD070}" dt="2023-03-31T13:49:25.724" v="5148" actId="20577"/>
          <ac:spMkLst>
            <pc:docMk/>
            <pc:sldMk cId="704721571" sldId="357"/>
            <ac:spMk id="27" creationId="{93F6EFC6-6CF4-C444-B9CE-72C67F474B39}"/>
          </ac:spMkLst>
        </pc:spChg>
        <pc:spChg chg="mod">
          <ac:chgData name="Louis Dupont (Student at CentraleSupelec)" userId="687fdefc-11b0-4eb9-bd08-c0f42067fdf3" providerId="ADAL" clId="{C0CE8755-2171-493B-91BE-4968CCCDD070}" dt="2023-03-31T13:49:39.799" v="5163" actId="1076"/>
          <ac:spMkLst>
            <pc:docMk/>
            <pc:sldMk cId="704721571" sldId="357"/>
            <ac:spMk id="28" creationId="{FC744D6B-2C07-94F4-AB0E-3C2054B88A81}"/>
          </ac:spMkLst>
        </pc:spChg>
        <pc:spChg chg="mod">
          <ac:chgData name="Louis Dupont (Student at CentraleSupelec)" userId="687fdefc-11b0-4eb9-bd08-c0f42067fdf3" providerId="ADAL" clId="{C0CE8755-2171-493B-91BE-4968CCCDD070}" dt="2023-03-31T13:49:42.952" v="5164" actId="1076"/>
          <ac:spMkLst>
            <pc:docMk/>
            <pc:sldMk cId="704721571" sldId="357"/>
            <ac:spMk id="30" creationId="{341C4171-3FFD-4D56-4936-0FEC00411E02}"/>
          </ac:spMkLst>
        </pc:spChg>
        <pc:spChg chg="mod">
          <ac:chgData name="Louis Dupont (Student at CentraleSupelec)" userId="687fdefc-11b0-4eb9-bd08-c0f42067fdf3" providerId="ADAL" clId="{C0CE8755-2171-493B-91BE-4968CCCDD070}" dt="2023-03-31T13:49:25.724" v="5148" actId="20577"/>
          <ac:spMkLst>
            <pc:docMk/>
            <pc:sldMk cId="704721571" sldId="357"/>
            <ac:spMk id="31" creationId="{F799BD91-BDC0-569C-3554-6EEB2E6F9AE1}"/>
          </ac:spMkLst>
        </pc:spChg>
        <pc:spChg chg="mod">
          <ac:chgData name="Louis Dupont (Student at CentraleSupelec)" userId="687fdefc-11b0-4eb9-bd08-c0f42067fdf3" providerId="ADAL" clId="{C0CE8755-2171-493B-91BE-4968CCCDD070}" dt="2023-03-31T13:50:08.926" v="5166" actId="20577"/>
          <ac:spMkLst>
            <pc:docMk/>
            <pc:sldMk cId="704721571" sldId="357"/>
            <ac:spMk id="101" creationId="{00000000-0000-0000-0000-000000000000}"/>
          </ac:spMkLst>
        </pc:spChg>
        <pc:grpChg chg="mod">
          <ac:chgData name="Louis Dupont (Student at CentraleSupelec)" userId="687fdefc-11b0-4eb9-bd08-c0f42067fdf3" providerId="ADAL" clId="{C0CE8755-2171-493B-91BE-4968CCCDD070}" dt="2023-03-31T13:49:25.724" v="5148" actId="20577"/>
          <ac:grpSpMkLst>
            <pc:docMk/>
            <pc:sldMk cId="704721571" sldId="357"/>
            <ac:grpSpMk id="18" creationId="{58C5C74E-4CA7-2FDB-8309-1A8F3155E34C}"/>
          </ac:grpSpMkLst>
        </pc:grp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1" creationId="{8DE31379-6F16-F1DD-E187-F936850EDF21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2" creationId="{50F44451-7B27-8D6B-A4CB-FED35A5A5252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3" creationId="{D33240FF-EBCB-5EA9-D619-1CA9672ADE24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4" creationId="{46DA3575-9FF0-7C99-C958-F4879C7654E7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5" creationId="{5E728223-CB0D-C4C5-08E5-AED247862282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6" creationId="{C9AEBDD5-B3F0-E75E-2F69-AA903E6B85FB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29" creationId="{5859D1E5-CC6C-C290-29CC-8D8A1302536A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96" creationId="{5EF00786-41FB-026F-B46F-504E54110B7F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97" creationId="{E38C90F9-E990-D462-A90E-CF88B0FD65BB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98" creationId="{4DD7904D-22B7-F18D-BF8C-82D83925BF4C}"/>
          </ac:cxnSpMkLst>
        </pc:cxnChg>
        <pc:cxnChg chg="mod">
          <ac:chgData name="Louis Dupont (Student at CentraleSupelec)" userId="687fdefc-11b0-4eb9-bd08-c0f42067fdf3" providerId="ADAL" clId="{C0CE8755-2171-493B-91BE-4968CCCDD070}" dt="2023-03-31T13:49:25.724" v="5148" actId="20577"/>
          <ac:cxnSpMkLst>
            <pc:docMk/>
            <pc:sldMk cId="704721571" sldId="357"/>
            <ac:cxnSpMk id="99" creationId="{139473B9-25F7-51E5-BB2B-CDF410846168}"/>
          </ac:cxnSpMkLst>
        </pc:cxnChg>
      </pc:sldChg>
    </pc:docChg>
  </pc:docChgLst>
  <pc:docChgLst>
    <pc:chgData name="Flore Bergerot (Student at CentraleSupelec)" userId="S::flore.bergerot@student-cs.fr::9b398b0d-bf0e-40df-a42f-ff8ce2c7c285" providerId="AD" clId="Web-{B26896EA-47F1-4685-868F-F35DA4F2736E}"/>
    <pc:docChg chg="modSld">
      <pc:chgData name="Flore Bergerot (Student at CentraleSupelec)" userId="S::flore.bergerot@student-cs.fr::9b398b0d-bf0e-40df-a42f-ff8ce2c7c285" providerId="AD" clId="Web-{B26896EA-47F1-4685-868F-F35DA4F2736E}" dt="2023-03-29T07:07:31.148" v="2" actId="20577"/>
      <pc:docMkLst>
        <pc:docMk/>
      </pc:docMkLst>
      <pc:sldChg chg="modSp">
        <pc:chgData name="Flore Bergerot (Student at CentraleSupelec)" userId="S::flore.bergerot@student-cs.fr::9b398b0d-bf0e-40df-a42f-ff8ce2c7c285" providerId="AD" clId="Web-{B26896EA-47F1-4685-868F-F35DA4F2736E}" dt="2023-03-29T07:07:31.148" v="2" actId="20577"/>
        <pc:sldMkLst>
          <pc:docMk/>
          <pc:sldMk cId="3827946629" sldId="257"/>
        </pc:sldMkLst>
        <pc:spChg chg="mod">
          <ac:chgData name="Flore Bergerot (Student at CentraleSupelec)" userId="S::flore.bergerot@student-cs.fr::9b398b0d-bf0e-40df-a42f-ff8ce2c7c285" providerId="AD" clId="Web-{B26896EA-47F1-4685-868F-F35DA4F2736E}" dt="2023-03-29T07:07:31.148" v="2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Valentin Everest (Student at CentraleSupelec)" userId="103fe320-5d97-4c12-9fe7-ae15579a3838" providerId="ADAL" clId="{B8C65A94-099A-4356-9B3E-A7D6910BF866}"/>
    <pc:docChg chg="custSel modSld">
      <pc:chgData name="Valentin Everest (Student at CentraleSupelec)" userId="103fe320-5d97-4c12-9fe7-ae15579a3838" providerId="ADAL" clId="{B8C65A94-099A-4356-9B3E-A7D6910BF866}" dt="2023-02-15T15:51:35.301" v="188" actId="17032"/>
      <pc:docMkLst>
        <pc:docMk/>
      </pc:docMkLst>
      <pc:sldChg chg="addSp delSp modSp mod">
        <pc:chgData name="Valentin Everest (Student at CentraleSupelec)" userId="103fe320-5d97-4c12-9fe7-ae15579a3838" providerId="ADAL" clId="{B8C65A94-099A-4356-9B3E-A7D6910BF866}" dt="2023-02-15T15:51:35.301" v="188" actId="17032"/>
        <pc:sldMkLst>
          <pc:docMk/>
          <pc:sldMk cId="1074937383" sldId="297"/>
        </pc:sldMkLst>
        <pc:spChg chg="del mod">
          <ac:chgData name="Valentin Everest (Student at CentraleSupelec)" userId="103fe320-5d97-4c12-9fe7-ae15579a3838" providerId="ADAL" clId="{B8C65A94-099A-4356-9B3E-A7D6910BF866}" dt="2023-02-15T15:29:23.083" v="81"/>
          <ac:spMkLst>
            <pc:docMk/>
            <pc:sldMk cId="1074937383" sldId="297"/>
            <ac:spMk id="8" creationId="{FF42EF75-85C8-449D-9E3F-3EDD329FF0E4}"/>
          </ac:spMkLst>
        </pc:spChg>
        <pc:spChg chg="mod">
          <ac:chgData name="Valentin Everest (Student at CentraleSupelec)" userId="103fe320-5d97-4c12-9fe7-ae15579a3838" providerId="ADAL" clId="{B8C65A94-099A-4356-9B3E-A7D6910BF866}" dt="2023-02-15T15:32:07.568" v="101" actId="20577"/>
          <ac:spMkLst>
            <pc:docMk/>
            <pc:sldMk cId="1074937383" sldId="297"/>
            <ac:spMk id="101" creationId="{00000000-0000-0000-0000-000000000000}"/>
          </ac:spMkLst>
        </pc:spChg>
        <pc:picChg chg="del">
          <ac:chgData name="Valentin Everest (Student at CentraleSupelec)" userId="103fe320-5d97-4c12-9fe7-ae15579a3838" providerId="ADAL" clId="{B8C65A94-099A-4356-9B3E-A7D6910BF866}" dt="2023-02-15T15:26:07.382" v="0" actId="478"/>
          <ac:picMkLst>
            <pc:docMk/>
            <pc:sldMk cId="1074937383" sldId="297"/>
            <ac:picMk id="2" creationId="{789DFE6A-E433-C7F6-AE5A-0AF9F15FB675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2:04.383" v="99" actId="478"/>
          <ac:picMkLst>
            <pc:docMk/>
            <pc:sldMk cId="1074937383" sldId="297"/>
            <ac:picMk id="4" creationId="{FD2EB18C-4683-8EA8-CE56-1052DFB6FCE1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28:40.136" v="56" actId="478"/>
          <ac:picMkLst>
            <pc:docMk/>
            <pc:sldMk cId="1074937383" sldId="297"/>
            <ac:picMk id="10" creationId="{BF7C0640-93C7-1303-0243-51C27B0D8E93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28:41.476" v="57" actId="478"/>
          <ac:picMkLst>
            <pc:docMk/>
            <pc:sldMk cId="1074937383" sldId="297"/>
            <ac:picMk id="12" creationId="{CC0914DB-9646-B69F-0143-6579BCAA1526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28:46.913" v="59" actId="478"/>
          <ac:picMkLst>
            <pc:docMk/>
            <pc:sldMk cId="1074937383" sldId="297"/>
            <ac:picMk id="14" creationId="{5195D8C2-9FF4-08D0-0E4A-793117733721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28:42.944" v="58" actId="478"/>
          <ac:picMkLst>
            <pc:docMk/>
            <pc:sldMk cId="1074937383" sldId="297"/>
            <ac:picMk id="16" creationId="{2ACCF091-8DE9-B074-E2B0-7F60F6944242}"/>
          </ac:picMkLst>
        </pc:picChg>
        <pc:picChg chg="add mod">
          <ac:chgData name="Valentin Everest (Student at CentraleSupelec)" userId="103fe320-5d97-4c12-9fe7-ae15579a3838" providerId="ADAL" clId="{B8C65A94-099A-4356-9B3E-A7D6910BF866}" dt="2023-02-15T15:32:09.644" v="102" actId="1076"/>
          <ac:picMkLst>
            <pc:docMk/>
            <pc:sldMk cId="1074937383" sldId="297"/>
            <ac:picMk id="18" creationId="{82A39B1F-3CCA-D3C2-D89D-B8D11B4B912F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0:19.581" v="89" actId="478"/>
          <ac:picMkLst>
            <pc:docMk/>
            <pc:sldMk cId="1074937383" sldId="297"/>
            <ac:picMk id="20" creationId="{99903582-FAC6-D4BB-CFFE-7EA95E7A1DAD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0:18.276" v="88" actId="478"/>
          <ac:picMkLst>
            <pc:docMk/>
            <pc:sldMk cId="1074937383" sldId="297"/>
            <ac:picMk id="22" creationId="{394029E0-5071-0E60-97D8-067EAF2F69AC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0:21.093" v="90" actId="478"/>
          <ac:picMkLst>
            <pc:docMk/>
            <pc:sldMk cId="1074937383" sldId="297"/>
            <ac:picMk id="24" creationId="{07B101FC-681E-E078-08CA-D12B0BB85410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8:30.792" v="126" actId="478"/>
          <ac:picMkLst>
            <pc:docMk/>
            <pc:sldMk cId="1074937383" sldId="297"/>
            <ac:picMk id="26" creationId="{353F18DB-2BBD-54A7-DEF0-9D525C57558D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8:29.176" v="124" actId="478"/>
          <ac:picMkLst>
            <pc:docMk/>
            <pc:sldMk cId="1074937383" sldId="297"/>
            <ac:picMk id="28" creationId="{BF91D473-3412-5713-180B-1EA12682C800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38:30.070" v="125" actId="478"/>
          <ac:picMkLst>
            <pc:docMk/>
            <pc:sldMk cId="1074937383" sldId="297"/>
            <ac:picMk id="30" creationId="{8B405F7F-8AB7-5615-2993-946DBBD571A9}"/>
          </ac:picMkLst>
        </pc:picChg>
        <pc:picChg chg="add mod">
          <ac:chgData name="Valentin Everest (Student at CentraleSupelec)" userId="103fe320-5d97-4c12-9fe7-ae15579a3838" providerId="ADAL" clId="{B8C65A94-099A-4356-9B3E-A7D6910BF866}" dt="2023-02-15T15:45:15.406" v="146" actId="14100"/>
          <ac:picMkLst>
            <pc:docMk/>
            <pc:sldMk cId="1074937383" sldId="297"/>
            <ac:picMk id="32" creationId="{2F25D457-1C7E-8C88-4DF9-4723D6C85067}"/>
          </ac:picMkLst>
        </pc:picChg>
        <pc:picChg chg="add mod">
          <ac:chgData name="Valentin Everest (Student at CentraleSupelec)" userId="103fe320-5d97-4c12-9fe7-ae15579a3838" providerId="ADAL" clId="{B8C65A94-099A-4356-9B3E-A7D6910BF866}" dt="2023-02-15T15:44:55.576" v="141" actId="14100"/>
          <ac:picMkLst>
            <pc:docMk/>
            <pc:sldMk cId="1074937383" sldId="297"/>
            <ac:picMk id="34" creationId="{24EABFDA-FDC5-F827-864F-BF1F2AD559D2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46:52.978" v="158" actId="478"/>
          <ac:picMkLst>
            <pc:docMk/>
            <pc:sldMk cId="1074937383" sldId="297"/>
            <ac:picMk id="36" creationId="{66C8521A-D173-96F8-87B1-7876BE2B6659}"/>
          </ac:picMkLst>
        </pc:picChg>
        <pc:picChg chg="add del mod">
          <ac:chgData name="Valentin Everest (Student at CentraleSupelec)" userId="103fe320-5d97-4c12-9fe7-ae15579a3838" providerId="ADAL" clId="{B8C65A94-099A-4356-9B3E-A7D6910BF866}" dt="2023-02-15T15:47:15.519" v="169" actId="478"/>
          <ac:picMkLst>
            <pc:docMk/>
            <pc:sldMk cId="1074937383" sldId="297"/>
            <ac:picMk id="38" creationId="{09F73687-BA74-5AFE-1B73-BE3632287D67}"/>
          </ac:picMkLst>
        </pc:picChg>
        <pc:picChg chg="add mod">
          <ac:chgData name="Valentin Everest (Student at CentraleSupelec)" userId="103fe320-5d97-4c12-9fe7-ae15579a3838" providerId="ADAL" clId="{B8C65A94-099A-4356-9B3E-A7D6910BF866}" dt="2023-02-15T15:48:05.180" v="178" actId="14100"/>
          <ac:picMkLst>
            <pc:docMk/>
            <pc:sldMk cId="1074937383" sldId="297"/>
            <ac:picMk id="40" creationId="{FBF0EADC-B78F-3D61-9E65-C3A3EC100E7F}"/>
          </ac:picMkLst>
        </pc:picChg>
        <pc:picChg chg="add mod">
          <ac:chgData name="Valentin Everest (Student at CentraleSupelec)" userId="103fe320-5d97-4c12-9fe7-ae15579a3838" providerId="ADAL" clId="{B8C65A94-099A-4356-9B3E-A7D6910BF866}" dt="2023-02-15T15:48:36.277" v="184" actId="1076"/>
          <ac:picMkLst>
            <pc:docMk/>
            <pc:sldMk cId="1074937383" sldId="297"/>
            <ac:picMk id="42" creationId="{15EFCA61-5DF3-EB79-37F1-0ABE4BC0B090}"/>
          </ac:picMkLst>
        </pc:picChg>
        <pc:cxnChg chg="add mod">
          <ac:chgData name="Valentin Everest (Student at CentraleSupelec)" userId="103fe320-5d97-4c12-9fe7-ae15579a3838" providerId="ADAL" clId="{B8C65A94-099A-4356-9B3E-A7D6910BF866}" dt="2023-02-15T15:51:35.301" v="188" actId="17032"/>
          <ac:cxnSpMkLst>
            <pc:docMk/>
            <pc:sldMk cId="1074937383" sldId="297"/>
            <ac:cxnSpMk id="44" creationId="{BF0E5B75-A821-23A8-866D-74465998FC36}"/>
          </ac:cxnSpMkLst>
        </pc:cxnChg>
      </pc:sldChg>
    </pc:docChg>
  </pc:docChgLst>
  <pc:docChgLst>
    <pc:chgData name="Flore Bergerot (Student at CentraleSupelec)" userId="9b398b0d-bf0e-40df-a42f-ff8ce2c7c285" providerId="ADAL" clId="{31E4FF51-7B8B-4874-8D93-15FBCBCE7D5F}"/>
    <pc:docChg chg="undo custSel addSld modSld">
      <pc:chgData name="Flore Bergerot (Student at CentraleSupelec)" userId="9b398b0d-bf0e-40df-a42f-ff8ce2c7c285" providerId="ADAL" clId="{31E4FF51-7B8B-4874-8D93-15FBCBCE7D5F}" dt="2023-03-31T13:59:25.046" v="386" actId="20577"/>
      <pc:docMkLst>
        <pc:docMk/>
      </pc:docMkLst>
      <pc:sldChg chg="modSp">
        <pc:chgData name="Flore Bergerot (Student at CentraleSupelec)" userId="9b398b0d-bf0e-40df-a42f-ff8ce2c7c285" providerId="ADAL" clId="{31E4FF51-7B8B-4874-8D93-15FBCBCE7D5F}" dt="2023-03-31T12:39:10.108" v="9" actId="20577"/>
        <pc:sldMkLst>
          <pc:docMk/>
          <pc:sldMk cId="866641586" sldId="344"/>
        </pc:sldMkLst>
        <pc:spChg chg="mod">
          <ac:chgData name="Flore Bergerot (Student at CentraleSupelec)" userId="9b398b0d-bf0e-40df-a42f-ff8ce2c7c285" providerId="ADAL" clId="{31E4FF51-7B8B-4874-8D93-15FBCBCE7D5F}" dt="2023-03-31T12:39:10.108" v="9" actId="20577"/>
          <ac:spMkLst>
            <pc:docMk/>
            <pc:sldMk cId="866641586" sldId="344"/>
            <ac:spMk id="9" creationId="{3909E233-F596-CB67-5D39-4C5F5C85202C}"/>
          </ac:spMkLst>
        </pc:spChg>
      </pc:sldChg>
      <pc:sldChg chg="modSp mod">
        <pc:chgData name="Flore Bergerot (Student at CentraleSupelec)" userId="9b398b0d-bf0e-40df-a42f-ff8ce2c7c285" providerId="ADAL" clId="{31E4FF51-7B8B-4874-8D93-15FBCBCE7D5F}" dt="2023-03-31T13:57:51.394" v="384" actId="20577"/>
        <pc:sldMkLst>
          <pc:docMk/>
          <pc:sldMk cId="3936228529" sldId="348"/>
        </pc:sldMkLst>
        <pc:graphicFrameChg chg="modGraphic">
          <ac:chgData name="Flore Bergerot (Student at CentraleSupelec)" userId="9b398b0d-bf0e-40df-a42f-ff8ce2c7c285" providerId="ADAL" clId="{31E4FF51-7B8B-4874-8D93-15FBCBCE7D5F}" dt="2023-03-31T13:57:51.394" v="384" actId="20577"/>
          <ac:graphicFrameMkLst>
            <pc:docMk/>
            <pc:sldMk cId="3936228529" sldId="348"/>
            <ac:graphicFrameMk id="4" creationId="{B5B444A2-6240-FED3-1955-7A6B203C5764}"/>
          </ac:graphicFrameMkLst>
        </pc:graphicFrameChg>
      </pc:sldChg>
      <pc:sldChg chg="modSp">
        <pc:chgData name="Flore Bergerot (Student at CentraleSupelec)" userId="9b398b0d-bf0e-40df-a42f-ff8ce2c7c285" providerId="ADAL" clId="{31E4FF51-7B8B-4874-8D93-15FBCBCE7D5F}" dt="2023-03-31T13:59:25.046" v="386" actId="20577"/>
        <pc:sldMkLst>
          <pc:docMk/>
          <pc:sldMk cId="2617815803" sldId="351"/>
        </pc:sldMkLst>
        <pc:graphicFrameChg chg="mod">
          <ac:chgData name="Flore Bergerot (Student at CentraleSupelec)" userId="9b398b0d-bf0e-40df-a42f-ff8ce2c7c285" providerId="ADAL" clId="{31E4FF51-7B8B-4874-8D93-15FBCBCE7D5F}" dt="2023-03-31T13:59:25.046" v="386" actId="20577"/>
          <ac:graphicFrameMkLst>
            <pc:docMk/>
            <pc:sldMk cId="2617815803" sldId="351"/>
            <ac:graphicFrameMk id="5" creationId="{317470FA-1917-FB12-A0BD-7385B1959B3F}"/>
          </ac:graphicFrameMkLst>
        </pc:graphicFrameChg>
      </pc:sldChg>
      <pc:sldChg chg="addSp delSp modSp new mod">
        <pc:chgData name="Flore Bergerot (Student at CentraleSupelec)" userId="9b398b0d-bf0e-40df-a42f-ff8ce2c7c285" providerId="ADAL" clId="{31E4FF51-7B8B-4874-8D93-15FBCBCE7D5F}" dt="2023-03-31T12:54:15.121" v="382" actId="20577"/>
        <pc:sldMkLst>
          <pc:docMk/>
          <pc:sldMk cId="2956332010" sldId="355"/>
        </pc:sldMkLst>
        <pc:spChg chg="add mod ord">
          <ac:chgData name="Flore Bergerot (Student at CentraleSupelec)" userId="9b398b0d-bf0e-40df-a42f-ff8ce2c7c285" providerId="ADAL" clId="{31E4FF51-7B8B-4874-8D93-15FBCBCE7D5F}" dt="2023-03-31T12:54:15.121" v="382" actId="20577"/>
          <ac:spMkLst>
            <pc:docMk/>
            <pc:sldMk cId="2956332010" sldId="355"/>
            <ac:spMk id="5" creationId="{8D882A31-682D-F414-D27A-F3C4DAC91C81}"/>
          </ac:spMkLst>
        </pc:spChg>
        <pc:spChg chg="add del mod">
          <ac:chgData name="Flore Bergerot (Student at CentraleSupelec)" userId="9b398b0d-bf0e-40df-a42f-ff8ce2c7c285" providerId="ADAL" clId="{31E4FF51-7B8B-4874-8D93-15FBCBCE7D5F}" dt="2023-03-31T12:48:55.029" v="216"/>
          <ac:spMkLst>
            <pc:docMk/>
            <pc:sldMk cId="2956332010" sldId="355"/>
            <ac:spMk id="7" creationId="{05951CB5-6EFB-E567-1139-A562FF939D52}"/>
          </ac:spMkLst>
        </pc:spChg>
        <pc:picChg chg="add mod">
          <ac:chgData name="Flore Bergerot (Student at CentraleSupelec)" userId="9b398b0d-bf0e-40df-a42f-ff8ce2c7c285" providerId="ADAL" clId="{31E4FF51-7B8B-4874-8D93-15FBCBCE7D5F}" dt="2023-03-31T12:50:34.286" v="319" actId="1076"/>
          <ac:picMkLst>
            <pc:docMk/>
            <pc:sldMk cId="2956332010" sldId="355"/>
            <ac:picMk id="4" creationId="{E2126CC9-31C9-E504-E9DE-772ECF8D59BC}"/>
          </ac:picMkLst>
        </pc:picChg>
      </pc:sldChg>
    </pc:docChg>
  </pc:docChgLst>
  <pc:docChgLst>
    <pc:chgData clId="Web-{F56CF9DF-C2C1-4050-AB1A-66FF8FF79C6D}"/>
    <pc:docChg chg="modSld">
      <pc:chgData name="" userId="" providerId="" clId="Web-{F56CF9DF-C2C1-4050-AB1A-66FF8FF79C6D}" dt="2023-02-15T15:21:24.474" v="2" actId="20577"/>
      <pc:docMkLst>
        <pc:docMk/>
      </pc:docMkLst>
      <pc:sldChg chg="modSp">
        <pc:chgData name="" userId="" providerId="" clId="Web-{F56CF9DF-C2C1-4050-AB1A-66FF8FF79C6D}" dt="2023-02-15T15:21:24.474" v="2" actId="20577"/>
        <pc:sldMkLst>
          <pc:docMk/>
          <pc:sldMk cId="3827946629" sldId="257"/>
        </pc:sldMkLst>
        <pc:spChg chg="mod">
          <ac:chgData name="" userId="" providerId="" clId="Web-{F56CF9DF-C2C1-4050-AB1A-66FF8FF79C6D}" dt="2023-02-15T15:21:24.474" v="2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Valentin Everest (Student at CentraleSupelec)" userId="S::valentin.everest@student-cs.fr::103fe320-5d97-4c12-9fe7-ae15579a3838" providerId="AD" clId="Web-{0F76F3CE-3D30-46B7-B07F-AD98F0AE62CC}"/>
    <pc:docChg chg="modSld">
      <pc:chgData name="Valentin Everest (Student at CentraleSupelec)" userId="S::valentin.everest@student-cs.fr::103fe320-5d97-4c12-9fe7-ae15579a3838" providerId="AD" clId="Web-{0F76F3CE-3D30-46B7-B07F-AD98F0AE62CC}" dt="2023-02-15T15:59:04.391" v="22" actId="1076"/>
      <pc:docMkLst>
        <pc:docMk/>
      </pc:docMkLst>
      <pc:sldChg chg="addSp modSp">
        <pc:chgData name="Valentin Everest (Student at CentraleSupelec)" userId="S::valentin.everest@student-cs.fr::103fe320-5d97-4c12-9fe7-ae15579a3838" providerId="AD" clId="Web-{0F76F3CE-3D30-46B7-B07F-AD98F0AE62CC}" dt="2023-02-15T15:59:04.391" v="22" actId="1076"/>
        <pc:sldMkLst>
          <pc:docMk/>
          <pc:sldMk cId="1074937383" sldId="297"/>
        </pc:sldMkLst>
        <pc:spChg chg="add mod">
          <ac:chgData name="Valentin Everest (Student at CentraleSupelec)" userId="S::valentin.everest@student-cs.fr::103fe320-5d97-4c12-9fe7-ae15579a3838" providerId="AD" clId="Web-{0F76F3CE-3D30-46B7-B07F-AD98F0AE62CC}" dt="2023-02-15T15:58:47.375" v="17" actId="14100"/>
          <ac:spMkLst>
            <pc:docMk/>
            <pc:sldMk cId="1074937383" sldId="297"/>
            <ac:spMk id="2" creationId="{3CFEBC37-7D26-5AC1-AEC4-C53866758D57}"/>
          </ac:spMkLst>
        </pc:spChg>
        <pc:spChg chg="add mod">
          <ac:chgData name="Valentin Everest (Student at CentraleSupelec)" userId="S::valentin.everest@student-cs.fr::103fe320-5d97-4c12-9fe7-ae15579a3838" providerId="AD" clId="Web-{0F76F3CE-3D30-46B7-B07F-AD98F0AE62CC}" dt="2023-02-15T15:59:04.391" v="22" actId="1076"/>
          <ac:spMkLst>
            <pc:docMk/>
            <pc:sldMk cId="1074937383" sldId="297"/>
            <ac:spMk id="3" creationId="{4724D51E-58F1-F09C-5B9D-58857604B002}"/>
          </ac:spMkLst>
        </pc:spChg>
        <pc:picChg chg="mod">
          <ac:chgData name="Valentin Everest (Student at CentraleSupelec)" userId="S::valentin.everest@student-cs.fr::103fe320-5d97-4c12-9fe7-ae15579a3838" providerId="AD" clId="Web-{0F76F3CE-3D30-46B7-B07F-AD98F0AE62CC}" dt="2023-02-15T15:55:08.244" v="1" actId="1076"/>
          <ac:picMkLst>
            <pc:docMk/>
            <pc:sldMk cId="1074937383" sldId="297"/>
            <ac:picMk id="42" creationId="{15EFCA61-5DF3-EB79-37F1-0ABE4BC0B090}"/>
          </ac:picMkLst>
        </pc:picChg>
      </pc:sldChg>
    </pc:docChg>
  </pc:docChgLst>
  <pc:docChgLst>
    <pc:chgData name="Flore Bergerot (Student at CentraleSupelec)" userId="S::flore.bergerot@student-cs.fr::9b398b0d-bf0e-40df-a42f-ff8ce2c7c285" providerId="AD" clId="Web-{89EDEEC8-64F5-4EDB-B5BF-99D7C6711F7A}"/>
    <pc:docChg chg="addSld delSld modSld modMainMaster">
      <pc:chgData name="Flore Bergerot (Student at CentraleSupelec)" userId="S::flore.bergerot@student-cs.fr::9b398b0d-bf0e-40df-a42f-ff8ce2c7c285" providerId="AD" clId="Web-{89EDEEC8-64F5-4EDB-B5BF-99D7C6711F7A}" dt="2023-02-15T15:52:19.771" v="198" actId="1076"/>
      <pc:docMkLst>
        <pc:docMk/>
      </pc:docMkLst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3827946629" sldId="257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3827946629" sldId="257"/>
            <ac:spMk id="6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5:59.152" v="16" actId="20577"/>
          <ac:spMkLst>
            <pc:docMk/>
            <pc:sldMk cId="3827946629" sldId="257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0" sldId="267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0" sldId="267"/>
            <ac:spMk id="23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0" sldId="267"/>
            <ac:spMk id="24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2940396715" sldId="290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2940396715" sldId="290"/>
            <ac:spMk id="6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2940396715" sldId="290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709355255" sldId="291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709355255" sldId="291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709355255" sldId="291"/>
            <ac:spMk id="6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336249700" sldId="292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336249700" sldId="292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336249700" sldId="292"/>
            <ac:spMk id="6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1696878768" sldId="296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1696878768" sldId="296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1696878768" sldId="296"/>
            <ac:spMk id="6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1074937383" sldId="297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1074937383" sldId="297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1074937383" sldId="297"/>
            <ac:spMk id="6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89EDEEC8-64F5-4EDB-B5BF-99D7C6711F7A}" dt="2023-02-15T15:37:00.578" v="19"/>
        <pc:sldMkLst>
          <pc:docMk/>
          <pc:sldMk cId="993672920" sldId="298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993672920" sldId="298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993672920" sldId="298"/>
            <ac:spMk id="6" creationId="{00000000-0000-0000-0000-000000000000}"/>
          </ac:spMkLst>
        </pc:spChg>
      </pc:sldChg>
      <pc:sldChg chg="addSp delSp modSp">
        <pc:chgData name="Flore Bergerot (Student at CentraleSupelec)" userId="S::flore.bergerot@student-cs.fr::9b398b0d-bf0e-40df-a42f-ff8ce2c7c285" providerId="AD" clId="Web-{89EDEEC8-64F5-4EDB-B5BF-99D7C6711F7A}" dt="2023-02-15T15:39:30.261" v="29"/>
        <pc:sldMkLst>
          <pc:docMk/>
          <pc:sldMk cId="2409928205" sldId="299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37:00.578" v="19"/>
          <ac:spMkLst>
            <pc:docMk/>
            <pc:sldMk cId="2409928205" sldId="299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89EDEEC8-64F5-4EDB-B5BF-99D7C6711F7A}" dt="2023-02-15T15:36:09.153" v="17"/>
          <ac:spMkLst>
            <pc:docMk/>
            <pc:sldMk cId="2409928205" sldId="299"/>
            <ac:spMk id="6" creationId="{00000000-0000-0000-0000-000000000000}"/>
          </ac:spMkLst>
        </pc:spChg>
        <pc:picChg chg="mod ord">
          <ac:chgData name="Flore Bergerot (Student at CentraleSupelec)" userId="S::flore.bergerot@student-cs.fr::9b398b0d-bf0e-40df-a42f-ff8ce2c7c285" providerId="AD" clId="Web-{89EDEEC8-64F5-4EDB-B5BF-99D7C6711F7A}" dt="2023-02-15T15:39:26.761" v="28"/>
          <ac:picMkLst>
            <pc:docMk/>
            <pc:sldMk cId="2409928205" sldId="299"/>
            <ac:picMk id="8" creationId="{DD38B7F4-52CC-5E91-EAD1-5DB0DD6AC65F}"/>
          </ac:picMkLst>
        </pc:picChg>
        <pc:picChg chg="add del ord">
          <ac:chgData name="Flore Bergerot (Student at CentraleSupelec)" userId="S::flore.bergerot@student-cs.fr::9b398b0d-bf0e-40df-a42f-ff8ce2c7c285" providerId="AD" clId="Web-{89EDEEC8-64F5-4EDB-B5BF-99D7C6711F7A}" dt="2023-02-15T15:39:30.261" v="29"/>
          <ac:picMkLst>
            <pc:docMk/>
            <pc:sldMk cId="2409928205" sldId="299"/>
            <ac:picMk id="12" creationId="{46BD97DA-2F6A-381B-B4F9-988747B432E5}"/>
          </ac:picMkLst>
        </pc:picChg>
      </pc:sldChg>
      <pc:sldChg chg="addSp delSp modSp">
        <pc:chgData name="Flore Bergerot (Student at CentraleSupelec)" userId="S::flore.bergerot@student-cs.fr::9b398b0d-bf0e-40df-a42f-ff8ce2c7c285" providerId="AD" clId="Web-{89EDEEC8-64F5-4EDB-B5BF-99D7C6711F7A}" dt="2023-02-15T15:50:16.590" v="156" actId="1076"/>
        <pc:sldMkLst>
          <pc:docMk/>
          <pc:sldMk cId="3936243768" sldId="300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50:08.152" v="155" actId="1076"/>
          <ac:spMkLst>
            <pc:docMk/>
            <pc:sldMk cId="3936243768" sldId="300"/>
            <ac:spMk id="4" creationId="{7B8DF647-58A4-AF7F-C933-BF5291DE6321}"/>
          </ac:spMkLst>
        </pc:spChg>
        <pc:spChg chg="add mod">
          <ac:chgData name="Flore Bergerot (Student at CentraleSupelec)" userId="S::flore.bergerot@student-cs.fr::9b398b0d-bf0e-40df-a42f-ff8ce2c7c285" providerId="AD" clId="Web-{89EDEEC8-64F5-4EDB-B5BF-99D7C6711F7A}" dt="2023-02-15T15:49:15.242" v="131" actId="1076"/>
          <ac:spMkLst>
            <pc:docMk/>
            <pc:sldMk cId="3936243768" sldId="300"/>
            <ac:spMk id="6" creationId="{6870FFF9-36C6-9491-94D6-3BFEC8AECC5E}"/>
          </ac:spMkLst>
        </pc:spChg>
        <pc:spChg chg="add mod">
          <ac:chgData name="Flore Bergerot (Student at CentraleSupelec)" userId="S::flore.bergerot@student-cs.fr::9b398b0d-bf0e-40df-a42f-ff8ce2c7c285" providerId="AD" clId="Web-{89EDEEC8-64F5-4EDB-B5BF-99D7C6711F7A}" dt="2023-02-15T15:50:16.590" v="156" actId="1076"/>
          <ac:spMkLst>
            <pc:docMk/>
            <pc:sldMk cId="3936243768" sldId="300"/>
            <ac:spMk id="12" creationId="{340BCDE3-C33D-FCA7-F7A4-92078CB5EAC4}"/>
          </ac:spMkLst>
        </pc:spChg>
        <pc:picChg chg="add del mod">
          <ac:chgData name="Flore Bergerot (Student at CentraleSupelec)" userId="S::flore.bergerot@student-cs.fr::9b398b0d-bf0e-40df-a42f-ff8ce2c7c285" providerId="AD" clId="Web-{89EDEEC8-64F5-4EDB-B5BF-99D7C6711F7A}" dt="2023-02-15T15:48:29.363" v="116"/>
          <ac:picMkLst>
            <pc:docMk/>
            <pc:sldMk cId="3936243768" sldId="300"/>
            <ac:picMk id="8" creationId="{F80A05D5-805D-4525-3D72-7BAD502A3EB8}"/>
          </ac:picMkLst>
        </pc:picChg>
        <pc:picChg chg="add del mod">
          <ac:chgData name="Flore Bergerot (Student at CentraleSupelec)" userId="S::flore.bergerot@student-cs.fr::9b398b0d-bf0e-40df-a42f-ff8ce2c7c285" providerId="AD" clId="Web-{89EDEEC8-64F5-4EDB-B5BF-99D7C6711F7A}" dt="2023-02-15T15:48:40.786" v="118"/>
          <ac:picMkLst>
            <pc:docMk/>
            <pc:sldMk cId="3936243768" sldId="300"/>
            <ac:picMk id="10" creationId="{3B691A6C-A7DE-CFBB-17AF-B3153F3A353F}"/>
          </ac:picMkLst>
        </pc:picChg>
        <pc:picChg chg="mod">
          <ac:chgData name="Flore Bergerot (Student at CentraleSupelec)" userId="S::flore.bergerot@student-cs.fr::9b398b0d-bf0e-40df-a42f-ff8ce2c7c285" providerId="AD" clId="Web-{89EDEEC8-64F5-4EDB-B5BF-99D7C6711F7A}" dt="2023-02-15T15:49:21.320" v="133" actId="1076"/>
          <ac:picMkLst>
            <pc:docMk/>
            <pc:sldMk cId="3936243768" sldId="300"/>
            <ac:picMk id="11" creationId="{086B3D68-C2EA-5937-5931-5BF4AAD77BC8}"/>
          </ac:picMkLst>
        </pc:picChg>
      </pc:sldChg>
      <pc:sldChg chg="addSp modSp">
        <pc:chgData name="Flore Bergerot (Student at CentraleSupelec)" userId="S::flore.bergerot@student-cs.fr::9b398b0d-bf0e-40df-a42f-ff8ce2c7c285" providerId="AD" clId="Web-{89EDEEC8-64F5-4EDB-B5BF-99D7C6711F7A}" dt="2023-02-15T15:52:19.771" v="198" actId="1076"/>
        <pc:sldMkLst>
          <pc:docMk/>
          <pc:sldMk cId="348548755" sldId="301"/>
        </pc:sldMkLst>
        <pc:spChg chg="mod">
          <ac:chgData name="Flore Bergerot (Student at CentraleSupelec)" userId="S::flore.bergerot@student-cs.fr::9b398b0d-bf0e-40df-a42f-ff8ce2c7c285" providerId="AD" clId="Web-{89EDEEC8-64F5-4EDB-B5BF-99D7C6711F7A}" dt="2023-02-15T15:44:19.767" v="60" actId="20577"/>
          <ac:spMkLst>
            <pc:docMk/>
            <pc:sldMk cId="348548755" sldId="301"/>
            <ac:spMk id="4" creationId="{7B8DF647-58A4-AF7F-C933-BF5291DE6321}"/>
          </ac:spMkLst>
        </pc:spChg>
        <pc:spChg chg="add mod">
          <ac:chgData name="Flore Bergerot (Student at CentraleSupelec)" userId="S::flore.bergerot@student-cs.fr::9b398b0d-bf0e-40df-a42f-ff8ce2c7c285" providerId="AD" clId="Web-{89EDEEC8-64F5-4EDB-B5BF-99D7C6711F7A}" dt="2023-02-15T15:50:47.530" v="171" actId="20577"/>
          <ac:spMkLst>
            <pc:docMk/>
            <pc:sldMk cId="348548755" sldId="301"/>
            <ac:spMk id="7" creationId="{F8D5B06A-8F0F-75F2-412A-9C479666BEA6}"/>
          </ac:spMkLst>
        </pc:spChg>
        <pc:spChg chg="add mod">
          <ac:chgData name="Flore Bergerot (Student at CentraleSupelec)" userId="S::flore.bergerot@student-cs.fr::9b398b0d-bf0e-40df-a42f-ff8ce2c7c285" providerId="AD" clId="Web-{89EDEEC8-64F5-4EDB-B5BF-99D7C6711F7A}" dt="2023-02-15T15:52:19.771" v="198" actId="1076"/>
          <ac:spMkLst>
            <pc:docMk/>
            <pc:sldMk cId="348548755" sldId="301"/>
            <ac:spMk id="14" creationId="{C4C9A205-2A6C-AAB9-03AD-91CA64A7D9F0}"/>
          </ac:spMkLst>
        </pc:spChg>
      </pc:sldChg>
      <pc:sldChg chg="add del replId">
        <pc:chgData name="Flore Bergerot (Student at CentraleSupelec)" userId="S::flore.bergerot@student-cs.fr::9b398b0d-bf0e-40df-a42f-ff8ce2c7c285" providerId="AD" clId="Web-{89EDEEC8-64F5-4EDB-B5BF-99D7C6711F7A}" dt="2023-02-15T15:39:33.027" v="30"/>
        <pc:sldMkLst>
          <pc:docMk/>
          <pc:sldMk cId="1000052229" sldId="301"/>
        </pc:sldMkLst>
      </pc:sldChg>
      <pc:sldMasterChg chg="modSp mod modSldLayout">
        <pc:chgData name="Flore Bergerot (Student at CentraleSupelec)" userId="S::flore.bergerot@student-cs.fr::9b398b0d-bf0e-40df-a42f-ff8ce2c7c285" providerId="AD" clId="Web-{89EDEEC8-64F5-4EDB-B5BF-99D7C6711F7A}" dt="2023-02-15T15:37:28.643" v="20"/>
        <pc:sldMasterMkLst>
          <pc:docMk/>
          <pc:sldMasterMk cId="0" sldId="2147483663"/>
        </pc:sldMasterMkLst>
        <pc:spChg chg="mod">
          <ac:chgData name="Flore Bergerot (Student at CentraleSupelec)" userId="S::flore.bergerot@student-cs.fr::9b398b0d-bf0e-40df-a42f-ff8ce2c7c285" providerId="AD" clId="Web-{89EDEEC8-64F5-4EDB-B5BF-99D7C6711F7A}" dt="2023-02-15T15:37:28.643" v="20"/>
          <ac:spMkLst>
            <pc:docMk/>
            <pc:sldMasterMk cId="0" sldId="2147483663"/>
            <ac:spMk id="19" creationId="{00000000-0000-0000-0000-000000000000}"/>
          </ac:spMkLst>
        </pc:spChg>
        <pc:sldLayoutChg chg="modSp mod">
          <pc:chgData name="Flore Bergerot (Student at CentraleSupelec)" userId="S::flore.bergerot@student-cs.fr::9b398b0d-bf0e-40df-a42f-ff8ce2c7c285" providerId="AD" clId="Web-{89EDEEC8-64F5-4EDB-B5BF-99D7C6711F7A}" dt="2023-02-15T15:37:00.578" v="19"/>
          <pc:sldLayoutMkLst>
            <pc:docMk/>
            <pc:sldMasterMk cId="0" sldId="2147483663"/>
            <pc:sldLayoutMk cId="2436282056" sldId="2147483663"/>
          </pc:sldLayoutMkLst>
          <pc:spChg chg="mod">
            <ac:chgData name="Flore Bergerot (Student at CentraleSupelec)" userId="S::flore.bergerot@student-cs.fr::9b398b0d-bf0e-40df-a42f-ff8ce2c7c285" providerId="AD" clId="Web-{89EDEEC8-64F5-4EDB-B5BF-99D7C6711F7A}" dt="2023-02-15T15:37:00.578" v="19"/>
            <ac:spMkLst>
              <pc:docMk/>
              <pc:sldMasterMk cId="0" sldId="2147483663"/>
              <pc:sldLayoutMk cId="2436282056" sldId="2147483663"/>
              <ac:spMk id="4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89EDEEC8-64F5-4EDB-B5BF-99D7C6711F7A}" dt="2023-02-15T15:36:09.153" v="17"/>
            <ac:spMkLst>
              <pc:docMk/>
              <pc:sldMasterMk cId="0" sldId="2147483663"/>
              <pc:sldLayoutMk cId="2436282056" sldId="2147483663"/>
              <ac:spMk id="5" creationId="{00000000-0000-0000-0000-000000000000}"/>
            </ac:spMkLst>
          </pc:spChg>
        </pc:sldLayoutChg>
        <pc:sldLayoutChg chg="modSp mod">
          <pc:chgData name="Flore Bergerot (Student at CentraleSupelec)" userId="S::flore.bergerot@student-cs.fr::9b398b0d-bf0e-40df-a42f-ff8ce2c7c285" providerId="AD" clId="Web-{89EDEEC8-64F5-4EDB-B5BF-99D7C6711F7A}" dt="2023-02-15T15:37:00.578" v="19"/>
          <pc:sldLayoutMkLst>
            <pc:docMk/>
            <pc:sldMasterMk cId="0" sldId="2147483663"/>
            <pc:sldLayoutMk cId="3494463418" sldId="2147483664"/>
          </pc:sldLayoutMkLst>
          <pc:spChg chg="mod">
            <ac:chgData name="Flore Bergerot (Student at CentraleSupelec)" userId="S::flore.bergerot@student-cs.fr::9b398b0d-bf0e-40df-a42f-ff8ce2c7c285" providerId="AD" clId="Web-{89EDEEC8-64F5-4EDB-B5BF-99D7C6711F7A}" dt="2023-02-15T15:37:00.578" v="19"/>
            <ac:spMkLst>
              <pc:docMk/>
              <pc:sldMasterMk cId="0" sldId="2147483663"/>
              <pc:sldLayoutMk cId="3494463418" sldId="2147483664"/>
              <ac:spMk id="4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89EDEEC8-64F5-4EDB-B5BF-99D7C6711F7A}" dt="2023-02-15T15:36:09.153" v="17"/>
            <ac:spMkLst>
              <pc:docMk/>
              <pc:sldMasterMk cId="0" sldId="2147483663"/>
              <pc:sldLayoutMk cId="3494463418" sldId="2147483664"/>
              <ac:spMk id="5" creationId="{00000000-0000-0000-0000-000000000000}"/>
            </ac:spMkLst>
          </pc:spChg>
        </pc:sldLayoutChg>
        <pc:sldLayoutChg chg="modSp mod">
          <pc:chgData name="Flore Bergerot (Student at CentraleSupelec)" userId="S::flore.bergerot@student-cs.fr::9b398b0d-bf0e-40df-a42f-ff8ce2c7c285" providerId="AD" clId="Web-{89EDEEC8-64F5-4EDB-B5BF-99D7C6711F7A}" dt="2023-02-15T15:37:00.578" v="19"/>
          <pc:sldLayoutMkLst>
            <pc:docMk/>
            <pc:sldMasterMk cId="0" sldId="2147483663"/>
            <pc:sldLayoutMk cId="0" sldId="2147483665"/>
          </pc:sldLayoutMkLst>
          <pc:spChg chg="mod">
            <ac:chgData name="Flore Bergerot (Student at CentraleSupelec)" userId="S::flore.bergerot@student-cs.fr::9b398b0d-bf0e-40df-a42f-ff8ce2c7c285" providerId="AD" clId="Web-{89EDEEC8-64F5-4EDB-B5BF-99D7C6711F7A}" dt="2023-02-15T15:36:09.153" v="17"/>
            <ac:spMkLst>
              <pc:docMk/>
              <pc:sldMasterMk cId="0" sldId="2147483663"/>
              <pc:sldLayoutMk cId="0" sldId="2147483665"/>
              <ac:spMk id="3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89EDEEC8-64F5-4EDB-B5BF-99D7C6711F7A}" dt="2023-02-15T15:37:00.578" v="19"/>
            <ac:spMkLst>
              <pc:docMk/>
              <pc:sldMasterMk cId="0" sldId="2147483663"/>
              <pc:sldLayoutMk cId="0" sldId="2147483665"/>
              <ac:spMk id="10" creationId="{00000000-0000-0000-0000-000000000000}"/>
            </ac:spMkLst>
          </pc:spChg>
        </pc:sldLayoutChg>
        <pc:sldLayoutChg chg="modSp mod">
          <pc:chgData name="Flore Bergerot (Student at CentraleSupelec)" userId="S::flore.bergerot@student-cs.fr::9b398b0d-bf0e-40df-a42f-ff8ce2c7c285" providerId="AD" clId="Web-{89EDEEC8-64F5-4EDB-B5BF-99D7C6711F7A}" dt="2023-02-15T15:37:00.578" v="19"/>
          <pc:sldLayoutMkLst>
            <pc:docMk/>
            <pc:sldMasterMk cId="0" sldId="2147483663"/>
            <pc:sldLayoutMk cId="3129036141" sldId="2147483666"/>
          </pc:sldLayoutMkLst>
          <pc:spChg chg="mod">
            <ac:chgData name="Flore Bergerot (Student at CentraleSupelec)" userId="S::flore.bergerot@student-cs.fr::9b398b0d-bf0e-40df-a42f-ff8ce2c7c285" providerId="AD" clId="Web-{89EDEEC8-64F5-4EDB-B5BF-99D7C6711F7A}" dt="2023-02-15T15:36:09.153" v="17"/>
            <ac:spMkLst>
              <pc:docMk/>
              <pc:sldMasterMk cId="0" sldId="2147483663"/>
              <pc:sldLayoutMk cId="3129036141" sldId="2147483666"/>
              <ac:spMk id="5" creationId="{00000000-0000-0000-0000-000000000000}"/>
            </ac:spMkLst>
          </pc:spChg>
          <pc:spChg chg="mod">
            <ac:chgData name="Flore Bergerot (Student at CentraleSupelec)" userId="S::flore.bergerot@student-cs.fr::9b398b0d-bf0e-40df-a42f-ff8ce2c7c285" providerId="AD" clId="Web-{89EDEEC8-64F5-4EDB-B5BF-99D7C6711F7A}" dt="2023-02-15T15:37:00.578" v="19"/>
            <ac:spMkLst>
              <pc:docMk/>
              <pc:sldMasterMk cId="0" sldId="2147483663"/>
              <pc:sldLayoutMk cId="3129036141" sldId="2147483666"/>
              <ac:spMk id="13" creationId="{00000000-0000-0000-0000-000000000000}"/>
            </ac:spMkLst>
          </pc:spChg>
        </pc:sldLayoutChg>
      </pc:sldMasterChg>
    </pc:docChg>
  </pc:docChgLst>
  <pc:docChgLst>
    <pc:chgData name="Flore Bergerot (Student at CentraleSupelec)" userId="S::flore.bergerot@student-cs.fr::9b398b0d-bf0e-40df-a42f-ff8ce2c7c285" providerId="AD" clId="Web-{B7D45D0A-89C4-4B4E-8DAB-7EBD88A02F36}"/>
    <pc:docChg chg="modSld">
      <pc:chgData name="Flore Bergerot (Student at CentraleSupelec)" userId="S::flore.bergerot@student-cs.fr::9b398b0d-bf0e-40df-a42f-ff8ce2c7c285" providerId="AD" clId="Web-{B7D45D0A-89C4-4B4E-8DAB-7EBD88A02F36}" dt="2023-02-15T15:18:29.715" v="3" actId="14100"/>
      <pc:docMkLst>
        <pc:docMk/>
      </pc:docMkLst>
      <pc:sldChg chg="addSp modSp">
        <pc:chgData name="Flore Bergerot (Student at CentraleSupelec)" userId="S::flore.bergerot@student-cs.fr::9b398b0d-bf0e-40df-a42f-ff8ce2c7c285" providerId="AD" clId="Web-{B7D45D0A-89C4-4B4E-8DAB-7EBD88A02F36}" dt="2023-02-15T15:18:29.715" v="3" actId="14100"/>
        <pc:sldMkLst>
          <pc:docMk/>
          <pc:sldMk cId="336249700" sldId="292"/>
        </pc:sldMkLst>
        <pc:picChg chg="add mod">
          <ac:chgData name="Flore Bergerot (Student at CentraleSupelec)" userId="S::flore.bergerot@student-cs.fr::9b398b0d-bf0e-40df-a42f-ff8ce2c7c285" providerId="AD" clId="Web-{B7D45D0A-89C4-4B4E-8DAB-7EBD88A02F36}" dt="2023-02-15T15:18:29.715" v="3" actId="14100"/>
          <ac:picMkLst>
            <pc:docMk/>
            <pc:sldMk cId="336249700" sldId="292"/>
            <ac:picMk id="2" creationId="{789DFE6A-E433-C7F6-AE5A-0AF9F15FB675}"/>
          </ac:picMkLst>
        </pc:picChg>
      </pc:sldChg>
    </pc:docChg>
  </pc:docChgLst>
  <pc:docChgLst>
    <pc:chgData name="Theodore Paun (Student at CentraleSupelec)" userId="S::andrei-theodore.paun@student-cs.fr::af2f250b-43c5-404c-8c7f-0d6d18de496b" providerId="AD" clId="Web-{85CF42A0-774B-42FA-9975-A826E3800BDA}"/>
    <pc:docChg chg="modSld">
      <pc:chgData name="Theodore Paun (Student at CentraleSupelec)" userId="S::andrei-theodore.paun@student-cs.fr::af2f250b-43c5-404c-8c7f-0d6d18de496b" providerId="AD" clId="Web-{85CF42A0-774B-42FA-9975-A826E3800BDA}" dt="2023-02-27T13:44:11.096" v="237" actId="20577"/>
      <pc:docMkLst>
        <pc:docMk/>
      </pc:docMkLst>
      <pc:sldChg chg="modSp">
        <pc:chgData name="Theodore Paun (Student at CentraleSupelec)" userId="S::andrei-theodore.paun@student-cs.fr::af2f250b-43c5-404c-8c7f-0d6d18de496b" providerId="AD" clId="Web-{85CF42A0-774B-42FA-9975-A826E3800BDA}" dt="2023-02-27T13:44:11.096" v="237" actId="20577"/>
        <pc:sldMkLst>
          <pc:docMk/>
          <pc:sldMk cId="3827946629" sldId="257"/>
        </pc:sldMkLst>
        <pc:spChg chg="mod">
          <ac:chgData name="Theodore Paun (Student at CentraleSupelec)" userId="S::andrei-theodore.paun@student-cs.fr::af2f250b-43c5-404c-8c7f-0d6d18de496b" providerId="AD" clId="Web-{85CF42A0-774B-42FA-9975-A826E3800BDA}" dt="2023-02-27T13:44:11.096" v="237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">
        <pc:chgData name="Theodore Paun (Student at CentraleSupelec)" userId="S::andrei-theodore.paun@student-cs.fr::af2f250b-43c5-404c-8c7f-0d6d18de496b" providerId="AD" clId="Web-{85CF42A0-774B-42FA-9975-A826E3800BDA}" dt="2023-02-27T13:43:34.876" v="222" actId="20577"/>
        <pc:sldMkLst>
          <pc:docMk/>
          <pc:sldMk cId="0" sldId="267"/>
        </pc:sldMkLst>
        <pc:spChg chg="mod">
          <ac:chgData name="Theodore Paun (Student at CentraleSupelec)" userId="S::andrei-theodore.paun@student-cs.fr::af2f250b-43c5-404c-8c7f-0d6d18de496b" providerId="AD" clId="Web-{85CF42A0-774B-42FA-9975-A826E3800BDA}" dt="2023-02-27T13:43:34.876" v="222" actId="20577"/>
          <ac:spMkLst>
            <pc:docMk/>
            <pc:sldMk cId="0" sldId="267"/>
            <ac:spMk id="14" creationId="{00000000-0000-0000-0000-000000000000}"/>
          </ac:spMkLst>
        </pc:spChg>
      </pc:sldChg>
    </pc:docChg>
  </pc:docChgLst>
  <pc:docChgLst>
    <pc:chgData name="Louis Dupont (Student at CentraleSupelec)" userId="687fdefc-11b0-4eb9-bd08-c0f42067fdf3" providerId="ADAL" clId="{CF910700-4598-43FC-9FA5-262B131A058A}"/>
    <pc:docChg chg="undo custSel addSld delSld modSld sldOrd modMainMaster">
      <pc:chgData name="Louis Dupont (Student at CentraleSupelec)" userId="687fdefc-11b0-4eb9-bd08-c0f42067fdf3" providerId="ADAL" clId="{CF910700-4598-43FC-9FA5-262B131A058A}" dt="2023-03-27T14:35:34.246" v="3119" actId="120"/>
      <pc:docMkLst>
        <pc:docMk/>
      </pc:docMkLst>
      <pc:sldChg chg="modSp mod">
        <pc:chgData name="Louis Dupont (Student at CentraleSupelec)" userId="687fdefc-11b0-4eb9-bd08-c0f42067fdf3" providerId="ADAL" clId="{CF910700-4598-43FC-9FA5-262B131A058A}" dt="2023-03-20T13:03:34.424" v="883"/>
        <pc:sldMkLst>
          <pc:docMk/>
          <pc:sldMk cId="3827946629" sldId="257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3827946629" sldId="257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20T13:03:17.573" v="882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">
        <pc:chgData name="Louis Dupont (Student at CentraleSupelec)" userId="687fdefc-11b0-4eb9-bd08-c0f42067fdf3" providerId="ADAL" clId="{CF910700-4598-43FC-9FA5-262B131A058A}" dt="2023-03-20T13:03:34.424" v="883"/>
        <pc:sldMkLst>
          <pc:docMk/>
          <pc:sldMk cId="0" sldId="267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CF910700-4598-43FC-9FA5-262B131A058A}" dt="2023-03-27T12:52:48.508" v="2616" actId="20577"/>
        <pc:sldMkLst>
          <pc:docMk/>
          <pc:sldMk cId="2940396715" sldId="290"/>
        </pc:sldMkLst>
        <pc:spChg chg="mod">
          <ac:chgData name="Louis Dupont (Student at CentraleSupelec)" userId="687fdefc-11b0-4eb9-bd08-c0f42067fdf3" providerId="ADAL" clId="{CF910700-4598-43FC-9FA5-262B131A058A}" dt="2023-03-27T12:52:48.508" v="2616" actId="20577"/>
          <ac:spMkLst>
            <pc:docMk/>
            <pc:sldMk cId="2940396715" sldId="290"/>
            <ac:spMk id="3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2940396715" sldId="290"/>
            <ac:spMk id="6" creationId="{00000000-0000-0000-0000-000000000000}"/>
          </ac:spMkLst>
        </pc:spChg>
      </pc:sldChg>
      <pc:sldChg chg="modSp">
        <pc:chgData name="Louis Dupont (Student at CentraleSupelec)" userId="687fdefc-11b0-4eb9-bd08-c0f42067fdf3" providerId="ADAL" clId="{CF910700-4598-43FC-9FA5-262B131A058A}" dt="2023-03-20T13:03:34.424" v="883"/>
        <pc:sldMkLst>
          <pc:docMk/>
          <pc:sldMk cId="709355255" sldId="291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709355255" sldId="291"/>
            <ac:spMk id="5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CF910700-4598-43FC-9FA5-262B131A058A}" dt="2023-03-15T14:04:34.848" v="271" actId="47"/>
        <pc:sldMkLst>
          <pc:docMk/>
          <pc:sldMk cId="336249700" sldId="292"/>
        </pc:sldMkLst>
        <pc:spChg chg="mod">
          <ac:chgData name="Louis Dupont (Student at CentraleSupelec)" userId="687fdefc-11b0-4eb9-bd08-c0f42067fdf3" providerId="ADAL" clId="{CF910700-4598-43FC-9FA5-262B131A058A}" dt="2023-03-15T13:06:53.567" v="18"/>
          <ac:spMkLst>
            <pc:docMk/>
            <pc:sldMk cId="336249700" sldId="292"/>
            <ac:spMk id="5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CF910700-4598-43FC-9FA5-262B131A058A}" dt="2023-03-27T12:52:40.770" v="2615" actId="20577"/>
        <pc:sldMkLst>
          <pc:docMk/>
          <pc:sldMk cId="1696878768" sldId="296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1696878768" sldId="296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27T12:52:40.770" v="2615" actId="20577"/>
          <ac:spMkLst>
            <pc:docMk/>
            <pc:sldMk cId="1696878768" sldId="296"/>
            <ac:spMk id="3073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2244858210" sldId="297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2244858210" sldId="297"/>
            <ac:spMk id="5" creationId="{00000000-0000-0000-0000-000000000000}"/>
          </ac:spMkLst>
        </pc:spChg>
      </pc:sldChg>
      <pc:sldChg chg="addSp modSp add del mod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3148116686" sldId="298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3148116686" sldId="298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15T15:22:37.189" v="791" actId="20577"/>
          <ac:spMkLst>
            <pc:docMk/>
            <pc:sldMk cId="3148116686" sldId="298"/>
            <ac:spMk id="101" creationId="{00000000-0000-0000-0000-000000000000}"/>
          </ac:spMkLst>
        </pc:spChg>
        <pc:picChg chg="add mod">
          <ac:chgData name="Louis Dupont (Student at CentraleSupelec)" userId="687fdefc-11b0-4eb9-bd08-c0f42067fdf3" providerId="ADAL" clId="{CF910700-4598-43FC-9FA5-262B131A058A}" dt="2023-03-15T13:16:15.179" v="266" actId="1076"/>
          <ac:picMkLst>
            <pc:docMk/>
            <pc:sldMk cId="3148116686" sldId="298"/>
            <ac:picMk id="3" creationId="{A2BDBB55-61C6-38CC-566E-7A4660DAFA7C}"/>
          </ac:picMkLst>
        </pc:picChg>
      </pc:sldChg>
      <pc:sldChg chg="addSp delSp modSp del mod ord">
        <pc:chgData name="Louis Dupont (Student at CentraleSupelec)" userId="687fdefc-11b0-4eb9-bd08-c0f42067fdf3" providerId="ADAL" clId="{CF910700-4598-43FC-9FA5-262B131A058A}" dt="2023-03-27T12:04:49.112" v="893" actId="47"/>
        <pc:sldMkLst>
          <pc:docMk/>
          <pc:sldMk cId="2287836875" sldId="299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2287836875" sldId="299"/>
            <ac:spMk id="5" creationId="{00000000-0000-0000-0000-000000000000}"/>
          </ac:spMkLst>
        </pc:spChg>
        <pc:spChg chg="mod ord">
          <ac:chgData name="Louis Dupont (Student at CentraleSupelec)" userId="687fdefc-11b0-4eb9-bd08-c0f42067fdf3" providerId="ADAL" clId="{CF910700-4598-43FC-9FA5-262B131A058A}" dt="2023-03-15T15:22:28.951" v="787" actId="20577"/>
          <ac:spMkLst>
            <pc:docMk/>
            <pc:sldMk cId="2287836875" sldId="299"/>
            <ac:spMk id="9" creationId="{3909E233-F596-CB67-5D39-4C5F5C85202C}"/>
          </ac:spMkLst>
        </pc:spChg>
        <pc:picChg chg="add del mod ord">
          <ac:chgData name="Louis Dupont (Student at CentraleSupelec)" userId="687fdefc-11b0-4eb9-bd08-c0f42067fdf3" providerId="ADAL" clId="{CF910700-4598-43FC-9FA5-262B131A058A}" dt="2023-03-15T14:05:44.512" v="291" actId="478"/>
          <ac:picMkLst>
            <pc:docMk/>
            <pc:sldMk cId="2287836875" sldId="299"/>
            <ac:picMk id="2" creationId="{C9D0079E-35AD-D635-A0B1-E1D4B9D83193}"/>
          </ac:picMkLst>
        </pc:picChg>
        <pc:picChg chg="mod ord">
          <ac:chgData name="Louis Dupont (Student at CentraleSupelec)" userId="687fdefc-11b0-4eb9-bd08-c0f42067fdf3" providerId="ADAL" clId="{CF910700-4598-43FC-9FA5-262B131A058A}" dt="2023-03-15T14:05:40.011" v="289" actId="167"/>
          <ac:picMkLst>
            <pc:docMk/>
            <pc:sldMk cId="2287836875" sldId="299"/>
            <ac:picMk id="4" creationId="{A25B05D5-39C2-244D-32CB-6E2F1D66DD91}"/>
          </ac:picMkLst>
        </pc:picChg>
      </pc:sldChg>
      <pc:sldChg chg="modSp del mod ord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2869017069" sldId="300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2869017069" sldId="300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15T15:22:44.972" v="795" actId="20577"/>
          <ac:spMkLst>
            <pc:docMk/>
            <pc:sldMk cId="2869017069" sldId="300"/>
            <ac:spMk id="101" creationId="{00000000-0000-0000-0000-000000000000}"/>
          </ac:spMkLst>
        </pc:spChg>
        <pc:picChg chg="mod">
          <ac:chgData name="Louis Dupont (Student at CentraleSupelec)" userId="687fdefc-11b0-4eb9-bd08-c0f42067fdf3" providerId="ADAL" clId="{CF910700-4598-43FC-9FA5-262B131A058A}" dt="2023-03-15T15:18:03.841" v="752" actId="1076"/>
          <ac:picMkLst>
            <pc:docMk/>
            <pc:sldMk cId="2869017069" sldId="300"/>
            <ac:picMk id="4" creationId="{0DD9D605-3189-F0D2-3843-2D2FC72C0C38}"/>
          </ac:picMkLst>
        </pc:picChg>
      </pc:sldChg>
      <pc:sldChg chg="addSp delSp modSp add del mod">
        <pc:chgData name="Louis Dupont (Student at CentraleSupelec)" userId="687fdefc-11b0-4eb9-bd08-c0f42067fdf3" providerId="ADAL" clId="{CF910700-4598-43FC-9FA5-262B131A058A}" dt="2023-03-27T12:29:47.195" v="2310" actId="47"/>
        <pc:sldMkLst>
          <pc:docMk/>
          <pc:sldMk cId="2454354426" sldId="301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2454354426" sldId="301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15T15:22:33.030" v="789" actId="20577"/>
          <ac:spMkLst>
            <pc:docMk/>
            <pc:sldMk cId="2454354426" sldId="301"/>
            <ac:spMk id="101" creationId="{00000000-0000-0000-0000-000000000000}"/>
          </ac:spMkLst>
        </pc:spChg>
        <pc:picChg chg="del">
          <ac:chgData name="Louis Dupont (Student at CentraleSupelec)" userId="687fdefc-11b0-4eb9-bd08-c0f42067fdf3" providerId="ADAL" clId="{CF910700-4598-43FC-9FA5-262B131A058A}" dt="2023-03-15T14:18:57.824" v="503" actId="478"/>
          <ac:picMkLst>
            <pc:docMk/>
            <pc:sldMk cId="2454354426" sldId="301"/>
            <ac:picMk id="3" creationId="{A2BDBB55-61C6-38CC-566E-7A4660DAFA7C}"/>
          </ac:picMkLst>
        </pc:picChg>
        <pc:picChg chg="add mod">
          <ac:chgData name="Louis Dupont (Student at CentraleSupelec)" userId="687fdefc-11b0-4eb9-bd08-c0f42067fdf3" providerId="ADAL" clId="{CF910700-4598-43FC-9FA5-262B131A058A}" dt="2023-03-15T14:22:49.283" v="671" actId="1076"/>
          <ac:picMkLst>
            <pc:docMk/>
            <pc:sldMk cId="2454354426" sldId="301"/>
            <ac:picMk id="4" creationId="{FBD6003A-0BD9-C0FC-2D23-5B933D7C3BD1}"/>
          </ac:picMkLst>
        </pc:picChg>
        <pc:picChg chg="add del mod">
          <ac:chgData name="Louis Dupont (Student at CentraleSupelec)" userId="687fdefc-11b0-4eb9-bd08-c0f42067fdf3" providerId="ADAL" clId="{CF910700-4598-43FC-9FA5-262B131A058A}" dt="2023-03-15T14:20:34.927" v="519" actId="21"/>
          <ac:picMkLst>
            <pc:docMk/>
            <pc:sldMk cId="2454354426" sldId="301"/>
            <ac:picMk id="9" creationId="{ECEE7847-57A9-8EB0-6CE6-3A8ADCDEF408}"/>
          </ac:picMkLst>
        </pc:picChg>
        <pc:picChg chg="add del mod">
          <ac:chgData name="Louis Dupont (Student at CentraleSupelec)" userId="687fdefc-11b0-4eb9-bd08-c0f42067fdf3" providerId="ADAL" clId="{CF910700-4598-43FC-9FA5-262B131A058A}" dt="2023-03-15T14:22:33.635" v="664" actId="478"/>
          <ac:picMkLst>
            <pc:docMk/>
            <pc:sldMk cId="2454354426" sldId="301"/>
            <ac:picMk id="10" creationId="{F034EE55-9E9D-47FD-4EA3-591076A4D3DF}"/>
          </ac:picMkLst>
        </pc:picChg>
      </pc:sldChg>
      <pc:sldChg chg="addSp delSp modSp add del mod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2760587425" sldId="302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2760587425" sldId="302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20T13:07:30.615" v="892" actId="20577"/>
          <ac:spMkLst>
            <pc:docMk/>
            <pc:sldMk cId="2760587425" sldId="302"/>
            <ac:spMk id="101" creationId="{00000000-0000-0000-0000-000000000000}"/>
          </ac:spMkLst>
        </pc:spChg>
        <pc:picChg chg="add mod">
          <ac:chgData name="Louis Dupont (Student at CentraleSupelec)" userId="687fdefc-11b0-4eb9-bd08-c0f42067fdf3" providerId="ADAL" clId="{CF910700-4598-43FC-9FA5-262B131A058A}" dt="2023-03-15T15:17:53.821" v="751" actId="1076"/>
          <ac:picMkLst>
            <pc:docMk/>
            <pc:sldMk cId="2760587425" sldId="302"/>
            <ac:picMk id="2" creationId="{2D56418E-E4FC-3A97-641E-A49284AA0A4C}"/>
          </ac:picMkLst>
        </pc:picChg>
        <pc:picChg chg="del">
          <ac:chgData name="Louis Dupont (Student at CentraleSupelec)" userId="687fdefc-11b0-4eb9-bd08-c0f42067fdf3" providerId="ADAL" clId="{CF910700-4598-43FC-9FA5-262B131A058A}" dt="2023-03-15T14:21:21.012" v="523" actId="478"/>
          <ac:picMkLst>
            <pc:docMk/>
            <pc:sldMk cId="2760587425" sldId="302"/>
            <ac:picMk id="3" creationId="{A2BDBB55-61C6-38CC-566E-7A4660DAFA7C}"/>
          </ac:picMkLst>
        </pc:picChg>
      </pc:sldChg>
      <pc:sldChg chg="modSp del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3652230667" sldId="303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3652230667" sldId="303"/>
            <ac:spMk id="5" creationId="{00000000-0000-0000-0000-000000000000}"/>
          </ac:spMkLst>
        </pc:spChg>
      </pc:sldChg>
      <pc:sldChg chg="modSp del mod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4137637766" sldId="304"/>
        </pc:sldMkLst>
        <pc:spChg chg="mod">
          <ac:chgData name="Louis Dupont (Student at CentraleSupelec)" userId="687fdefc-11b0-4eb9-bd08-c0f42067fdf3" providerId="ADAL" clId="{CF910700-4598-43FC-9FA5-262B131A058A}" dt="2023-03-20T13:03:34.424" v="883"/>
          <ac:spMkLst>
            <pc:docMk/>
            <pc:sldMk cId="4137637766" sldId="304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CF910700-4598-43FC-9FA5-262B131A058A}" dt="2023-03-20T13:01:30.031" v="880" actId="6549"/>
          <ac:spMkLst>
            <pc:docMk/>
            <pc:sldMk cId="4137637766" sldId="304"/>
            <ac:spMk id="101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CF910700-4598-43FC-9FA5-262B131A058A}" dt="2023-03-27T12:16:13.545" v="1695" actId="1076"/>
        <pc:sldMkLst>
          <pc:docMk/>
          <pc:sldMk cId="3718380089" sldId="305"/>
        </pc:sldMkLst>
        <pc:spChg chg="mod">
          <ac:chgData name="Louis Dupont (Student at CentraleSupelec)" userId="687fdefc-11b0-4eb9-bd08-c0f42067fdf3" providerId="ADAL" clId="{CF910700-4598-43FC-9FA5-262B131A058A}" dt="2023-03-27T12:16:04.473" v="1690" actId="20577"/>
          <ac:spMkLst>
            <pc:docMk/>
            <pc:sldMk cId="3718380089" sldId="305"/>
            <ac:spMk id="9" creationId="{3909E233-F596-CB67-5D39-4C5F5C85202C}"/>
          </ac:spMkLst>
        </pc:spChg>
        <pc:picChg chg="mod">
          <ac:chgData name="Louis Dupont (Student at CentraleSupelec)" userId="687fdefc-11b0-4eb9-bd08-c0f42067fdf3" providerId="ADAL" clId="{CF910700-4598-43FC-9FA5-262B131A058A}" dt="2023-03-27T12:16:13.545" v="1695" actId="1076"/>
          <ac:picMkLst>
            <pc:docMk/>
            <pc:sldMk cId="3718380089" sldId="305"/>
            <ac:picMk id="3" creationId="{A638DD00-547D-59ED-FDEF-2DDA83767994}"/>
          </ac:picMkLst>
        </pc:picChg>
      </pc:sldChg>
      <pc:sldChg chg="delSp modSp add mod">
        <pc:chgData name="Louis Dupont (Student at CentraleSupelec)" userId="687fdefc-11b0-4eb9-bd08-c0f42067fdf3" providerId="ADAL" clId="{CF910700-4598-43FC-9FA5-262B131A058A}" dt="2023-03-27T12:49:08.414" v="2613" actId="20577"/>
        <pc:sldMkLst>
          <pc:docMk/>
          <pc:sldMk cId="1324415087" sldId="306"/>
        </pc:sldMkLst>
        <pc:spChg chg="mod">
          <ac:chgData name="Louis Dupont (Student at CentraleSupelec)" userId="687fdefc-11b0-4eb9-bd08-c0f42067fdf3" providerId="ADAL" clId="{CF910700-4598-43FC-9FA5-262B131A058A}" dt="2023-03-27T12:49:08.414" v="2613" actId="20577"/>
          <ac:spMkLst>
            <pc:docMk/>
            <pc:sldMk cId="1324415087" sldId="306"/>
            <ac:spMk id="101" creationId="{00000000-0000-0000-0000-000000000000}"/>
          </ac:spMkLst>
        </pc:spChg>
        <pc:picChg chg="del">
          <ac:chgData name="Louis Dupont (Student at CentraleSupelec)" userId="687fdefc-11b0-4eb9-bd08-c0f42067fdf3" providerId="ADAL" clId="{CF910700-4598-43FC-9FA5-262B131A058A}" dt="2023-03-27T12:05:20.129" v="895" actId="478"/>
          <ac:picMkLst>
            <pc:docMk/>
            <pc:sldMk cId="1324415087" sldId="306"/>
            <ac:picMk id="4" creationId="{FBD6003A-0BD9-C0FC-2D23-5B933D7C3BD1}"/>
          </ac:picMkLst>
        </pc:picChg>
      </pc:sldChg>
      <pc:sldChg chg="addSp modSp mod">
        <pc:chgData name="Louis Dupont (Student at CentraleSupelec)" userId="687fdefc-11b0-4eb9-bd08-c0f42067fdf3" providerId="ADAL" clId="{CF910700-4598-43FC-9FA5-262B131A058A}" dt="2023-03-27T14:11:54.992" v="2996" actId="732"/>
        <pc:sldMkLst>
          <pc:docMk/>
          <pc:sldMk cId="3702024288" sldId="307"/>
        </pc:sldMkLst>
        <pc:spChg chg="add mod">
          <ac:chgData name="Louis Dupont (Student at CentraleSupelec)" userId="687fdefc-11b0-4eb9-bd08-c0f42067fdf3" providerId="ADAL" clId="{CF910700-4598-43FC-9FA5-262B131A058A}" dt="2023-03-27T12:41:30.822" v="2458"/>
          <ac:spMkLst>
            <pc:docMk/>
            <pc:sldMk cId="3702024288" sldId="307"/>
            <ac:spMk id="6" creationId="{B37BDF28-4555-CC20-48BC-5A9C441156A1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53:17.272" v="2949" actId="1035"/>
          <ac:spMkLst>
            <pc:docMk/>
            <pc:sldMk cId="3702024288" sldId="307"/>
            <ac:spMk id="7" creationId="{EF6981CB-B0E7-9EA8-5DEE-F42D91954290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9:32.906" v="2894" actId="1076"/>
          <ac:spMkLst>
            <pc:docMk/>
            <pc:sldMk cId="3702024288" sldId="307"/>
            <ac:spMk id="8" creationId="{45606DF7-56FC-18E9-2025-E650BFFB85DD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9:50.440" v="2898" actId="1076"/>
          <ac:spMkLst>
            <pc:docMk/>
            <pc:sldMk cId="3702024288" sldId="307"/>
            <ac:spMk id="9" creationId="{5520CD49-7B85-34EF-CD57-20377FFAE78B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9:35.849" v="2895" actId="1076"/>
          <ac:spMkLst>
            <pc:docMk/>
            <pc:sldMk cId="3702024288" sldId="307"/>
            <ac:spMk id="10" creationId="{41E9B0A4-9686-B975-9666-4B4BA170C680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9:46.796" v="2897" actId="1076"/>
          <ac:spMkLst>
            <pc:docMk/>
            <pc:sldMk cId="3702024288" sldId="307"/>
            <ac:spMk id="11" creationId="{CB2A40AA-D9AE-0B1B-66F7-BF66314142F3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9:54.702" v="2899" actId="1076"/>
          <ac:spMkLst>
            <pc:docMk/>
            <pc:sldMk cId="3702024288" sldId="307"/>
            <ac:spMk id="12" creationId="{0F145443-722E-85C7-EBDC-951CE5F6CD08}"/>
          </ac:spMkLst>
        </pc:spChg>
        <pc:picChg chg="mod modCrop">
          <ac:chgData name="Louis Dupont (Student at CentraleSupelec)" userId="687fdefc-11b0-4eb9-bd08-c0f42067fdf3" providerId="ADAL" clId="{CF910700-4598-43FC-9FA5-262B131A058A}" dt="2023-03-27T14:11:54.992" v="2996" actId="732"/>
          <ac:picMkLst>
            <pc:docMk/>
            <pc:sldMk cId="3702024288" sldId="307"/>
            <ac:picMk id="4" creationId="{E14B40B9-D69A-835E-B42C-DE2778D09E81}"/>
          </ac:picMkLst>
        </pc:picChg>
      </pc:sldChg>
      <pc:sldChg chg="del">
        <pc:chgData name="Louis Dupont (Student at CentraleSupelec)" userId="687fdefc-11b0-4eb9-bd08-c0f42067fdf3" providerId="ADAL" clId="{CF910700-4598-43FC-9FA5-262B131A058A}" dt="2023-03-27T12:29:47.195" v="2310" actId="47"/>
        <pc:sldMkLst>
          <pc:docMk/>
          <pc:sldMk cId="3904941739" sldId="308"/>
        </pc:sldMkLst>
      </pc:sldChg>
      <pc:sldChg chg="del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2954302284" sldId="309"/>
        </pc:sldMkLst>
      </pc:sldChg>
      <pc:sldChg chg="modSp add mod">
        <pc:chgData name="Louis Dupont (Student at CentraleSupelec)" userId="687fdefc-11b0-4eb9-bd08-c0f42067fdf3" providerId="ADAL" clId="{CF910700-4598-43FC-9FA5-262B131A058A}" dt="2023-03-27T12:48:44.569" v="2548" actId="6549"/>
        <pc:sldMkLst>
          <pc:docMk/>
          <pc:sldMk cId="3895301309" sldId="310"/>
        </pc:sldMkLst>
        <pc:spChg chg="mod">
          <ac:chgData name="Louis Dupont (Student at CentraleSupelec)" userId="687fdefc-11b0-4eb9-bd08-c0f42067fdf3" providerId="ADAL" clId="{CF910700-4598-43FC-9FA5-262B131A058A}" dt="2023-03-27T12:48:44.569" v="2548" actId="6549"/>
          <ac:spMkLst>
            <pc:docMk/>
            <pc:sldMk cId="3895301309" sldId="310"/>
            <ac:spMk id="101" creationId="{00000000-0000-0000-0000-000000000000}"/>
          </ac:spMkLst>
        </pc:spChg>
      </pc:sldChg>
      <pc:sldChg chg="del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3631597057" sldId="311"/>
        </pc:sldMkLst>
      </pc:sldChg>
      <pc:sldChg chg="addSp delSp modSp add mod">
        <pc:chgData name="Louis Dupont (Student at CentraleSupelec)" userId="687fdefc-11b0-4eb9-bd08-c0f42067fdf3" providerId="ADAL" clId="{CF910700-4598-43FC-9FA5-262B131A058A}" dt="2023-03-27T14:34:05.606" v="3113" actId="20577"/>
        <pc:sldMkLst>
          <pc:docMk/>
          <pc:sldMk cId="189499821" sldId="312"/>
        </pc:sldMkLst>
        <pc:spChg chg="add mod">
          <ac:chgData name="Louis Dupont (Student at CentraleSupelec)" userId="687fdefc-11b0-4eb9-bd08-c0f42067fdf3" providerId="ADAL" clId="{CF910700-4598-43FC-9FA5-262B131A058A}" dt="2023-03-27T12:20:32.997" v="1893" actId="20577"/>
          <ac:spMkLst>
            <pc:docMk/>
            <pc:sldMk cId="189499821" sldId="312"/>
            <ac:spMk id="2" creationId="{E5C11466-342A-872F-5135-0FB652B47AC0}"/>
          </ac:spMkLst>
        </pc:spChg>
        <pc:spChg chg="mod">
          <ac:chgData name="Louis Dupont (Student at CentraleSupelec)" userId="687fdefc-11b0-4eb9-bd08-c0f42067fdf3" providerId="ADAL" clId="{CF910700-4598-43FC-9FA5-262B131A058A}" dt="2023-03-27T14:34:05.606" v="3113" actId="20577"/>
          <ac:spMkLst>
            <pc:docMk/>
            <pc:sldMk cId="189499821" sldId="312"/>
            <ac:spMk id="9" creationId="{3909E233-F596-CB67-5D39-4C5F5C85202C}"/>
          </ac:spMkLst>
        </pc:spChg>
        <pc:picChg chg="del">
          <ac:chgData name="Louis Dupont (Student at CentraleSupelec)" userId="687fdefc-11b0-4eb9-bd08-c0f42067fdf3" providerId="ADAL" clId="{CF910700-4598-43FC-9FA5-262B131A058A}" dt="2023-03-27T12:16:18.430" v="1696" actId="478"/>
          <ac:picMkLst>
            <pc:docMk/>
            <pc:sldMk cId="189499821" sldId="312"/>
            <ac:picMk id="3" creationId="{A638DD00-547D-59ED-FDEF-2DDA83767994}"/>
          </ac:picMkLst>
        </pc:picChg>
      </pc:sldChg>
      <pc:sldChg chg="modSp add mod">
        <pc:chgData name="Louis Dupont (Student at CentraleSupelec)" userId="687fdefc-11b0-4eb9-bd08-c0f42067fdf3" providerId="ADAL" clId="{CF910700-4598-43FC-9FA5-262B131A058A}" dt="2023-03-27T14:35:34.246" v="3119" actId="120"/>
        <pc:sldMkLst>
          <pc:docMk/>
          <pc:sldMk cId="4013490876" sldId="313"/>
        </pc:sldMkLst>
        <pc:spChg chg="mod">
          <ac:chgData name="Louis Dupont (Student at CentraleSupelec)" userId="687fdefc-11b0-4eb9-bd08-c0f42067fdf3" providerId="ADAL" clId="{CF910700-4598-43FC-9FA5-262B131A058A}" dt="2023-03-27T14:35:34.246" v="3119" actId="120"/>
          <ac:spMkLst>
            <pc:docMk/>
            <pc:sldMk cId="4013490876" sldId="313"/>
            <ac:spMk id="2" creationId="{E5C11466-342A-872F-5135-0FB652B47AC0}"/>
          </ac:spMkLst>
        </pc:spChg>
        <pc:spChg chg="mod">
          <ac:chgData name="Louis Dupont (Student at CentraleSupelec)" userId="687fdefc-11b0-4eb9-bd08-c0f42067fdf3" providerId="ADAL" clId="{CF910700-4598-43FC-9FA5-262B131A058A}" dt="2023-03-27T12:24:11.202" v="2091" actId="20577"/>
          <ac:spMkLst>
            <pc:docMk/>
            <pc:sldMk cId="4013490876" sldId="313"/>
            <ac:spMk id="9" creationId="{3909E233-F596-CB67-5D39-4C5F5C85202C}"/>
          </ac:spMkLst>
        </pc:spChg>
      </pc:sldChg>
      <pc:sldChg chg="del">
        <pc:chgData name="Louis Dupont (Student at CentraleSupelec)" userId="687fdefc-11b0-4eb9-bd08-c0f42067fdf3" providerId="ADAL" clId="{CF910700-4598-43FC-9FA5-262B131A058A}" dt="2023-03-27T12:50:26.704" v="2614" actId="47"/>
        <pc:sldMkLst>
          <pc:docMk/>
          <pc:sldMk cId="2139114576" sldId="314"/>
        </pc:sldMkLst>
      </pc:sldChg>
      <pc:sldChg chg="addSp delSp modSp add mod">
        <pc:chgData name="Louis Dupont (Student at CentraleSupelec)" userId="687fdefc-11b0-4eb9-bd08-c0f42067fdf3" providerId="ADAL" clId="{CF910700-4598-43FC-9FA5-262B131A058A}" dt="2023-03-27T14:35:24.199" v="3116" actId="14100"/>
        <pc:sldMkLst>
          <pc:docMk/>
          <pc:sldMk cId="716337515" sldId="315"/>
        </pc:sldMkLst>
        <pc:spChg chg="mod">
          <ac:chgData name="Louis Dupont (Student at CentraleSupelec)" userId="687fdefc-11b0-4eb9-bd08-c0f42067fdf3" providerId="ADAL" clId="{CF910700-4598-43FC-9FA5-262B131A058A}" dt="2023-03-27T14:35:24.199" v="3116" actId="14100"/>
          <ac:spMkLst>
            <pc:docMk/>
            <pc:sldMk cId="716337515" sldId="315"/>
            <ac:spMk id="2" creationId="{E5C11466-342A-872F-5135-0FB652B47AC0}"/>
          </ac:spMkLst>
        </pc:spChg>
        <pc:spChg chg="mod">
          <ac:chgData name="Louis Dupont (Student at CentraleSupelec)" userId="687fdefc-11b0-4eb9-bd08-c0f42067fdf3" providerId="ADAL" clId="{CF910700-4598-43FC-9FA5-262B131A058A}" dt="2023-03-27T12:28:20.092" v="2299" actId="120"/>
          <ac:spMkLst>
            <pc:docMk/>
            <pc:sldMk cId="716337515" sldId="315"/>
            <ac:spMk id="9" creationId="{3909E233-F596-CB67-5D39-4C5F5C85202C}"/>
          </ac:spMkLst>
        </pc:spChg>
        <pc:picChg chg="add del mod">
          <ac:chgData name="Louis Dupont (Student at CentraleSupelec)" userId="687fdefc-11b0-4eb9-bd08-c0f42067fdf3" providerId="ADAL" clId="{CF910700-4598-43FC-9FA5-262B131A058A}" dt="2023-03-27T12:38:59.689" v="2400" actId="21"/>
          <ac:picMkLst>
            <pc:docMk/>
            <pc:sldMk cId="716337515" sldId="315"/>
            <ac:picMk id="4" creationId="{B7B34265-25DE-6409-15AB-06132E6F7E77}"/>
          </ac:picMkLst>
        </pc:picChg>
      </pc:sldChg>
      <pc:sldChg chg="addSp delSp modSp mod ord">
        <pc:chgData name="Louis Dupont (Student at CentraleSupelec)" userId="687fdefc-11b0-4eb9-bd08-c0f42067fdf3" providerId="ADAL" clId="{CF910700-4598-43FC-9FA5-262B131A058A}" dt="2023-03-27T13:19:17.889" v="2891"/>
        <pc:sldMkLst>
          <pc:docMk/>
          <pc:sldMk cId="25144930" sldId="316"/>
        </pc:sldMkLst>
        <pc:spChg chg="add mod">
          <ac:chgData name="Louis Dupont (Student at CentraleSupelec)" userId="687fdefc-11b0-4eb9-bd08-c0f42067fdf3" providerId="ADAL" clId="{CF910700-4598-43FC-9FA5-262B131A058A}" dt="2023-03-27T12:41:26.777" v="2457"/>
          <ac:spMkLst>
            <pc:docMk/>
            <pc:sldMk cId="25144930" sldId="316"/>
            <ac:spMk id="4" creationId="{F9746D44-B50B-31AE-13D1-408DC59C96CD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4:49.526" v="2780" actId="1582"/>
          <ac:spMkLst>
            <pc:docMk/>
            <pc:sldMk cId="25144930" sldId="316"/>
            <ac:spMk id="5" creationId="{1C4AF4B8-B9CE-384B-ECF8-0EBE13242D2D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5:15.800" v="2789" actId="1038"/>
          <ac:spMkLst>
            <pc:docMk/>
            <pc:sldMk cId="25144930" sldId="316"/>
            <ac:spMk id="6" creationId="{27C4E875-5E72-EC62-8C65-FFFCA04208DF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5:26.610" v="2875" actId="1036"/>
          <ac:spMkLst>
            <pc:docMk/>
            <pc:sldMk cId="25144930" sldId="316"/>
            <ac:spMk id="8" creationId="{F8DDBCAF-FE8F-3469-46F7-63412C2DC74E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5:43.078" v="2879" actId="1076"/>
          <ac:spMkLst>
            <pc:docMk/>
            <pc:sldMk cId="25144930" sldId="316"/>
            <ac:spMk id="10" creationId="{DED57A9D-5360-3BC4-5E09-FD481D5E3064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5:50.850" v="2885" actId="20577"/>
          <ac:spMkLst>
            <pc:docMk/>
            <pc:sldMk cId="25144930" sldId="316"/>
            <ac:spMk id="11" creationId="{1D4A8359-2F37-8FDE-DD89-347F5DB09C21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15:59.313" v="2889" actId="20577"/>
          <ac:spMkLst>
            <pc:docMk/>
            <pc:sldMk cId="25144930" sldId="316"/>
            <ac:spMk id="12" creationId="{8236AD04-C11C-57E9-7E6D-79CD80088749}"/>
          </ac:spMkLst>
        </pc:spChg>
        <pc:spChg chg="add del mod">
          <ac:chgData name="Louis Dupont (Student at CentraleSupelec)" userId="687fdefc-11b0-4eb9-bd08-c0f42067fdf3" providerId="ADAL" clId="{CF910700-4598-43FC-9FA5-262B131A058A}" dt="2023-03-27T13:19:17.889" v="2891"/>
          <ac:spMkLst>
            <pc:docMk/>
            <pc:sldMk cId="25144930" sldId="316"/>
            <ac:spMk id="13" creationId="{D18AE8E5-6EC6-F3EE-88C5-26978E279450}"/>
          </ac:spMkLst>
        </pc:spChg>
        <pc:spChg chg="add del mod">
          <ac:chgData name="Louis Dupont (Student at CentraleSupelec)" userId="687fdefc-11b0-4eb9-bd08-c0f42067fdf3" providerId="ADAL" clId="{CF910700-4598-43FC-9FA5-262B131A058A}" dt="2023-03-27T13:19:17.889" v="2891"/>
          <ac:spMkLst>
            <pc:docMk/>
            <pc:sldMk cId="25144930" sldId="316"/>
            <ac:spMk id="14" creationId="{1C52B6DC-5D11-E08A-4D42-88BD1A260077}"/>
          </ac:spMkLst>
        </pc:spChg>
        <pc:spChg chg="add del mod">
          <ac:chgData name="Louis Dupont (Student at CentraleSupelec)" userId="687fdefc-11b0-4eb9-bd08-c0f42067fdf3" providerId="ADAL" clId="{CF910700-4598-43FC-9FA5-262B131A058A}" dt="2023-03-27T13:19:17.889" v="2891"/>
          <ac:spMkLst>
            <pc:docMk/>
            <pc:sldMk cId="25144930" sldId="316"/>
            <ac:spMk id="15" creationId="{0755C60E-298C-7BF2-E89C-F5BA47C142C1}"/>
          </ac:spMkLst>
        </pc:spChg>
        <pc:spChg chg="add del mod">
          <ac:chgData name="Louis Dupont (Student at CentraleSupelec)" userId="687fdefc-11b0-4eb9-bd08-c0f42067fdf3" providerId="ADAL" clId="{CF910700-4598-43FC-9FA5-262B131A058A}" dt="2023-03-27T13:19:17.889" v="2891"/>
          <ac:spMkLst>
            <pc:docMk/>
            <pc:sldMk cId="25144930" sldId="316"/>
            <ac:spMk id="16" creationId="{7F93F512-98C1-9B99-ED5C-8242AC743F3A}"/>
          </ac:spMkLst>
        </pc:spChg>
        <pc:spChg chg="add del mod">
          <ac:chgData name="Louis Dupont (Student at CentraleSupelec)" userId="687fdefc-11b0-4eb9-bd08-c0f42067fdf3" providerId="ADAL" clId="{CF910700-4598-43FC-9FA5-262B131A058A}" dt="2023-03-27T13:19:17.889" v="2891"/>
          <ac:spMkLst>
            <pc:docMk/>
            <pc:sldMk cId="25144930" sldId="316"/>
            <ac:spMk id="17" creationId="{AB32F1C5-1CBD-11ED-D682-9CC2EBB9C7B1}"/>
          </ac:spMkLst>
        </pc:spChg>
        <pc:spChg chg="add del mod">
          <ac:chgData name="Louis Dupont (Student at CentraleSupelec)" userId="687fdefc-11b0-4eb9-bd08-c0f42067fdf3" providerId="ADAL" clId="{CF910700-4598-43FC-9FA5-262B131A058A}" dt="2023-03-27T13:19:17.889" v="2891"/>
          <ac:spMkLst>
            <pc:docMk/>
            <pc:sldMk cId="25144930" sldId="316"/>
            <ac:spMk id="18" creationId="{17206B29-32ED-08CC-F9D9-8724888E3567}"/>
          </ac:spMkLst>
        </pc:spChg>
      </pc:sldChg>
      <pc:sldChg chg="modSp add mod">
        <pc:chgData name="Louis Dupont (Student at CentraleSupelec)" userId="687fdefc-11b0-4eb9-bd08-c0f42067fdf3" providerId="ADAL" clId="{CF910700-4598-43FC-9FA5-262B131A058A}" dt="2023-03-27T14:30:37.004" v="3049" actId="120"/>
        <pc:sldMkLst>
          <pc:docMk/>
          <pc:sldMk cId="538913974" sldId="317"/>
        </pc:sldMkLst>
        <pc:spChg chg="mod ord">
          <ac:chgData name="Louis Dupont (Student at CentraleSupelec)" userId="687fdefc-11b0-4eb9-bd08-c0f42067fdf3" providerId="ADAL" clId="{CF910700-4598-43FC-9FA5-262B131A058A}" dt="2023-03-27T14:30:37.004" v="3049" actId="120"/>
          <ac:spMkLst>
            <pc:docMk/>
            <pc:sldMk cId="538913974" sldId="317"/>
            <ac:spMk id="2" creationId="{E5C11466-342A-872F-5135-0FB652B47AC0}"/>
          </ac:spMkLst>
        </pc:spChg>
        <pc:spChg chg="mod ord">
          <ac:chgData name="Louis Dupont (Student at CentraleSupelec)" userId="687fdefc-11b0-4eb9-bd08-c0f42067fdf3" providerId="ADAL" clId="{CF910700-4598-43FC-9FA5-262B131A058A}" dt="2023-03-27T12:43:18.050" v="2484" actId="171"/>
          <ac:spMkLst>
            <pc:docMk/>
            <pc:sldMk cId="538913974" sldId="317"/>
            <ac:spMk id="9" creationId="{3909E233-F596-CB67-5D39-4C5F5C85202C}"/>
          </ac:spMkLst>
        </pc:spChg>
      </pc:sldChg>
      <pc:sldChg chg="addSp delSp modSp mod">
        <pc:chgData name="Louis Dupont (Student at CentraleSupelec)" userId="687fdefc-11b0-4eb9-bd08-c0f42067fdf3" providerId="ADAL" clId="{CF910700-4598-43FC-9FA5-262B131A058A}" dt="2023-03-27T12:54:18.765" v="2766" actId="122"/>
        <pc:sldMkLst>
          <pc:docMk/>
          <pc:sldMk cId="4039438447" sldId="318"/>
        </pc:sldMkLst>
        <pc:spChg chg="add mod">
          <ac:chgData name="Louis Dupont (Student at CentraleSupelec)" userId="687fdefc-11b0-4eb9-bd08-c0f42067fdf3" providerId="ADAL" clId="{CF910700-4598-43FC-9FA5-262B131A058A}" dt="2023-03-27T12:41:21.325" v="2456"/>
          <ac:spMkLst>
            <pc:docMk/>
            <pc:sldMk cId="4039438447" sldId="318"/>
            <ac:spMk id="5" creationId="{D19C874F-DE35-8806-E1DB-C578961C6EB4}"/>
          </ac:spMkLst>
        </pc:spChg>
        <pc:spChg chg="del">
          <ac:chgData name="Louis Dupont (Student at CentraleSupelec)" userId="687fdefc-11b0-4eb9-bd08-c0f42067fdf3" providerId="ADAL" clId="{CF910700-4598-43FC-9FA5-262B131A058A}" dt="2023-03-27T12:53:45.751" v="2723" actId="478"/>
          <ac:spMkLst>
            <pc:docMk/>
            <pc:sldMk cId="4039438447" sldId="318"/>
            <ac:spMk id="6" creationId="{E264DFB7-E3EE-8A37-75F2-5F6C7C7F271D}"/>
          </ac:spMkLst>
        </pc:spChg>
        <pc:spChg chg="add mod ord">
          <ac:chgData name="Louis Dupont (Student at CentraleSupelec)" userId="687fdefc-11b0-4eb9-bd08-c0f42067fdf3" providerId="ADAL" clId="{CF910700-4598-43FC-9FA5-262B131A058A}" dt="2023-03-27T12:54:18.765" v="2766" actId="122"/>
          <ac:spMkLst>
            <pc:docMk/>
            <pc:sldMk cId="4039438447" sldId="318"/>
            <ac:spMk id="7" creationId="{5C3DB8F8-9F4D-6E30-5947-11290A576E21}"/>
          </ac:spMkLst>
        </pc:spChg>
      </pc:sldChg>
      <pc:sldChg chg="addSp delSp modSp add mod">
        <pc:chgData name="Louis Dupont (Student at CentraleSupelec)" userId="687fdefc-11b0-4eb9-bd08-c0f42067fdf3" providerId="ADAL" clId="{CF910700-4598-43FC-9FA5-262B131A058A}" dt="2023-03-27T13:20:33.916" v="2912" actId="1076"/>
        <pc:sldMkLst>
          <pc:docMk/>
          <pc:sldMk cId="2845138122" sldId="319"/>
        </pc:sldMkLst>
        <pc:spChg chg="mod">
          <ac:chgData name="Louis Dupont (Student at CentraleSupelec)" userId="687fdefc-11b0-4eb9-bd08-c0f42067fdf3" providerId="ADAL" clId="{CF910700-4598-43FC-9FA5-262B131A058A}" dt="2023-03-27T12:39:44.026" v="2444" actId="20577"/>
          <ac:spMkLst>
            <pc:docMk/>
            <pc:sldMk cId="2845138122" sldId="319"/>
            <ac:spMk id="5" creationId="{F9C18C15-0D77-4EE3-1396-1AAFA6208978}"/>
          </ac:spMkLst>
        </pc:spChg>
        <pc:spChg chg="add mod">
          <ac:chgData name="Louis Dupont (Student at CentraleSupelec)" userId="687fdefc-11b0-4eb9-bd08-c0f42067fdf3" providerId="ADAL" clId="{CF910700-4598-43FC-9FA5-262B131A058A}" dt="2023-03-27T12:41:33.978" v="2459"/>
          <ac:spMkLst>
            <pc:docMk/>
            <pc:sldMk cId="2845138122" sldId="319"/>
            <ac:spMk id="7" creationId="{509595F3-5F4C-B28F-C5C6-D47252743795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20:25.970" v="2910" actId="1038"/>
          <ac:spMkLst>
            <pc:docMk/>
            <pc:sldMk cId="2845138122" sldId="319"/>
            <ac:spMk id="8" creationId="{9871FA9B-3426-E72E-30BA-6DA9DFB748C7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20:13.125" v="2907" actId="1037"/>
          <ac:spMkLst>
            <pc:docMk/>
            <pc:sldMk cId="2845138122" sldId="319"/>
            <ac:spMk id="9" creationId="{8834F0F6-99E1-4537-E3E2-2A51123E544B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20:30.934" v="2911" actId="1076"/>
          <ac:spMkLst>
            <pc:docMk/>
            <pc:sldMk cId="2845138122" sldId="319"/>
            <ac:spMk id="10" creationId="{4CFB06C4-4351-F8E4-35DF-25323E1F9FCD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20:08.214" v="2900" actId="1076"/>
          <ac:spMkLst>
            <pc:docMk/>
            <pc:sldMk cId="2845138122" sldId="319"/>
            <ac:spMk id="11" creationId="{335D23A7-D0DE-39DC-C7E2-C8354BFF52BA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20:24.114" v="2909" actId="1076"/>
          <ac:spMkLst>
            <pc:docMk/>
            <pc:sldMk cId="2845138122" sldId="319"/>
            <ac:spMk id="12" creationId="{151FE9CF-656F-6308-9969-E9EC2BEEA387}"/>
          </ac:spMkLst>
        </pc:spChg>
        <pc:spChg chg="add mod">
          <ac:chgData name="Louis Dupont (Student at CentraleSupelec)" userId="687fdefc-11b0-4eb9-bd08-c0f42067fdf3" providerId="ADAL" clId="{CF910700-4598-43FC-9FA5-262B131A058A}" dt="2023-03-27T13:20:33.916" v="2912" actId="1076"/>
          <ac:spMkLst>
            <pc:docMk/>
            <pc:sldMk cId="2845138122" sldId="319"/>
            <ac:spMk id="13" creationId="{4C11D243-D403-9276-5188-78E2D914572F}"/>
          </ac:spMkLst>
        </pc:spChg>
        <pc:picChg chg="del">
          <ac:chgData name="Louis Dupont (Student at CentraleSupelec)" userId="687fdefc-11b0-4eb9-bd08-c0f42067fdf3" providerId="ADAL" clId="{CF910700-4598-43FC-9FA5-262B131A058A}" dt="2023-03-27T12:38:57.397" v="2399" actId="478"/>
          <ac:picMkLst>
            <pc:docMk/>
            <pc:sldMk cId="2845138122" sldId="319"/>
            <ac:picMk id="4" creationId="{E14B40B9-D69A-835E-B42C-DE2778D09E81}"/>
          </ac:picMkLst>
        </pc:picChg>
        <pc:picChg chg="add mod">
          <ac:chgData name="Louis Dupont (Student at CentraleSupelec)" userId="687fdefc-11b0-4eb9-bd08-c0f42067fdf3" providerId="ADAL" clId="{CF910700-4598-43FC-9FA5-262B131A058A}" dt="2023-03-27T12:39:04.645" v="2402" actId="1076"/>
          <ac:picMkLst>
            <pc:docMk/>
            <pc:sldMk cId="2845138122" sldId="319"/>
            <ac:picMk id="6" creationId="{5A4E128C-5D94-76E5-9C3A-4ACD6E535F15}"/>
          </ac:picMkLst>
        </pc:picChg>
      </pc:sldChg>
      <pc:sldChg chg="delSp modSp add mod">
        <pc:chgData name="Louis Dupont (Student at CentraleSupelec)" userId="687fdefc-11b0-4eb9-bd08-c0f42067fdf3" providerId="ADAL" clId="{CF910700-4598-43FC-9FA5-262B131A058A}" dt="2023-03-27T14:12:46.915" v="3046" actId="20577"/>
        <pc:sldMkLst>
          <pc:docMk/>
          <pc:sldMk cId="1781541367" sldId="320"/>
        </pc:sldMkLst>
        <pc:spChg chg="del">
          <ac:chgData name="Louis Dupont (Student at CentraleSupelec)" userId="687fdefc-11b0-4eb9-bd08-c0f42067fdf3" providerId="ADAL" clId="{CF910700-4598-43FC-9FA5-262B131A058A}" dt="2023-03-27T12:46:05.688" v="2525" actId="478"/>
          <ac:spMkLst>
            <pc:docMk/>
            <pc:sldMk cId="1781541367" sldId="320"/>
            <ac:spMk id="2" creationId="{E5C11466-342A-872F-5135-0FB652B47AC0}"/>
          </ac:spMkLst>
        </pc:spChg>
        <pc:spChg chg="mod">
          <ac:chgData name="Louis Dupont (Student at CentraleSupelec)" userId="687fdefc-11b0-4eb9-bd08-c0f42067fdf3" providerId="ADAL" clId="{CF910700-4598-43FC-9FA5-262B131A058A}" dt="2023-03-27T12:46:16.566" v="2526" actId="20577"/>
          <ac:spMkLst>
            <pc:docMk/>
            <pc:sldMk cId="1781541367" sldId="320"/>
            <ac:spMk id="9" creationId="{3909E233-F596-CB67-5D39-4C5F5C85202C}"/>
          </ac:spMkLst>
        </pc:spChg>
        <pc:graphicFrameChg chg="mod modGraphic">
          <ac:chgData name="Louis Dupont (Student at CentraleSupelec)" userId="687fdefc-11b0-4eb9-bd08-c0f42067fdf3" providerId="ADAL" clId="{CF910700-4598-43FC-9FA5-262B131A058A}" dt="2023-03-27T14:12:46.915" v="3046" actId="20577"/>
          <ac:graphicFrameMkLst>
            <pc:docMk/>
            <pc:sldMk cId="1781541367" sldId="320"/>
            <ac:graphicFrameMk id="3" creationId="{0D24DA9C-B253-366F-7E2D-FA5C27B4BFB5}"/>
          </ac:graphicFrameMkLst>
        </pc:graphicFrameChg>
      </pc:sldChg>
      <pc:sldChg chg="modSp add mod">
        <pc:chgData name="Louis Dupont (Student at CentraleSupelec)" userId="687fdefc-11b0-4eb9-bd08-c0f42067fdf3" providerId="ADAL" clId="{CF910700-4598-43FC-9FA5-262B131A058A}" dt="2023-03-27T14:10:53.973" v="2990" actId="1076"/>
        <pc:sldMkLst>
          <pc:docMk/>
          <pc:sldMk cId="1510582457" sldId="321"/>
        </pc:sldMkLst>
        <pc:spChg chg="mod">
          <ac:chgData name="Louis Dupont (Student at CentraleSupelec)" userId="687fdefc-11b0-4eb9-bd08-c0f42067fdf3" providerId="ADAL" clId="{CF910700-4598-43FC-9FA5-262B131A058A}" dt="2023-03-27T13:24:42.528" v="2933" actId="20577"/>
          <ac:spMkLst>
            <pc:docMk/>
            <pc:sldMk cId="1510582457" sldId="321"/>
            <ac:spMk id="101" creationId="{00000000-0000-0000-0000-000000000000}"/>
          </ac:spMkLst>
        </pc:spChg>
        <pc:picChg chg="mod">
          <ac:chgData name="Louis Dupont (Student at CentraleSupelec)" userId="687fdefc-11b0-4eb9-bd08-c0f42067fdf3" providerId="ADAL" clId="{CF910700-4598-43FC-9FA5-262B131A058A}" dt="2023-03-27T14:10:53.973" v="2990" actId="1076"/>
          <ac:picMkLst>
            <pc:docMk/>
            <pc:sldMk cId="1510582457" sldId="321"/>
            <ac:picMk id="3" creationId="{191E2D9D-B97A-E004-6D2D-2C7A46F6503B}"/>
          </ac:picMkLst>
        </pc:picChg>
        <pc:picChg chg="mod">
          <ac:chgData name="Louis Dupont (Student at CentraleSupelec)" userId="687fdefc-11b0-4eb9-bd08-c0f42067fdf3" providerId="ADAL" clId="{CF910700-4598-43FC-9FA5-262B131A058A}" dt="2023-03-27T14:10:49.228" v="2987" actId="14100"/>
          <ac:picMkLst>
            <pc:docMk/>
            <pc:sldMk cId="1510582457" sldId="321"/>
            <ac:picMk id="9" creationId="{114F1C8D-2765-EF66-3147-3ABC57032357}"/>
          </ac:picMkLst>
        </pc:picChg>
      </pc:sldChg>
      <pc:sldChg chg="addSp modSp mod">
        <pc:chgData name="Louis Dupont (Student at CentraleSupelec)" userId="687fdefc-11b0-4eb9-bd08-c0f42067fdf3" providerId="ADAL" clId="{CF910700-4598-43FC-9FA5-262B131A058A}" dt="2023-03-27T14:10:35.947" v="2986"/>
        <pc:sldMkLst>
          <pc:docMk/>
          <pc:sldMk cId="316936772" sldId="323"/>
        </pc:sldMkLst>
        <pc:spChg chg="add mod">
          <ac:chgData name="Louis Dupont (Student at CentraleSupelec)" userId="687fdefc-11b0-4eb9-bd08-c0f42067fdf3" providerId="ADAL" clId="{CF910700-4598-43FC-9FA5-262B131A058A}" dt="2023-03-27T14:10:35.947" v="2986"/>
          <ac:spMkLst>
            <pc:docMk/>
            <pc:sldMk cId="316936772" sldId="323"/>
            <ac:spMk id="9" creationId="{5C543A7A-DB01-A28F-C550-18928F750CDF}"/>
          </ac:spMkLst>
        </pc:spChg>
        <pc:picChg chg="add mod modCrop">
          <ac:chgData name="Louis Dupont (Student at CentraleSupelec)" userId="687fdefc-11b0-4eb9-bd08-c0f42067fdf3" providerId="ADAL" clId="{CF910700-4598-43FC-9FA5-262B131A058A}" dt="2023-03-27T14:09:59.408" v="2975" actId="1076"/>
          <ac:picMkLst>
            <pc:docMk/>
            <pc:sldMk cId="316936772" sldId="323"/>
            <ac:picMk id="3" creationId="{0B6E929E-B2A3-641F-E3C1-44C3C3FE05A3}"/>
          </ac:picMkLst>
        </pc:picChg>
        <pc:picChg chg="mod ord modCrop">
          <ac:chgData name="Louis Dupont (Student at CentraleSupelec)" userId="687fdefc-11b0-4eb9-bd08-c0f42067fdf3" providerId="ADAL" clId="{CF910700-4598-43FC-9FA5-262B131A058A}" dt="2023-03-27T14:10:27.819" v="2985" actId="1076"/>
          <ac:picMkLst>
            <pc:docMk/>
            <pc:sldMk cId="316936772" sldId="323"/>
            <ac:picMk id="4" creationId="{C7C9A0C0-27EE-A4C4-5E98-F3E226FE8C0F}"/>
          </ac:picMkLst>
        </pc:picChg>
        <pc:picChg chg="add mod modCrop">
          <ac:chgData name="Louis Dupont (Student at CentraleSupelec)" userId="687fdefc-11b0-4eb9-bd08-c0f42067fdf3" providerId="ADAL" clId="{CF910700-4598-43FC-9FA5-262B131A058A}" dt="2023-03-27T14:10:11.747" v="2980" actId="1035"/>
          <ac:picMkLst>
            <pc:docMk/>
            <pc:sldMk cId="316936772" sldId="323"/>
            <ac:picMk id="8" creationId="{23EEBA4A-84B7-3812-63DF-BE21411ABBF3}"/>
          </ac:picMkLst>
        </pc:picChg>
      </pc:sldChg>
      <pc:sldMasterChg chg="modSldLayout">
        <pc:chgData name="Louis Dupont (Student at CentraleSupelec)" userId="687fdefc-11b0-4eb9-bd08-c0f42067fdf3" providerId="ADAL" clId="{CF910700-4598-43FC-9FA5-262B131A058A}" dt="2023-03-20T13:03:34.424" v="883"/>
        <pc:sldMasterMkLst>
          <pc:docMk/>
          <pc:sldMasterMk cId="0" sldId="2147483663"/>
        </pc:sldMasterMkLst>
        <pc:sldLayoutChg chg="modSp">
          <pc:chgData name="Louis Dupont (Student at CentraleSupelec)" userId="687fdefc-11b0-4eb9-bd08-c0f42067fdf3" providerId="ADAL" clId="{CF910700-4598-43FC-9FA5-262B131A058A}" dt="2023-03-20T13:03:34.424" v="883"/>
          <pc:sldLayoutMkLst>
            <pc:docMk/>
            <pc:sldMasterMk cId="0" sldId="2147483663"/>
            <pc:sldLayoutMk cId="2436282056" sldId="2147483663"/>
          </pc:sldLayoutMkLst>
          <pc:spChg chg="mod">
            <ac:chgData name="Louis Dupont (Student at CentraleSupelec)" userId="687fdefc-11b0-4eb9-bd08-c0f42067fdf3" providerId="ADAL" clId="{CF910700-4598-43FC-9FA5-262B131A058A}" dt="2023-03-20T13:03:34.424" v="883"/>
            <ac:spMkLst>
              <pc:docMk/>
              <pc:sldMasterMk cId="0" sldId="2147483663"/>
              <pc:sldLayoutMk cId="2436282056" sldId="2147483663"/>
              <ac:spMk id="4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CF910700-4598-43FC-9FA5-262B131A058A}" dt="2023-03-20T13:03:34.424" v="883"/>
          <pc:sldLayoutMkLst>
            <pc:docMk/>
            <pc:sldMasterMk cId="0" sldId="2147483663"/>
            <pc:sldLayoutMk cId="3494463418" sldId="2147483664"/>
          </pc:sldLayoutMkLst>
          <pc:spChg chg="mod">
            <ac:chgData name="Louis Dupont (Student at CentraleSupelec)" userId="687fdefc-11b0-4eb9-bd08-c0f42067fdf3" providerId="ADAL" clId="{CF910700-4598-43FC-9FA5-262B131A058A}" dt="2023-03-20T13:03:34.424" v="883"/>
            <ac:spMkLst>
              <pc:docMk/>
              <pc:sldMasterMk cId="0" sldId="2147483663"/>
              <pc:sldLayoutMk cId="3494463418" sldId="2147483664"/>
              <ac:spMk id="4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CF910700-4598-43FC-9FA5-262B131A058A}" dt="2023-03-20T13:03:34.424" v="883"/>
          <pc:sldLayoutMkLst>
            <pc:docMk/>
            <pc:sldMasterMk cId="0" sldId="2147483663"/>
            <pc:sldLayoutMk cId="0" sldId="2147483665"/>
          </pc:sldLayoutMkLst>
          <pc:spChg chg="mod">
            <ac:chgData name="Louis Dupont (Student at CentraleSupelec)" userId="687fdefc-11b0-4eb9-bd08-c0f42067fdf3" providerId="ADAL" clId="{CF910700-4598-43FC-9FA5-262B131A058A}" dt="2023-03-20T13:03:34.424" v="883"/>
            <ac:spMkLst>
              <pc:docMk/>
              <pc:sldMasterMk cId="0" sldId="2147483663"/>
              <pc:sldLayoutMk cId="0" sldId="2147483665"/>
              <ac:spMk id="10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CF910700-4598-43FC-9FA5-262B131A058A}" dt="2023-03-20T13:03:34.424" v="883"/>
          <pc:sldLayoutMkLst>
            <pc:docMk/>
            <pc:sldMasterMk cId="0" sldId="2147483663"/>
            <pc:sldLayoutMk cId="3129036141" sldId="2147483666"/>
          </pc:sldLayoutMkLst>
          <pc:spChg chg="mod">
            <ac:chgData name="Louis Dupont (Student at CentraleSupelec)" userId="687fdefc-11b0-4eb9-bd08-c0f42067fdf3" providerId="ADAL" clId="{CF910700-4598-43FC-9FA5-262B131A058A}" dt="2023-03-20T13:03:34.424" v="883"/>
            <ac:spMkLst>
              <pc:docMk/>
              <pc:sldMasterMk cId="0" sldId="2147483663"/>
              <pc:sldLayoutMk cId="3129036141" sldId="2147483666"/>
              <ac:spMk id="13" creationId="{00000000-0000-0000-0000-000000000000}"/>
            </ac:spMkLst>
          </pc:spChg>
        </pc:sldLayoutChg>
      </pc:sldMasterChg>
    </pc:docChg>
  </pc:docChgLst>
  <pc:docChgLst>
    <pc:chgData name="Valentin Everest (Student at CentraleSupelec)" userId="103fe320-5d97-4c12-9fe7-ae15579a3838" providerId="ADAL" clId="{438CA08C-1DFC-433E-8232-82BD38E2AFCD}"/>
    <pc:docChg chg="undo custSel addSld delSld modSld sldOrd">
      <pc:chgData name="Valentin Everest (Student at CentraleSupelec)" userId="103fe320-5d97-4c12-9fe7-ae15579a3838" providerId="ADAL" clId="{438CA08C-1DFC-433E-8232-82BD38E2AFCD}" dt="2023-03-31T12:07:37.398" v="1182" actId="20577"/>
      <pc:docMkLst>
        <pc:docMk/>
      </pc:docMkLst>
      <pc:sldChg chg="modSp">
        <pc:chgData name="Valentin Everest (Student at CentraleSupelec)" userId="103fe320-5d97-4c12-9fe7-ae15579a3838" providerId="ADAL" clId="{438CA08C-1DFC-433E-8232-82BD38E2AFCD}" dt="2023-03-29T08:06:54.002" v="248" actId="20577"/>
        <pc:sldMkLst>
          <pc:docMk/>
          <pc:sldMk cId="1324415087" sldId="306"/>
        </pc:sldMkLst>
        <pc:spChg chg="mod">
          <ac:chgData name="Valentin Everest (Student at CentraleSupelec)" userId="103fe320-5d97-4c12-9fe7-ae15579a3838" providerId="ADAL" clId="{438CA08C-1DFC-433E-8232-82BD38E2AFCD}" dt="2023-03-29T08:06:54.002" v="248" actId="20577"/>
          <ac:spMkLst>
            <pc:docMk/>
            <pc:sldMk cId="1324415087" sldId="306"/>
            <ac:spMk id="101" creationId="{00000000-0000-0000-0000-000000000000}"/>
          </ac:spMkLst>
        </pc:spChg>
      </pc:sldChg>
      <pc:sldChg chg="modSp mod">
        <pc:chgData name="Valentin Everest (Student at CentraleSupelec)" userId="103fe320-5d97-4c12-9fe7-ae15579a3838" providerId="ADAL" clId="{438CA08C-1DFC-433E-8232-82BD38E2AFCD}" dt="2023-03-29T09:28:27.567" v="633" actId="20577"/>
        <pc:sldMkLst>
          <pc:docMk/>
          <pc:sldMk cId="3702024288" sldId="307"/>
        </pc:sldMkLst>
        <pc:graphicFrameChg chg="mod modGraphic">
          <ac:chgData name="Valentin Everest (Student at CentraleSupelec)" userId="103fe320-5d97-4c12-9fe7-ae15579a3838" providerId="ADAL" clId="{438CA08C-1DFC-433E-8232-82BD38E2AFCD}" dt="2023-03-29T09:28:27.567" v="633" actId="20577"/>
          <ac:graphicFrameMkLst>
            <pc:docMk/>
            <pc:sldMk cId="3702024288" sldId="307"/>
            <ac:graphicFrameMk id="15" creationId="{85B5E801-4342-27DE-144E-4B8AF6F5F224}"/>
          </ac:graphicFrameMkLst>
        </pc:graphicFrameChg>
      </pc:sldChg>
      <pc:sldChg chg="modSp">
        <pc:chgData name="Valentin Everest (Student at CentraleSupelec)" userId="103fe320-5d97-4c12-9fe7-ae15579a3838" providerId="ADAL" clId="{438CA08C-1DFC-433E-8232-82BD38E2AFCD}" dt="2023-03-29T08:06:39.750" v="234" actId="20577"/>
        <pc:sldMkLst>
          <pc:docMk/>
          <pc:sldMk cId="3895301309" sldId="310"/>
        </pc:sldMkLst>
        <pc:spChg chg="mod">
          <ac:chgData name="Valentin Everest (Student at CentraleSupelec)" userId="103fe320-5d97-4c12-9fe7-ae15579a3838" providerId="ADAL" clId="{438CA08C-1DFC-433E-8232-82BD38E2AFCD}" dt="2023-03-29T08:06:39.750" v="234" actId="20577"/>
          <ac:spMkLst>
            <pc:docMk/>
            <pc:sldMk cId="3895301309" sldId="310"/>
            <ac:spMk id="101" creationId="{00000000-0000-0000-0000-000000000000}"/>
          </ac:spMkLst>
        </pc:spChg>
      </pc:sldChg>
      <pc:sldChg chg="modSp mod">
        <pc:chgData name="Valentin Everest (Student at CentraleSupelec)" userId="103fe320-5d97-4c12-9fe7-ae15579a3838" providerId="ADAL" clId="{438CA08C-1DFC-433E-8232-82BD38E2AFCD}" dt="2023-03-31T12:05:06.627" v="1161" actId="20577"/>
        <pc:sldMkLst>
          <pc:docMk/>
          <pc:sldMk cId="189499821" sldId="312"/>
        </pc:sldMkLst>
        <pc:spChg chg="mod">
          <ac:chgData name="Valentin Everest (Student at CentraleSupelec)" userId="103fe320-5d97-4c12-9fe7-ae15579a3838" providerId="ADAL" clId="{438CA08C-1DFC-433E-8232-82BD38E2AFCD}" dt="2023-03-31T12:05:06.627" v="1161" actId="20577"/>
          <ac:spMkLst>
            <pc:docMk/>
            <pc:sldMk cId="189499821" sldId="312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438CA08C-1DFC-433E-8232-82BD38E2AFCD}" dt="2023-03-29T08:01:58.569" v="69" actId="1035"/>
          <ac:spMkLst>
            <pc:docMk/>
            <pc:sldMk cId="189499821" sldId="312"/>
            <ac:spMk id="5" creationId="{00000000-0000-0000-0000-000000000000}"/>
          </ac:spMkLst>
        </pc:spChg>
        <pc:spChg chg="mod">
          <ac:chgData name="Valentin Everest (Student at CentraleSupelec)" userId="103fe320-5d97-4c12-9fe7-ae15579a3838" providerId="ADAL" clId="{438CA08C-1DFC-433E-8232-82BD38E2AFCD}" dt="2023-03-29T08:01:58.569" v="69" actId="1035"/>
          <ac:spMkLst>
            <pc:docMk/>
            <pc:sldMk cId="189499821" sldId="312"/>
            <ac:spMk id="6" creationId="{00000000-0000-0000-0000-000000000000}"/>
          </ac:spMkLst>
        </pc:spChg>
        <pc:spChg chg="mod">
          <ac:chgData name="Valentin Everest (Student at CentraleSupelec)" userId="103fe320-5d97-4c12-9fe7-ae15579a3838" providerId="ADAL" clId="{438CA08C-1DFC-433E-8232-82BD38E2AFCD}" dt="2023-03-31T12:05:03.328" v="1160" actId="20577"/>
          <ac:spMkLst>
            <pc:docMk/>
            <pc:sldMk cId="189499821" sldId="312"/>
            <ac:spMk id="9" creationId="{3909E233-F596-CB67-5D39-4C5F5C85202C}"/>
          </ac:spMkLst>
        </pc:spChg>
      </pc:sldChg>
      <pc:sldChg chg="modSp">
        <pc:chgData name="Valentin Everest (Student at CentraleSupelec)" userId="103fe320-5d97-4c12-9fe7-ae15579a3838" providerId="ADAL" clId="{438CA08C-1DFC-433E-8232-82BD38E2AFCD}" dt="2023-03-31T12:07:37.398" v="1182" actId="20577"/>
        <pc:sldMkLst>
          <pc:docMk/>
          <pc:sldMk cId="4013490876" sldId="313"/>
        </pc:sldMkLst>
        <pc:spChg chg="mod">
          <ac:chgData name="Valentin Everest (Student at CentraleSupelec)" userId="103fe320-5d97-4c12-9fe7-ae15579a3838" providerId="ADAL" clId="{438CA08C-1DFC-433E-8232-82BD38E2AFCD}" dt="2023-03-31T12:07:37.398" v="1182" actId="20577"/>
          <ac:spMkLst>
            <pc:docMk/>
            <pc:sldMk cId="4013490876" sldId="313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438CA08C-1DFC-433E-8232-82BD38E2AFCD}" dt="2023-03-29T08:07:03.248" v="257" actId="20577"/>
          <ac:spMkLst>
            <pc:docMk/>
            <pc:sldMk cId="4013490876" sldId="313"/>
            <ac:spMk id="9" creationId="{3909E233-F596-CB67-5D39-4C5F5C85202C}"/>
          </ac:spMkLst>
        </pc:spChg>
      </pc:sldChg>
      <pc:sldChg chg="modSp">
        <pc:chgData name="Valentin Everest (Student at CentraleSupelec)" userId="103fe320-5d97-4c12-9fe7-ae15579a3838" providerId="ADAL" clId="{438CA08C-1DFC-433E-8232-82BD38E2AFCD}" dt="2023-03-31T12:06:28.282" v="1171" actId="20577"/>
        <pc:sldMkLst>
          <pc:docMk/>
          <pc:sldMk cId="716337515" sldId="315"/>
        </pc:sldMkLst>
        <pc:spChg chg="mod">
          <ac:chgData name="Valentin Everest (Student at CentraleSupelec)" userId="103fe320-5d97-4c12-9fe7-ae15579a3838" providerId="ADAL" clId="{438CA08C-1DFC-433E-8232-82BD38E2AFCD}" dt="2023-03-31T12:06:28.282" v="1171" actId="20577"/>
          <ac:spMkLst>
            <pc:docMk/>
            <pc:sldMk cId="716337515" sldId="315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438CA08C-1DFC-433E-8232-82BD38E2AFCD}" dt="2023-03-29T08:13:10.041" v="384" actId="20577"/>
          <ac:spMkLst>
            <pc:docMk/>
            <pc:sldMk cId="716337515" sldId="315"/>
            <ac:spMk id="9" creationId="{3909E233-F596-CB67-5D39-4C5F5C85202C}"/>
          </ac:spMkLst>
        </pc:spChg>
      </pc:sldChg>
      <pc:sldChg chg="modSp">
        <pc:chgData name="Valentin Everest (Student at CentraleSupelec)" userId="103fe320-5d97-4c12-9fe7-ae15579a3838" providerId="ADAL" clId="{438CA08C-1DFC-433E-8232-82BD38E2AFCD}" dt="2023-03-31T12:05:38.425" v="1167" actId="20577"/>
        <pc:sldMkLst>
          <pc:docMk/>
          <pc:sldMk cId="538913974" sldId="317"/>
        </pc:sldMkLst>
        <pc:spChg chg="mod">
          <ac:chgData name="Valentin Everest (Student at CentraleSupelec)" userId="103fe320-5d97-4c12-9fe7-ae15579a3838" providerId="ADAL" clId="{438CA08C-1DFC-433E-8232-82BD38E2AFCD}" dt="2023-03-31T12:05:38.425" v="1167" actId="20577"/>
          <ac:spMkLst>
            <pc:docMk/>
            <pc:sldMk cId="538913974" sldId="317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438CA08C-1DFC-433E-8232-82BD38E2AFCD}" dt="2023-03-29T08:02:59.306" v="100" actId="20577"/>
          <ac:spMkLst>
            <pc:docMk/>
            <pc:sldMk cId="538913974" sldId="317"/>
            <ac:spMk id="9" creationId="{3909E233-F596-CB67-5D39-4C5F5C85202C}"/>
          </ac:spMkLst>
        </pc:spChg>
      </pc:sldChg>
      <pc:sldChg chg="modSp">
        <pc:chgData name="Valentin Everest (Student at CentraleSupelec)" userId="103fe320-5d97-4c12-9fe7-ae15579a3838" providerId="ADAL" clId="{438CA08C-1DFC-433E-8232-82BD38E2AFCD}" dt="2023-03-31T12:06:33.731" v="1172" actId="20577"/>
        <pc:sldMkLst>
          <pc:docMk/>
          <pc:sldMk cId="2845138122" sldId="319"/>
        </pc:sldMkLst>
        <pc:graphicFrameChg chg="mod">
          <ac:chgData name="Valentin Everest (Student at CentraleSupelec)" userId="103fe320-5d97-4c12-9fe7-ae15579a3838" providerId="ADAL" clId="{438CA08C-1DFC-433E-8232-82BD38E2AFCD}" dt="2023-03-31T12:06:33.731" v="1172" actId="20577"/>
          <ac:graphicFrameMkLst>
            <pc:docMk/>
            <pc:sldMk cId="2845138122" sldId="319"/>
            <ac:graphicFrameMk id="4" creationId="{FA50DCCE-F820-F104-820A-77CCE2F574AE}"/>
          </ac:graphicFrameMkLst>
        </pc:graphicFrameChg>
      </pc:sldChg>
      <pc:sldChg chg="addSp delSp modSp mod">
        <pc:chgData name="Valentin Everest (Student at CentraleSupelec)" userId="103fe320-5d97-4c12-9fe7-ae15579a3838" providerId="ADAL" clId="{438CA08C-1DFC-433E-8232-82BD38E2AFCD}" dt="2023-03-29T09:37:22.322" v="665" actId="1076"/>
        <pc:sldMkLst>
          <pc:docMk/>
          <pc:sldMk cId="1510582457" sldId="321"/>
        </pc:sldMkLst>
        <pc:spChg chg="del">
          <ac:chgData name="Valentin Everest (Student at CentraleSupelec)" userId="103fe320-5d97-4c12-9fe7-ae15579a3838" providerId="ADAL" clId="{438CA08C-1DFC-433E-8232-82BD38E2AFCD}" dt="2023-03-29T09:04:24.874" v="533" actId="478"/>
          <ac:spMkLst>
            <pc:docMk/>
            <pc:sldMk cId="1510582457" sldId="321"/>
            <ac:spMk id="10" creationId="{4541368C-DF3B-CF81-F13B-985AE28110E2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11:02.221" v="581" actId="1076"/>
          <ac:spMkLst>
            <pc:docMk/>
            <pc:sldMk cId="1510582457" sldId="321"/>
            <ac:spMk id="19" creationId="{C3D1A452-A9E5-0129-8E37-D984BEEF377D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10:48.155" v="576" actId="20577"/>
          <ac:spMkLst>
            <pc:docMk/>
            <pc:sldMk cId="1510582457" sldId="321"/>
            <ac:spMk id="20" creationId="{0A74854D-84A9-EB94-079D-764F63AD273C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10:56.698" v="580" actId="20577"/>
          <ac:spMkLst>
            <pc:docMk/>
            <pc:sldMk cId="1510582457" sldId="321"/>
            <ac:spMk id="21" creationId="{71427BFE-C15C-E60E-9DD5-10B0E51F12C6}"/>
          </ac:spMkLst>
        </pc:spChg>
        <pc:spChg chg="mod ord">
          <ac:chgData name="Valentin Everest (Student at CentraleSupelec)" userId="103fe320-5d97-4c12-9fe7-ae15579a3838" providerId="ADAL" clId="{438CA08C-1DFC-433E-8232-82BD38E2AFCD}" dt="2023-03-29T09:37:02.627" v="659" actId="167"/>
          <ac:spMkLst>
            <pc:docMk/>
            <pc:sldMk cId="1510582457" sldId="321"/>
            <ac:spMk id="101" creationId="{00000000-0000-0000-0000-000000000000}"/>
          </ac:spMkLst>
        </pc:spChg>
        <pc:graphicFrameChg chg="mod modGraphic">
          <ac:chgData name="Valentin Everest (Student at CentraleSupelec)" userId="103fe320-5d97-4c12-9fe7-ae15579a3838" providerId="ADAL" clId="{438CA08C-1DFC-433E-8232-82BD38E2AFCD}" dt="2023-03-29T09:04:30.406" v="534" actId="1076"/>
          <ac:graphicFrameMkLst>
            <pc:docMk/>
            <pc:sldMk cId="1510582457" sldId="321"/>
            <ac:graphicFrameMk id="2" creationId="{32234DA4-3B80-86B7-D338-CECE6858CDFE}"/>
          </ac:graphicFrameMkLst>
        </pc:graphicFrameChg>
        <pc:picChg chg="del">
          <ac:chgData name="Valentin Everest (Student at CentraleSupelec)" userId="103fe320-5d97-4c12-9fe7-ae15579a3838" providerId="ADAL" clId="{438CA08C-1DFC-433E-8232-82BD38E2AFCD}" dt="2023-03-29T07:15:05.619" v="8" actId="478"/>
          <ac:picMkLst>
            <pc:docMk/>
            <pc:sldMk cId="1510582457" sldId="321"/>
            <ac:picMk id="3" creationId="{191E2D9D-B97A-E004-6D2D-2C7A46F6503B}"/>
          </ac:picMkLst>
        </pc:picChg>
        <pc:picChg chg="add del mod ord">
          <ac:chgData name="Valentin Everest (Student at CentraleSupelec)" userId="103fe320-5d97-4c12-9fe7-ae15579a3838" providerId="ADAL" clId="{438CA08C-1DFC-433E-8232-82BD38E2AFCD}" dt="2023-03-29T07:16:05.090" v="26" actId="478"/>
          <ac:picMkLst>
            <pc:docMk/>
            <pc:sldMk cId="1510582457" sldId="321"/>
            <ac:picMk id="7" creationId="{37B905A3-ECBB-303F-1859-9B454683B0B0}"/>
          </ac:picMkLst>
        </pc:picChg>
        <pc:picChg chg="del">
          <ac:chgData name="Valentin Everest (Student at CentraleSupelec)" userId="103fe320-5d97-4c12-9fe7-ae15579a3838" providerId="ADAL" clId="{438CA08C-1DFC-433E-8232-82BD38E2AFCD}" dt="2023-03-29T07:15:04.226" v="7" actId="478"/>
          <ac:picMkLst>
            <pc:docMk/>
            <pc:sldMk cId="1510582457" sldId="321"/>
            <ac:picMk id="8" creationId="{BC1AD0B8-319E-4121-E0C7-D93494F6FB9A}"/>
          </ac:picMkLst>
        </pc:picChg>
        <pc:picChg chg="del">
          <ac:chgData name="Valentin Everest (Student at CentraleSupelec)" userId="103fe320-5d97-4c12-9fe7-ae15579a3838" providerId="ADAL" clId="{438CA08C-1DFC-433E-8232-82BD38E2AFCD}" dt="2023-03-29T07:15:06.638" v="9" actId="478"/>
          <ac:picMkLst>
            <pc:docMk/>
            <pc:sldMk cId="1510582457" sldId="321"/>
            <ac:picMk id="9" creationId="{114F1C8D-2765-EF66-3147-3ABC57032357}"/>
          </ac:picMkLst>
        </pc:picChg>
        <pc:picChg chg="add del mod">
          <ac:chgData name="Valentin Everest (Student at CentraleSupelec)" userId="103fe320-5d97-4c12-9fe7-ae15579a3838" providerId="ADAL" clId="{438CA08C-1DFC-433E-8232-82BD38E2AFCD}" dt="2023-03-29T07:16:39.079" v="33" actId="478"/>
          <ac:picMkLst>
            <pc:docMk/>
            <pc:sldMk cId="1510582457" sldId="321"/>
            <ac:picMk id="12" creationId="{66CF493C-3F32-7CA3-6F96-23AE97E30359}"/>
          </ac:picMkLst>
        </pc:picChg>
        <pc:picChg chg="add del mod ord">
          <ac:chgData name="Valentin Everest (Student at CentraleSupelec)" userId="103fe320-5d97-4c12-9fe7-ae15579a3838" providerId="ADAL" clId="{438CA08C-1DFC-433E-8232-82BD38E2AFCD}" dt="2023-03-29T09:04:22.517" v="532" actId="478"/>
          <ac:picMkLst>
            <pc:docMk/>
            <pc:sldMk cId="1510582457" sldId="321"/>
            <ac:picMk id="14" creationId="{19965194-71ED-837C-9E1B-75EAF3D2AB1F}"/>
          </ac:picMkLst>
        </pc:picChg>
        <pc:picChg chg="add del mod">
          <ac:chgData name="Valentin Everest (Student at CentraleSupelec)" userId="103fe320-5d97-4c12-9fe7-ae15579a3838" providerId="ADAL" clId="{438CA08C-1DFC-433E-8232-82BD38E2AFCD}" dt="2023-03-29T09:07:16.251" v="543" actId="478"/>
          <ac:picMkLst>
            <pc:docMk/>
            <pc:sldMk cId="1510582457" sldId="321"/>
            <ac:picMk id="16" creationId="{3560EB46-1036-15D6-E2F6-0768B51411F7}"/>
          </ac:picMkLst>
        </pc:picChg>
        <pc:picChg chg="add del mod">
          <ac:chgData name="Valentin Everest (Student at CentraleSupelec)" userId="103fe320-5d97-4c12-9fe7-ae15579a3838" providerId="ADAL" clId="{438CA08C-1DFC-433E-8232-82BD38E2AFCD}" dt="2023-03-29T09:31:59.092" v="650" actId="478"/>
          <ac:picMkLst>
            <pc:docMk/>
            <pc:sldMk cId="1510582457" sldId="321"/>
            <ac:picMk id="18" creationId="{A0102685-D20A-985A-28D7-8D33263DA867}"/>
          </ac:picMkLst>
        </pc:picChg>
        <pc:picChg chg="add mod ord">
          <ac:chgData name="Valentin Everest (Student at CentraleSupelec)" userId="103fe320-5d97-4c12-9fe7-ae15579a3838" providerId="ADAL" clId="{438CA08C-1DFC-433E-8232-82BD38E2AFCD}" dt="2023-03-29T09:37:22.322" v="665" actId="1076"/>
          <ac:picMkLst>
            <pc:docMk/>
            <pc:sldMk cId="1510582457" sldId="321"/>
            <ac:picMk id="27" creationId="{2CC3240B-AD23-EA1E-75F1-67A34E10C5D2}"/>
          </ac:picMkLst>
        </pc:picChg>
      </pc:sldChg>
      <pc:sldChg chg="addSp delSp modSp mod">
        <pc:chgData name="Valentin Everest (Student at CentraleSupelec)" userId="103fe320-5d97-4c12-9fe7-ae15579a3838" providerId="ADAL" clId="{438CA08C-1DFC-433E-8232-82BD38E2AFCD}" dt="2023-03-29T09:43:28.787" v="683" actId="20577"/>
        <pc:sldMkLst>
          <pc:docMk/>
          <pc:sldMk cId="2968194240" sldId="322"/>
        </pc:sldMkLst>
        <pc:spChg chg="add mod">
          <ac:chgData name="Valentin Everest (Student at CentraleSupelec)" userId="103fe320-5d97-4c12-9fe7-ae15579a3838" providerId="ADAL" clId="{438CA08C-1DFC-433E-8232-82BD38E2AFCD}" dt="2023-03-29T09:43:14.322" v="676"/>
          <ac:spMkLst>
            <pc:docMk/>
            <pc:sldMk cId="2968194240" sldId="322"/>
            <ac:spMk id="22" creationId="{C867CD19-B3BA-36E6-1725-037BC75A7A18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43:20.902" v="679" actId="20577"/>
          <ac:spMkLst>
            <pc:docMk/>
            <pc:sldMk cId="2968194240" sldId="322"/>
            <ac:spMk id="23" creationId="{6624F1F3-44FA-B7F8-52BE-EF16952A3A5D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43:28.787" v="683" actId="20577"/>
          <ac:spMkLst>
            <pc:docMk/>
            <pc:sldMk cId="2968194240" sldId="322"/>
            <ac:spMk id="24" creationId="{F9F7B387-616E-BB66-EFBF-BC7A22061A6B}"/>
          </ac:spMkLst>
        </pc:spChg>
        <pc:spChg chg="ord">
          <ac:chgData name="Valentin Everest (Student at CentraleSupelec)" userId="103fe320-5d97-4c12-9fe7-ae15579a3838" providerId="ADAL" clId="{438CA08C-1DFC-433E-8232-82BD38E2AFCD}" dt="2023-03-29T09:42:53.656" v="673" actId="167"/>
          <ac:spMkLst>
            <pc:docMk/>
            <pc:sldMk cId="2968194240" sldId="322"/>
            <ac:spMk id="101" creationId="{00000000-0000-0000-0000-000000000000}"/>
          </ac:spMkLst>
        </pc:spChg>
        <pc:graphicFrameChg chg="mod modGraphic">
          <ac:chgData name="Valentin Everest (Student at CentraleSupelec)" userId="103fe320-5d97-4c12-9fe7-ae15579a3838" providerId="ADAL" clId="{438CA08C-1DFC-433E-8232-82BD38E2AFCD}" dt="2023-03-29T08:15:46.606" v="525" actId="20577"/>
          <ac:graphicFrameMkLst>
            <pc:docMk/>
            <pc:sldMk cId="2968194240" sldId="322"/>
            <ac:graphicFrameMk id="2" creationId="{32234DA4-3B80-86B7-D338-CECE6858CDFE}"/>
          </ac:graphicFrameMkLst>
        </pc:graphicFrameChg>
        <pc:picChg chg="del">
          <ac:chgData name="Valentin Everest (Student at CentraleSupelec)" userId="103fe320-5d97-4c12-9fe7-ae15579a3838" providerId="ADAL" clId="{438CA08C-1DFC-433E-8232-82BD38E2AFCD}" dt="2023-03-29T07:21:48.920" v="53" actId="478"/>
          <ac:picMkLst>
            <pc:docMk/>
            <pc:sldMk cId="2968194240" sldId="322"/>
            <ac:picMk id="3" creationId="{75F17911-FD43-C52D-365E-FF7578B9D9D5}"/>
          </ac:picMkLst>
        </pc:picChg>
        <pc:picChg chg="del">
          <ac:chgData name="Valentin Everest (Student at CentraleSupelec)" userId="103fe320-5d97-4c12-9fe7-ae15579a3838" providerId="ADAL" clId="{438CA08C-1DFC-433E-8232-82BD38E2AFCD}" dt="2023-03-29T07:21:50.551" v="54" actId="478"/>
          <ac:picMkLst>
            <pc:docMk/>
            <pc:sldMk cId="2968194240" sldId="322"/>
            <ac:picMk id="8" creationId="{6FEE86F5-C0A3-41A7-6771-6CDD51962E20}"/>
          </ac:picMkLst>
        </pc:picChg>
        <pc:picChg chg="add mod ord">
          <ac:chgData name="Valentin Everest (Student at CentraleSupelec)" userId="103fe320-5d97-4c12-9fe7-ae15579a3838" providerId="ADAL" clId="{438CA08C-1DFC-433E-8232-82BD38E2AFCD}" dt="2023-03-29T07:24:52.126" v="67" actId="1076"/>
          <ac:picMkLst>
            <pc:docMk/>
            <pc:sldMk cId="2968194240" sldId="322"/>
            <ac:picMk id="10" creationId="{72DE71AB-2F72-BD1F-1971-67CA39F6D4DF}"/>
          </ac:picMkLst>
        </pc:picChg>
        <pc:picChg chg="add mod ord">
          <ac:chgData name="Valentin Everest (Student at CentraleSupelec)" userId="103fe320-5d97-4c12-9fe7-ae15579a3838" providerId="ADAL" clId="{438CA08C-1DFC-433E-8232-82BD38E2AFCD}" dt="2023-03-29T09:43:05.512" v="675" actId="1076"/>
          <ac:picMkLst>
            <pc:docMk/>
            <pc:sldMk cId="2968194240" sldId="322"/>
            <ac:picMk id="21" creationId="{D21E541C-F7E7-790A-F901-AB4BF4AEF04F}"/>
          </ac:picMkLst>
        </pc:picChg>
      </pc:sldChg>
      <pc:sldChg chg="addSp delSp modSp mod">
        <pc:chgData name="Valentin Everest (Student at CentraleSupelec)" userId="103fe320-5d97-4c12-9fe7-ae15579a3838" providerId="ADAL" clId="{438CA08C-1DFC-433E-8232-82BD38E2AFCD}" dt="2023-03-29T09:30:48.094" v="649" actId="20577"/>
        <pc:sldMkLst>
          <pc:docMk/>
          <pc:sldMk cId="316936772" sldId="323"/>
        </pc:sldMkLst>
        <pc:spChg chg="add mod">
          <ac:chgData name="Valentin Everest (Student at CentraleSupelec)" userId="103fe320-5d97-4c12-9fe7-ae15579a3838" providerId="ADAL" clId="{438CA08C-1DFC-433E-8232-82BD38E2AFCD}" dt="2023-03-29T09:30:32.342" v="641"/>
          <ac:spMkLst>
            <pc:docMk/>
            <pc:sldMk cId="316936772" sldId="323"/>
            <ac:spMk id="22" creationId="{3FA67C74-BF22-A714-B449-68F3DA3B0880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30:45.365" v="647" actId="20577"/>
          <ac:spMkLst>
            <pc:docMk/>
            <pc:sldMk cId="316936772" sldId="323"/>
            <ac:spMk id="23" creationId="{67E66D1C-AB29-E086-06DB-69A461F18B78}"/>
          </ac:spMkLst>
        </pc:spChg>
        <pc:spChg chg="add mod">
          <ac:chgData name="Valentin Everest (Student at CentraleSupelec)" userId="103fe320-5d97-4c12-9fe7-ae15579a3838" providerId="ADAL" clId="{438CA08C-1DFC-433E-8232-82BD38E2AFCD}" dt="2023-03-29T09:30:48.094" v="649" actId="20577"/>
          <ac:spMkLst>
            <pc:docMk/>
            <pc:sldMk cId="316936772" sldId="323"/>
            <ac:spMk id="24" creationId="{1F1D69A2-AD47-8B3E-C52D-221D09282B4D}"/>
          </ac:spMkLst>
        </pc:spChg>
        <pc:graphicFrameChg chg="mod modGraphic">
          <ac:chgData name="Valentin Everest (Student at CentraleSupelec)" userId="103fe320-5d97-4c12-9fe7-ae15579a3838" providerId="ADAL" clId="{438CA08C-1DFC-433E-8232-82BD38E2AFCD}" dt="2023-03-29T08:08:52.914" v="350" actId="20577"/>
          <ac:graphicFrameMkLst>
            <pc:docMk/>
            <pc:sldMk cId="316936772" sldId="323"/>
            <ac:graphicFrameMk id="2" creationId="{32234DA4-3B80-86B7-D338-CECE6858CDFE}"/>
          </ac:graphicFrameMkLst>
        </pc:graphicFrameChg>
        <pc:picChg chg="del">
          <ac:chgData name="Valentin Everest (Student at CentraleSupelec)" userId="103fe320-5d97-4c12-9fe7-ae15579a3838" providerId="ADAL" clId="{438CA08C-1DFC-433E-8232-82BD38E2AFCD}" dt="2023-03-29T07:20:36.362" v="45" actId="478"/>
          <ac:picMkLst>
            <pc:docMk/>
            <pc:sldMk cId="316936772" sldId="323"/>
            <ac:picMk id="3" creationId="{0B6E929E-B2A3-641F-E3C1-44C3C3FE05A3}"/>
          </ac:picMkLst>
        </pc:picChg>
        <pc:picChg chg="del">
          <ac:chgData name="Valentin Everest (Student at CentraleSupelec)" userId="103fe320-5d97-4c12-9fe7-ae15579a3838" providerId="ADAL" clId="{438CA08C-1DFC-433E-8232-82BD38E2AFCD}" dt="2023-03-29T07:20:38.934" v="46" actId="478"/>
          <ac:picMkLst>
            <pc:docMk/>
            <pc:sldMk cId="316936772" sldId="323"/>
            <ac:picMk id="4" creationId="{C7C9A0C0-27EE-A4C4-5E98-F3E226FE8C0F}"/>
          </ac:picMkLst>
        </pc:picChg>
        <pc:picChg chg="del">
          <ac:chgData name="Valentin Everest (Student at CentraleSupelec)" userId="103fe320-5d97-4c12-9fe7-ae15579a3838" providerId="ADAL" clId="{438CA08C-1DFC-433E-8232-82BD38E2AFCD}" dt="2023-03-29T07:20:35.015" v="44" actId="478"/>
          <ac:picMkLst>
            <pc:docMk/>
            <pc:sldMk cId="316936772" sldId="323"/>
            <ac:picMk id="8" creationId="{23EEBA4A-84B7-3812-63DF-BE21411ABBF3}"/>
          </ac:picMkLst>
        </pc:picChg>
        <pc:picChg chg="add mod ord">
          <ac:chgData name="Valentin Everest (Student at CentraleSupelec)" userId="103fe320-5d97-4c12-9fe7-ae15579a3838" providerId="ADAL" clId="{438CA08C-1DFC-433E-8232-82BD38E2AFCD}" dt="2023-03-29T07:21:25.098" v="52" actId="14100"/>
          <ac:picMkLst>
            <pc:docMk/>
            <pc:sldMk cId="316936772" sldId="323"/>
            <ac:picMk id="10" creationId="{792E3C74-EC40-1953-9311-97978CB0572A}"/>
          </ac:picMkLst>
        </pc:picChg>
        <pc:picChg chg="add mod">
          <ac:chgData name="Valentin Everest (Student at CentraleSupelec)" userId="103fe320-5d97-4c12-9fe7-ae15579a3838" providerId="ADAL" clId="{438CA08C-1DFC-433E-8232-82BD38E2AFCD}" dt="2023-03-29T09:30:20.669" v="640" actId="14100"/>
          <ac:picMkLst>
            <pc:docMk/>
            <pc:sldMk cId="316936772" sldId="323"/>
            <ac:picMk id="21" creationId="{156954F0-2A2B-BA7A-2AB9-8BEB3FBAB39E}"/>
          </ac:picMkLst>
        </pc:picChg>
      </pc:sldChg>
      <pc:sldChg chg="modSp mod">
        <pc:chgData name="Valentin Everest (Student at CentraleSupelec)" userId="103fe320-5d97-4c12-9fe7-ae15579a3838" providerId="ADAL" clId="{438CA08C-1DFC-433E-8232-82BD38E2AFCD}" dt="2023-03-29T08:12:01.683" v="365" actId="2711"/>
        <pc:sldMkLst>
          <pc:docMk/>
          <pc:sldMk cId="1859501311" sldId="338"/>
        </pc:sldMkLst>
        <pc:spChg chg="mod">
          <ac:chgData name="Valentin Everest (Student at CentraleSupelec)" userId="103fe320-5d97-4c12-9fe7-ae15579a3838" providerId="ADAL" clId="{438CA08C-1DFC-433E-8232-82BD38E2AFCD}" dt="2023-03-29T08:12:01.683" v="365" actId="2711"/>
          <ac:spMkLst>
            <pc:docMk/>
            <pc:sldMk cId="1859501311" sldId="338"/>
            <ac:spMk id="3073" creationId="{00000000-0000-0000-0000-000000000000}"/>
          </ac:spMkLst>
        </pc:spChg>
      </pc:sldChg>
      <pc:sldChg chg="modSp">
        <pc:chgData name="Valentin Everest (Student at CentraleSupelec)" userId="103fe320-5d97-4c12-9fe7-ae15579a3838" providerId="ADAL" clId="{438CA08C-1DFC-433E-8232-82BD38E2AFCD}" dt="2023-03-31T12:05:26.202" v="1163" actId="20577"/>
        <pc:sldMkLst>
          <pc:docMk/>
          <pc:sldMk cId="4250713239" sldId="342"/>
        </pc:sldMkLst>
        <pc:spChg chg="mod">
          <ac:chgData name="Valentin Everest (Student at CentraleSupelec)" userId="103fe320-5d97-4c12-9fe7-ae15579a3838" providerId="ADAL" clId="{438CA08C-1DFC-433E-8232-82BD38E2AFCD}" dt="2023-03-31T12:05:26.202" v="1163" actId="20577"/>
          <ac:spMkLst>
            <pc:docMk/>
            <pc:sldMk cId="4250713239" sldId="342"/>
            <ac:spMk id="9" creationId="{3909E233-F596-CB67-5D39-4C5F5C85202C}"/>
          </ac:spMkLst>
        </pc:spChg>
      </pc:sldChg>
      <pc:sldChg chg="delSp modSp add del mod">
        <pc:chgData name="Valentin Everest (Student at CentraleSupelec)" userId="103fe320-5d97-4c12-9fe7-ae15579a3838" providerId="ADAL" clId="{438CA08C-1DFC-433E-8232-82BD38E2AFCD}" dt="2023-03-29T09:05:49.451" v="535" actId="47"/>
        <pc:sldMkLst>
          <pc:docMk/>
          <pc:sldMk cId="992454898" sldId="345"/>
        </pc:sldMkLst>
        <pc:spChg chg="del mod">
          <ac:chgData name="Valentin Everest (Student at CentraleSupelec)" userId="103fe320-5d97-4c12-9fe7-ae15579a3838" providerId="ADAL" clId="{438CA08C-1DFC-433E-8232-82BD38E2AFCD}" dt="2023-03-29T09:04:17.731" v="530" actId="478"/>
          <ac:spMkLst>
            <pc:docMk/>
            <pc:sldMk cId="992454898" sldId="345"/>
            <ac:spMk id="10" creationId="{4541368C-DF3B-CF81-F13B-985AE28110E2}"/>
          </ac:spMkLst>
        </pc:spChg>
        <pc:graphicFrameChg chg="del">
          <ac:chgData name="Valentin Everest (Student at CentraleSupelec)" userId="103fe320-5d97-4c12-9fe7-ae15579a3838" providerId="ADAL" clId="{438CA08C-1DFC-433E-8232-82BD38E2AFCD}" dt="2023-03-29T09:04:12.747" v="527" actId="478"/>
          <ac:graphicFrameMkLst>
            <pc:docMk/>
            <pc:sldMk cId="992454898" sldId="345"/>
            <ac:graphicFrameMk id="2" creationId="{32234DA4-3B80-86B7-D338-CECE6858CDFE}"/>
          </ac:graphicFrameMkLst>
        </pc:graphicFrameChg>
        <pc:picChg chg="del">
          <ac:chgData name="Valentin Everest (Student at CentraleSupelec)" userId="103fe320-5d97-4c12-9fe7-ae15579a3838" providerId="ADAL" clId="{438CA08C-1DFC-433E-8232-82BD38E2AFCD}" dt="2023-03-29T09:04:14.229" v="528" actId="478"/>
          <ac:picMkLst>
            <pc:docMk/>
            <pc:sldMk cId="992454898" sldId="345"/>
            <ac:picMk id="14" creationId="{19965194-71ED-837C-9E1B-75EAF3D2AB1F}"/>
          </ac:picMkLst>
        </pc:picChg>
      </pc:sldChg>
      <pc:sldChg chg="addSp modSp mod modShow">
        <pc:chgData name="Valentin Everest (Student at CentraleSupelec)" userId="103fe320-5d97-4c12-9fe7-ae15579a3838" providerId="ADAL" clId="{438CA08C-1DFC-433E-8232-82BD38E2AFCD}" dt="2023-03-31T12:07:12.995" v="1176" actId="20577"/>
        <pc:sldMkLst>
          <pc:docMk/>
          <pc:sldMk cId="3936228529" sldId="348"/>
        </pc:sldMkLst>
        <pc:spChg chg="mod">
          <ac:chgData name="Valentin Everest (Student at CentraleSupelec)" userId="103fe320-5d97-4c12-9fe7-ae15579a3838" providerId="ADAL" clId="{438CA08C-1DFC-433E-8232-82BD38E2AFCD}" dt="2023-03-31T12:07:12.995" v="1176" actId="20577"/>
          <ac:spMkLst>
            <pc:docMk/>
            <pc:sldMk cId="3936228529" sldId="348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438CA08C-1DFC-433E-8232-82BD38E2AFCD}" dt="2023-03-30T16:38:18.591" v="761" actId="20577"/>
          <ac:spMkLst>
            <pc:docMk/>
            <pc:sldMk cId="3936228529" sldId="348"/>
            <ac:spMk id="9" creationId="{3909E233-F596-CB67-5D39-4C5F5C85202C}"/>
          </ac:spMkLst>
        </pc:spChg>
        <pc:graphicFrameChg chg="add mod modGraphic">
          <ac:chgData name="Valentin Everest (Student at CentraleSupelec)" userId="103fe320-5d97-4c12-9fe7-ae15579a3838" providerId="ADAL" clId="{438CA08C-1DFC-433E-8232-82BD38E2AFCD}" dt="2023-03-30T16:40:40.682" v="827" actId="14734"/>
          <ac:graphicFrameMkLst>
            <pc:docMk/>
            <pc:sldMk cId="3936228529" sldId="348"/>
            <ac:graphicFrameMk id="4" creationId="{B5B444A2-6240-FED3-1955-7A6B203C5764}"/>
          </ac:graphicFrameMkLst>
        </pc:graphicFrameChg>
      </pc:sldChg>
      <pc:sldChg chg="add mod ord modShow">
        <pc:chgData name="Valentin Everest (Student at CentraleSupelec)" userId="103fe320-5d97-4c12-9fe7-ae15579a3838" providerId="ADAL" clId="{438CA08C-1DFC-433E-8232-82BD38E2AFCD}" dt="2023-03-31T07:54:11.374" v="1147" actId="729"/>
        <pc:sldMkLst>
          <pc:docMk/>
          <pc:sldMk cId="1675246936" sldId="349"/>
        </pc:sldMkLst>
      </pc:sldChg>
      <pc:sldChg chg="add mod ord modShow">
        <pc:chgData name="Valentin Everest (Student at CentraleSupelec)" userId="103fe320-5d97-4c12-9fe7-ae15579a3838" providerId="ADAL" clId="{438CA08C-1DFC-433E-8232-82BD38E2AFCD}" dt="2023-03-31T07:54:09.224" v="1146" actId="729"/>
        <pc:sldMkLst>
          <pc:docMk/>
          <pc:sldMk cId="2358478418" sldId="350"/>
        </pc:sldMkLst>
      </pc:sldChg>
      <pc:sldChg chg="addSp delSp modSp add mod ord modShow">
        <pc:chgData name="Valentin Everest (Student at CentraleSupelec)" userId="103fe320-5d97-4c12-9fe7-ae15579a3838" providerId="ADAL" clId="{438CA08C-1DFC-433E-8232-82BD38E2AFCD}" dt="2023-03-31T09:08:31.844" v="1148" actId="478"/>
        <pc:sldMkLst>
          <pc:docMk/>
          <pc:sldMk cId="2617815803" sldId="351"/>
        </pc:sldMkLst>
        <pc:spChg chg="mod ord">
          <ac:chgData name="Valentin Everest (Student at CentraleSupelec)" userId="103fe320-5d97-4c12-9fe7-ae15579a3838" providerId="ADAL" clId="{438CA08C-1DFC-433E-8232-82BD38E2AFCD}" dt="2023-03-30T17:37:27.616" v="1060" actId="167"/>
          <ac:spMkLst>
            <pc:docMk/>
            <pc:sldMk cId="2617815803" sldId="351"/>
            <ac:spMk id="5" creationId="{F9C18C15-0D77-4EE3-1396-1AAFA6208978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37:40.959" v="1064" actId="1076"/>
          <ac:spMkLst>
            <pc:docMk/>
            <pc:sldMk cId="2617815803" sldId="351"/>
            <ac:spMk id="19" creationId="{E52E9563-F466-E7CC-08F4-A410669C5401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37:47.406" v="1065" actId="1076"/>
          <ac:spMkLst>
            <pc:docMk/>
            <pc:sldMk cId="2617815803" sldId="351"/>
            <ac:spMk id="20" creationId="{0F427BBB-952F-B5F0-E09F-60479C05C9E0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37:55.514" v="1066" actId="1076"/>
          <ac:spMkLst>
            <pc:docMk/>
            <pc:sldMk cId="2617815803" sldId="351"/>
            <ac:spMk id="21" creationId="{161609FC-F950-6168-8024-CD5043B3656A}"/>
          </ac:spMkLst>
        </pc:spChg>
        <pc:spChg chg="add del mod">
          <ac:chgData name="Valentin Everest (Student at CentraleSupelec)" userId="103fe320-5d97-4c12-9fe7-ae15579a3838" providerId="ADAL" clId="{438CA08C-1DFC-433E-8232-82BD38E2AFCD}" dt="2023-03-30T16:55:25.357" v="942" actId="478"/>
          <ac:spMkLst>
            <pc:docMk/>
            <pc:sldMk cId="2617815803" sldId="351"/>
            <ac:spMk id="22" creationId="{6CC42A2D-71A7-1659-3E73-581C002BBF8E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37:58.108" v="1067" actId="1076"/>
          <ac:spMkLst>
            <pc:docMk/>
            <pc:sldMk cId="2617815803" sldId="351"/>
            <ac:spMk id="23" creationId="{38A58F55-71C6-38BA-E6E7-57D4211C46C9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38:03.143" v="1068" actId="1076"/>
          <ac:spMkLst>
            <pc:docMk/>
            <pc:sldMk cId="2617815803" sldId="351"/>
            <ac:spMk id="24" creationId="{AFB67E18-AC3A-BF95-EAD9-EF91E7EC462E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38:07.567" v="1069" actId="1076"/>
          <ac:spMkLst>
            <pc:docMk/>
            <pc:sldMk cId="2617815803" sldId="351"/>
            <ac:spMk id="25" creationId="{73DA425F-FE48-8843-461C-4665A871E11A}"/>
          </ac:spMkLst>
        </pc:spChg>
        <pc:grpChg chg="del">
          <ac:chgData name="Valentin Everest (Student at CentraleSupelec)" userId="103fe320-5d97-4c12-9fe7-ae15579a3838" providerId="ADAL" clId="{438CA08C-1DFC-433E-8232-82BD38E2AFCD}" dt="2023-03-30T16:46:39.550" v="846" actId="478"/>
          <ac:grpSpMkLst>
            <pc:docMk/>
            <pc:sldMk cId="2617815803" sldId="351"/>
            <ac:grpSpMk id="16" creationId="{7E2EAD58-6DA6-FC55-AA94-F2A16EC557C5}"/>
          </ac:grpSpMkLst>
        </pc:grpChg>
        <pc:graphicFrameChg chg="del mod modGraphic">
          <ac:chgData name="Valentin Everest (Student at CentraleSupelec)" userId="103fe320-5d97-4c12-9fe7-ae15579a3838" providerId="ADAL" clId="{438CA08C-1DFC-433E-8232-82BD38E2AFCD}" dt="2023-03-31T09:08:31.844" v="1148" actId="478"/>
          <ac:graphicFrameMkLst>
            <pc:docMk/>
            <pc:sldMk cId="2617815803" sldId="351"/>
            <ac:graphicFrameMk id="15" creationId="{85B5E801-4342-27DE-144E-4B8AF6F5F224}"/>
          </ac:graphicFrameMkLst>
        </pc:graphicFrameChg>
        <pc:picChg chg="add del mod ord modCrop">
          <ac:chgData name="Valentin Everest (Student at CentraleSupelec)" userId="103fe320-5d97-4c12-9fe7-ae15579a3838" providerId="ADAL" clId="{438CA08C-1DFC-433E-8232-82BD38E2AFCD}" dt="2023-03-30T17:36:56.535" v="1052" actId="478"/>
          <ac:picMkLst>
            <pc:docMk/>
            <pc:sldMk cId="2617815803" sldId="351"/>
            <ac:picMk id="13" creationId="{32D396DD-25BC-65E9-E625-C55FE2E32B7D}"/>
          </ac:picMkLst>
        </pc:picChg>
        <pc:picChg chg="add del">
          <ac:chgData name="Valentin Everest (Student at CentraleSupelec)" userId="103fe320-5d97-4c12-9fe7-ae15579a3838" providerId="ADAL" clId="{438CA08C-1DFC-433E-8232-82BD38E2AFCD}" dt="2023-03-30T16:53:50.029" v="929" actId="478"/>
          <ac:picMkLst>
            <pc:docMk/>
            <pc:sldMk cId="2617815803" sldId="351"/>
            <ac:picMk id="18" creationId="{77AAF4EA-C217-E803-D186-C61B22B5C7FD}"/>
          </ac:picMkLst>
        </pc:picChg>
        <pc:picChg chg="add mod ord">
          <ac:chgData name="Valentin Everest (Student at CentraleSupelec)" userId="103fe320-5d97-4c12-9fe7-ae15579a3838" providerId="ADAL" clId="{438CA08C-1DFC-433E-8232-82BD38E2AFCD}" dt="2023-03-30T17:37:37.774" v="1063" actId="1076"/>
          <ac:picMkLst>
            <pc:docMk/>
            <pc:sldMk cId="2617815803" sldId="351"/>
            <ac:picMk id="27" creationId="{206DA2B9-4A7E-AA17-B44E-37087056CAB6}"/>
          </ac:picMkLst>
        </pc:picChg>
      </pc:sldChg>
      <pc:sldChg chg="addSp delSp modSp add mod ord">
        <pc:chgData name="Valentin Everest (Student at CentraleSupelec)" userId="103fe320-5d97-4c12-9fe7-ae15579a3838" providerId="ADAL" clId="{438CA08C-1DFC-433E-8232-82BD38E2AFCD}" dt="2023-03-30T17:48:27.446" v="1139" actId="20577"/>
        <pc:sldMkLst>
          <pc:docMk/>
          <pc:sldMk cId="3940828943" sldId="352"/>
        </pc:sldMkLst>
        <pc:spChg chg="add mod">
          <ac:chgData name="Valentin Everest (Student at CentraleSupelec)" userId="103fe320-5d97-4c12-9fe7-ae15579a3838" providerId="ADAL" clId="{438CA08C-1DFC-433E-8232-82BD38E2AFCD}" dt="2023-03-30T17:47:14.316" v="1118" actId="14100"/>
          <ac:spMkLst>
            <pc:docMk/>
            <pc:sldMk cId="3940828943" sldId="352"/>
            <ac:spMk id="4" creationId="{B9C719D9-ABDE-3B0A-F67D-D023E9952B3B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7:14.316" v="1118" actId="14100"/>
          <ac:spMkLst>
            <pc:docMk/>
            <pc:sldMk cId="3940828943" sldId="352"/>
            <ac:spMk id="7" creationId="{8C85DABB-D801-4056-2161-BF06217F415D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7:31.249" v="1122" actId="1076"/>
          <ac:spMkLst>
            <pc:docMk/>
            <pc:sldMk cId="3940828943" sldId="352"/>
            <ac:spMk id="8" creationId="{9FDCE871-1C3A-6DA0-F4B7-D530C9B6BC16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7:28.189" v="1121" actId="1076"/>
          <ac:spMkLst>
            <pc:docMk/>
            <pc:sldMk cId="3940828943" sldId="352"/>
            <ac:spMk id="9" creationId="{D2A400A9-5884-F5DF-1EB5-A114BEF8C73E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7:14.316" v="1118" actId="14100"/>
          <ac:spMkLst>
            <pc:docMk/>
            <pc:sldMk cId="3940828943" sldId="352"/>
            <ac:spMk id="10" creationId="{BB8CE953-9BC1-FA11-78AB-0800BB83183D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7:35.398" v="1123" actId="1076"/>
          <ac:spMkLst>
            <pc:docMk/>
            <pc:sldMk cId="3940828943" sldId="352"/>
            <ac:spMk id="20" creationId="{D1A7CFC0-3781-A8DD-6037-DC8DAB0C3372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8:12.029" v="1132" actId="1076"/>
          <ac:spMkLst>
            <pc:docMk/>
            <pc:sldMk cId="3940828943" sldId="352"/>
            <ac:spMk id="30" creationId="{11C1EBAF-F94F-16D6-1881-D7580D104D87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8:19.122" v="1135" actId="20577"/>
          <ac:spMkLst>
            <pc:docMk/>
            <pc:sldMk cId="3940828943" sldId="352"/>
            <ac:spMk id="31" creationId="{C246742A-C155-CAC3-36B0-5872B9443B40}"/>
          </ac:spMkLst>
        </pc:spChg>
        <pc:spChg chg="add mod">
          <ac:chgData name="Valentin Everest (Student at CentraleSupelec)" userId="103fe320-5d97-4c12-9fe7-ae15579a3838" providerId="ADAL" clId="{438CA08C-1DFC-433E-8232-82BD38E2AFCD}" dt="2023-03-30T17:48:27.446" v="1139" actId="20577"/>
          <ac:spMkLst>
            <pc:docMk/>
            <pc:sldMk cId="3940828943" sldId="352"/>
            <ac:spMk id="32" creationId="{A6508853-900F-C204-C71E-22D8E9D191C8}"/>
          </ac:spMkLst>
        </pc:spChg>
        <pc:spChg chg="mod ord">
          <ac:chgData name="Valentin Everest (Student at CentraleSupelec)" userId="103fe320-5d97-4c12-9fe7-ae15579a3838" providerId="ADAL" clId="{438CA08C-1DFC-433E-8232-82BD38E2AFCD}" dt="2023-03-30T17:48:06.626" v="1130" actId="167"/>
          <ac:spMkLst>
            <pc:docMk/>
            <pc:sldMk cId="3940828943" sldId="352"/>
            <ac:spMk id="101" creationId="{00000000-0000-0000-0000-000000000000}"/>
          </ac:spMkLst>
        </pc:spChg>
        <pc:grpChg chg="del">
          <ac:chgData name="Valentin Everest (Student at CentraleSupelec)" userId="103fe320-5d97-4c12-9fe7-ae15579a3838" providerId="ADAL" clId="{438CA08C-1DFC-433E-8232-82BD38E2AFCD}" dt="2023-03-30T16:59:55.171" v="1004" actId="478"/>
          <ac:grpSpMkLst>
            <pc:docMk/>
            <pc:sldMk cId="3940828943" sldId="352"/>
            <ac:grpSpMk id="2" creationId="{F10CB50A-6A60-6EA1-7D52-CEA74108959C}"/>
          </ac:grpSpMkLst>
        </pc:grpChg>
        <pc:grpChg chg="del">
          <ac:chgData name="Valentin Everest (Student at CentraleSupelec)" userId="103fe320-5d97-4c12-9fe7-ae15579a3838" providerId="ADAL" clId="{438CA08C-1DFC-433E-8232-82BD38E2AFCD}" dt="2023-03-30T17:00:11.430" v="1007" actId="478"/>
          <ac:grpSpMkLst>
            <pc:docMk/>
            <pc:sldMk cId="3940828943" sldId="352"/>
            <ac:grpSpMk id="12" creationId="{4B1AE61C-93CD-1656-2EFE-C08170AF5028}"/>
          </ac:grpSpMkLst>
        </pc:grpChg>
        <pc:graphicFrameChg chg="add del">
          <ac:chgData name="Valentin Everest (Student at CentraleSupelec)" userId="103fe320-5d97-4c12-9fe7-ae15579a3838" providerId="ADAL" clId="{438CA08C-1DFC-433E-8232-82BD38E2AFCD}" dt="2023-03-30T17:39:26.462" v="1083"/>
          <ac:graphicFrameMkLst>
            <pc:docMk/>
            <pc:sldMk cId="3940828943" sldId="352"/>
            <ac:graphicFrameMk id="25" creationId="{5B58CA20-3C5C-D950-1DA7-CB862CC2A1ED}"/>
          </ac:graphicFrameMkLst>
        </pc:graphicFrameChg>
        <pc:picChg chg="add del mod">
          <ac:chgData name="Valentin Everest (Student at CentraleSupelec)" userId="103fe320-5d97-4c12-9fe7-ae15579a3838" providerId="ADAL" clId="{438CA08C-1DFC-433E-8232-82BD38E2AFCD}" dt="2023-03-30T17:39:24.582" v="1081" actId="478"/>
          <ac:picMkLst>
            <pc:docMk/>
            <pc:sldMk cId="3940828943" sldId="352"/>
            <ac:picMk id="3" creationId="{112A54A0-3A3B-DB07-DB52-CAF49F3171A3}"/>
          </ac:picMkLst>
        </pc:picChg>
        <pc:picChg chg="add mod ord">
          <ac:chgData name="Valentin Everest (Student at CentraleSupelec)" userId="103fe320-5d97-4c12-9fe7-ae15579a3838" providerId="ADAL" clId="{438CA08C-1DFC-433E-8232-82BD38E2AFCD}" dt="2023-03-30T17:47:14.316" v="1118" actId="14100"/>
          <ac:picMkLst>
            <pc:docMk/>
            <pc:sldMk cId="3940828943" sldId="352"/>
            <ac:picMk id="26" creationId="{6D9594FC-C072-9D83-B84D-1A4E1F377565}"/>
          </ac:picMkLst>
        </pc:picChg>
        <pc:picChg chg="add mod ord modCrop">
          <ac:chgData name="Valentin Everest (Student at CentraleSupelec)" userId="103fe320-5d97-4c12-9fe7-ae15579a3838" providerId="ADAL" clId="{438CA08C-1DFC-433E-8232-82BD38E2AFCD}" dt="2023-03-30T17:48:08.457" v="1131" actId="1076"/>
          <ac:picMkLst>
            <pc:docMk/>
            <pc:sldMk cId="3940828943" sldId="352"/>
            <ac:picMk id="28" creationId="{4FE3B971-AD8E-686C-9B2B-C8DD5444932F}"/>
          </ac:picMkLst>
        </pc:picChg>
        <pc:picChg chg="add del mod">
          <ac:chgData name="Valentin Everest (Student at CentraleSupelec)" userId="103fe320-5d97-4c12-9fe7-ae15579a3838" providerId="ADAL" clId="{438CA08C-1DFC-433E-8232-82BD38E2AFCD}" dt="2023-03-30T17:47:48.436" v="1125" actId="478"/>
          <ac:picMkLst>
            <pc:docMk/>
            <pc:sldMk cId="3940828943" sldId="352"/>
            <ac:picMk id="29" creationId="{902462B9-7044-4ACA-E8E6-B08AF6B4E571}"/>
          </ac:picMkLst>
        </pc:picChg>
      </pc:sldChg>
    </pc:docChg>
  </pc:docChgLst>
  <pc:docChgLst>
    <pc:chgData name="Theodore Paun (Student at CentraleSupelec)" userId="S::andrei-theodore.paun@student-cs.fr::af2f250b-43c5-404c-8c7f-0d6d18de496b" providerId="AD" clId="Web-{565F704E-01D7-43BC-9956-0890152C3D30}"/>
    <pc:docChg chg="modSld">
      <pc:chgData name="Theodore Paun (Student at CentraleSupelec)" userId="S::andrei-theodore.paun@student-cs.fr::af2f250b-43c5-404c-8c7f-0d6d18de496b" providerId="AD" clId="Web-{565F704E-01D7-43BC-9956-0890152C3D30}" dt="2023-03-27T12:49:21.533" v="4" actId="1076"/>
      <pc:docMkLst>
        <pc:docMk/>
      </pc:docMkLst>
      <pc:sldChg chg="modSp">
        <pc:chgData name="Theodore Paun (Student at CentraleSupelec)" userId="S::andrei-theodore.paun@student-cs.fr::af2f250b-43c5-404c-8c7f-0d6d18de496b" providerId="AD" clId="Web-{565F704E-01D7-43BC-9956-0890152C3D30}" dt="2023-03-27T12:37:16.650" v="3" actId="14100"/>
        <pc:sldMkLst>
          <pc:docMk/>
          <pc:sldMk cId="3702024288" sldId="307"/>
        </pc:sldMkLst>
        <pc:picChg chg="mod">
          <ac:chgData name="Theodore Paun (Student at CentraleSupelec)" userId="S::andrei-theodore.paun@student-cs.fr::af2f250b-43c5-404c-8c7f-0d6d18de496b" providerId="AD" clId="Web-{565F704E-01D7-43BC-9956-0890152C3D30}" dt="2023-03-27T12:37:16.650" v="3" actId="14100"/>
          <ac:picMkLst>
            <pc:docMk/>
            <pc:sldMk cId="3702024288" sldId="307"/>
            <ac:picMk id="4" creationId="{E14B40B9-D69A-835E-B42C-DE2778D09E81}"/>
          </ac:picMkLst>
        </pc:picChg>
      </pc:sldChg>
      <pc:sldChg chg="modSp">
        <pc:chgData name="Theodore Paun (Student at CentraleSupelec)" userId="S::andrei-theodore.paun@student-cs.fr::af2f250b-43c5-404c-8c7f-0d6d18de496b" providerId="AD" clId="Web-{565F704E-01D7-43BC-9956-0890152C3D30}" dt="2023-03-27T12:16:33.985" v="1" actId="1076"/>
        <pc:sldMkLst>
          <pc:docMk/>
          <pc:sldMk cId="3895301309" sldId="310"/>
        </pc:sldMkLst>
        <pc:spChg chg="mod">
          <ac:chgData name="Theodore Paun (Student at CentraleSupelec)" userId="S::andrei-theodore.paun@student-cs.fr::af2f250b-43c5-404c-8c7f-0d6d18de496b" providerId="AD" clId="Web-{565F704E-01D7-43BC-9956-0890152C3D30}" dt="2023-03-27T12:16:33.985" v="1" actId="1076"/>
          <ac:spMkLst>
            <pc:docMk/>
            <pc:sldMk cId="3895301309" sldId="310"/>
            <ac:spMk id="101" creationId="{00000000-0000-0000-0000-000000000000}"/>
          </ac:spMkLst>
        </pc:spChg>
      </pc:sldChg>
      <pc:sldChg chg="modSp">
        <pc:chgData name="Theodore Paun (Student at CentraleSupelec)" userId="S::andrei-theodore.paun@student-cs.fr::af2f250b-43c5-404c-8c7f-0d6d18de496b" providerId="AD" clId="Web-{565F704E-01D7-43BC-9956-0890152C3D30}" dt="2023-03-27T12:49:21.533" v="4" actId="1076"/>
        <pc:sldMkLst>
          <pc:docMk/>
          <pc:sldMk cId="716337515" sldId="315"/>
        </pc:sldMkLst>
        <pc:spChg chg="mod">
          <ac:chgData name="Theodore Paun (Student at CentraleSupelec)" userId="S::andrei-theodore.paun@student-cs.fr::af2f250b-43c5-404c-8c7f-0d6d18de496b" providerId="AD" clId="Web-{565F704E-01D7-43BC-9956-0890152C3D30}" dt="2023-03-27T12:49:21.533" v="4" actId="1076"/>
          <ac:spMkLst>
            <pc:docMk/>
            <pc:sldMk cId="716337515" sldId="315"/>
            <ac:spMk id="9" creationId="{3909E233-F596-CB67-5D39-4C5F5C85202C}"/>
          </ac:spMkLst>
        </pc:spChg>
      </pc:sldChg>
    </pc:docChg>
  </pc:docChgLst>
  <pc:docChgLst>
    <pc:chgData name="Valentin Everest (Student at CentraleSupelec)" userId="103fe320-5d97-4c12-9fe7-ae15579a3838" providerId="ADAL" clId="{0DE85D47-8205-48A7-BF70-2E30E4EDECC5}"/>
    <pc:docChg chg="undo custSel addSld delSld modSld sldOrd">
      <pc:chgData name="Valentin Everest (Student at CentraleSupelec)" userId="103fe320-5d97-4c12-9fe7-ae15579a3838" providerId="ADAL" clId="{0DE85D47-8205-48A7-BF70-2E30E4EDECC5}" dt="2023-03-27T14:32:57.540" v="1440" actId="20577"/>
      <pc:docMkLst>
        <pc:docMk/>
      </pc:docMkLst>
      <pc:sldChg chg="modSp mod ord">
        <pc:chgData name="Valentin Everest (Student at CentraleSupelec)" userId="103fe320-5d97-4c12-9fe7-ae15579a3838" providerId="ADAL" clId="{0DE85D47-8205-48A7-BF70-2E30E4EDECC5}" dt="2023-03-27T12:15:41.109" v="645" actId="20577"/>
        <pc:sldMkLst>
          <pc:docMk/>
          <pc:sldMk cId="3148116686" sldId="298"/>
        </pc:sldMkLst>
        <pc:spChg chg="mod">
          <ac:chgData name="Valentin Everest (Student at CentraleSupelec)" userId="103fe320-5d97-4c12-9fe7-ae15579a3838" providerId="ADAL" clId="{0DE85D47-8205-48A7-BF70-2E30E4EDECC5}" dt="2023-03-27T12:15:41.109" v="645" actId="20577"/>
          <ac:spMkLst>
            <pc:docMk/>
            <pc:sldMk cId="3148116686" sldId="298"/>
            <ac:spMk id="101" creationId="{00000000-0000-0000-0000-000000000000}"/>
          </ac:spMkLst>
        </pc:spChg>
        <pc:picChg chg="mod">
          <ac:chgData name="Valentin Everest (Student at CentraleSupelec)" userId="103fe320-5d97-4c12-9fe7-ae15579a3838" providerId="ADAL" clId="{0DE85D47-8205-48A7-BF70-2E30E4EDECC5}" dt="2023-03-27T12:15:35.620" v="627" actId="1076"/>
          <ac:picMkLst>
            <pc:docMk/>
            <pc:sldMk cId="3148116686" sldId="298"/>
            <ac:picMk id="3" creationId="{A2BDBB55-61C6-38CC-566E-7A4660DAFA7C}"/>
          </ac:picMkLst>
        </pc:picChg>
      </pc:sldChg>
      <pc:sldChg chg="modSp mod">
        <pc:chgData name="Valentin Everest (Student at CentraleSupelec)" userId="103fe320-5d97-4c12-9fe7-ae15579a3838" providerId="ADAL" clId="{0DE85D47-8205-48A7-BF70-2E30E4EDECC5}" dt="2023-03-15T13:23:45.882" v="119" actId="20577"/>
        <pc:sldMkLst>
          <pc:docMk/>
          <pc:sldMk cId="2287836875" sldId="299"/>
        </pc:sldMkLst>
        <pc:spChg chg="mod">
          <ac:chgData name="Valentin Everest (Student at CentraleSupelec)" userId="103fe320-5d97-4c12-9fe7-ae15579a3838" providerId="ADAL" clId="{0DE85D47-8205-48A7-BF70-2E30E4EDECC5}" dt="2023-03-15T13:23:45.882" v="119" actId="20577"/>
          <ac:spMkLst>
            <pc:docMk/>
            <pc:sldMk cId="2287836875" sldId="299"/>
            <ac:spMk id="9" creationId="{3909E233-F596-CB67-5D39-4C5F5C85202C}"/>
          </ac:spMkLst>
        </pc:spChg>
      </pc:sldChg>
      <pc:sldChg chg="new del">
        <pc:chgData name="Valentin Everest (Student at CentraleSupelec)" userId="103fe320-5d97-4c12-9fe7-ae15579a3838" providerId="ADAL" clId="{0DE85D47-8205-48A7-BF70-2E30E4EDECC5}" dt="2023-03-15T14:15:43.706" v="121" actId="47"/>
        <pc:sldMkLst>
          <pc:docMk/>
          <pc:sldMk cId="1262712657" sldId="300"/>
        </pc:sldMkLst>
      </pc:sldChg>
      <pc:sldChg chg="addSp delSp modSp add mod">
        <pc:chgData name="Valentin Everest (Student at CentraleSupelec)" userId="103fe320-5d97-4c12-9fe7-ae15579a3838" providerId="ADAL" clId="{0DE85D47-8205-48A7-BF70-2E30E4EDECC5}" dt="2023-03-27T12:16:46.707" v="727" actId="20577"/>
        <pc:sldMkLst>
          <pc:docMk/>
          <pc:sldMk cId="2869017069" sldId="300"/>
        </pc:sldMkLst>
        <pc:spChg chg="mod">
          <ac:chgData name="Valentin Everest (Student at CentraleSupelec)" userId="103fe320-5d97-4c12-9fe7-ae15579a3838" providerId="ADAL" clId="{0DE85D47-8205-48A7-BF70-2E30E4EDECC5}" dt="2023-03-27T12:16:46.707" v="727" actId="20577"/>
          <ac:spMkLst>
            <pc:docMk/>
            <pc:sldMk cId="2869017069" sldId="300"/>
            <ac:spMk id="101" creationId="{00000000-0000-0000-0000-000000000000}"/>
          </ac:spMkLst>
        </pc:spChg>
        <pc:picChg chg="del">
          <ac:chgData name="Valentin Everest (Student at CentraleSupelec)" userId="103fe320-5d97-4c12-9fe7-ae15579a3838" providerId="ADAL" clId="{0DE85D47-8205-48A7-BF70-2E30E4EDECC5}" dt="2023-03-15T14:21:45.131" v="136" actId="478"/>
          <ac:picMkLst>
            <pc:docMk/>
            <pc:sldMk cId="2869017069" sldId="300"/>
            <ac:picMk id="3" creationId="{A2BDBB55-61C6-38CC-566E-7A4660DAFA7C}"/>
          </ac:picMkLst>
        </pc:picChg>
        <pc:picChg chg="add del mod">
          <ac:chgData name="Valentin Everest (Student at CentraleSupelec)" userId="103fe320-5d97-4c12-9fe7-ae15579a3838" providerId="ADAL" clId="{0DE85D47-8205-48A7-BF70-2E30E4EDECC5}" dt="2023-03-27T12:16:19.963" v="667" actId="478"/>
          <ac:picMkLst>
            <pc:docMk/>
            <pc:sldMk cId="2869017069" sldId="300"/>
            <ac:picMk id="4" creationId="{0DD9D605-3189-F0D2-3843-2D2FC72C0C38}"/>
          </ac:picMkLst>
        </pc:picChg>
      </pc:sldChg>
      <pc:sldChg chg="delSp modSp mod">
        <pc:chgData name="Valentin Everest (Student at CentraleSupelec)" userId="103fe320-5d97-4c12-9fe7-ae15579a3838" providerId="ADAL" clId="{0DE85D47-8205-48A7-BF70-2E30E4EDECC5}" dt="2023-03-27T12:12:13.793" v="467" actId="20577"/>
        <pc:sldMkLst>
          <pc:docMk/>
          <pc:sldMk cId="2454354426" sldId="301"/>
        </pc:sldMkLst>
        <pc:spChg chg="mod">
          <ac:chgData name="Valentin Everest (Student at CentraleSupelec)" userId="103fe320-5d97-4c12-9fe7-ae15579a3838" providerId="ADAL" clId="{0DE85D47-8205-48A7-BF70-2E30E4EDECC5}" dt="2023-03-27T12:12:13.793" v="467" actId="20577"/>
          <ac:spMkLst>
            <pc:docMk/>
            <pc:sldMk cId="2454354426" sldId="301"/>
            <ac:spMk id="101" creationId="{00000000-0000-0000-0000-000000000000}"/>
          </ac:spMkLst>
        </pc:spChg>
        <pc:picChg chg="del">
          <ac:chgData name="Valentin Everest (Student at CentraleSupelec)" userId="103fe320-5d97-4c12-9fe7-ae15579a3838" providerId="ADAL" clId="{0DE85D47-8205-48A7-BF70-2E30E4EDECC5}" dt="2023-03-27T12:08:36.203" v="403" actId="478"/>
          <ac:picMkLst>
            <pc:docMk/>
            <pc:sldMk cId="2454354426" sldId="301"/>
            <ac:picMk id="4" creationId="{FBD6003A-0BD9-C0FC-2D23-5B933D7C3BD1}"/>
          </ac:picMkLst>
        </pc:picChg>
      </pc:sldChg>
      <pc:sldChg chg="modSp mod">
        <pc:chgData name="Valentin Everest (Student at CentraleSupelec)" userId="103fe320-5d97-4c12-9fe7-ae15579a3838" providerId="ADAL" clId="{0DE85D47-8205-48A7-BF70-2E30E4EDECC5}" dt="2023-03-27T12:14:12.581" v="554" actId="14100"/>
        <pc:sldMkLst>
          <pc:docMk/>
          <pc:sldMk cId="2760587425" sldId="302"/>
        </pc:sldMkLst>
        <pc:spChg chg="mod">
          <ac:chgData name="Valentin Everest (Student at CentraleSupelec)" userId="103fe320-5d97-4c12-9fe7-ae15579a3838" providerId="ADAL" clId="{0DE85D47-8205-48A7-BF70-2E30E4EDECC5}" dt="2023-03-27T12:13:51.819" v="550" actId="20577"/>
          <ac:spMkLst>
            <pc:docMk/>
            <pc:sldMk cId="2760587425" sldId="302"/>
            <ac:spMk id="101" creationId="{00000000-0000-0000-0000-000000000000}"/>
          </ac:spMkLst>
        </pc:spChg>
        <pc:picChg chg="mod">
          <ac:chgData name="Valentin Everest (Student at CentraleSupelec)" userId="103fe320-5d97-4c12-9fe7-ae15579a3838" providerId="ADAL" clId="{0DE85D47-8205-48A7-BF70-2E30E4EDECC5}" dt="2023-03-27T12:14:12.581" v="554" actId="14100"/>
          <ac:picMkLst>
            <pc:docMk/>
            <pc:sldMk cId="2760587425" sldId="302"/>
            <ac:picMk id="2" creationId="{2D56418E-E4FC-3A97-641E-A49284AA0A4C}"/>
          </ac:picMkLst>
        </pc:picChg>
      </pc:sldChg>
      <pc:sldChg chg="modSp add mod ord">
        <pc:chgData name="Valentin Everest (Student at CentraleSupelec)" userId="103fe320-5d97-4c12-9fe7-ae15579a3838" providerId="ADAL" clId="{0DE85D47-8205-48A7-BF70-2E30E4EDECC5}" dt="2023-03-20T12:27:57.161" v="179" actId="20577"/>
        <pc:sldMkLst>
          <pc:docMk/>
          <pc:sldMk cId="3652230667" sldId="303"/>
        </pc:sldMkLst>
        <pc:spChg chg="mod">
          <ac:chgData name="Valentin Everest (Student at CentraleSupelec)" userId="103fe320-5d97-4c12-9fe7-ae15579a3838" providerId="ADAL" clId="{0DE85D47-8205-48A7-BF70-2E30E4EDECC5}" dt="2023-03-20T12:27:57.161" v="179" actId="20577"/>
          <ac:spMkLst>
            <pc:docMk/>
            <pc:sldMk cId="3652230667" sldId="303"/>
            <ac:spMk id="3073" creationId="{00000000-0000-0000-0000-000000000000}"/>
          </ac:spMkLst>
        </pc:spChg>
      </pc:sldChg>
      <pc:sldChg chg="addSp delSp modSp add mod ord">
        <pc:chgData name="Valentin Everest (Student at CentraleSupelec)" userId="103fe320-5d97-4c12-9fe7-ae15579a3838" providerId="ADAL" clId="{0DE85D47-8205-48A7-BF70-2E30E4EDECC5}" dt="2023-03-27T12:23:11.645" v="823" actId="478"/>
        <pc:sldMkLst>
          <pc:docMk/>
          <pc:sldMk cId="4137637766" sldId="304"/>
        </pc:sldMkLst>
        <pc:spChg chg="mod">
          <ac:chgData name="Valentin Everest (Student at CentraleSupelec)" userId="103fe320-5d97-4c12-9fe7-ae15579a3838" providerId="ADAL" clId="{0DE85D47-8205-48A7-BF70-2E30E4EDECC5}" dt="2023-03-27T12:23:09.833" v="822" actId="20577"/>
          <ac:spMkLst>
            <pc:docMk/>
            <pc:sldMk cId="4137637766" sldId="304"/>
            <ac:spMk id="101" creationId="{00000000-0000-0000-0000-000000000000}"/>
          </ac:spMkLst>
        </pc:spChg>
        <pc:picChg chg="add del mod">
          <ac:chgData name="Valentin Everest (Student at CentraleSupelec)" userId="103fe320-5d97-4c12-9fe7-ae15579a3838" providerId="ADAL" clId="{0DE85D47-8205-48A7-BF70-2E30E4EDECC5}" dt="2023-03-27T12:23:11.645" v="823" actId="478"/>
          <ac:picMkLst>
            <pc:docMk/>
            <pc:sldMk cId="4137637766" sldId="304"/>
            <ac:picMk id="3" creationId="{3A5ACB64-B425-3D5D-138C-7D8B42E1FB5D}"/>
          </ac:picMkLst>
        </pc:picChg>
        <pc:picChg chg="del">
          <ac:chgData name="Valentin Everest (Student at CentraleSupelec)" userId="103fe320-5d97-4c12-9fe7-ae15579a3838" providerId="ADAL" clId="{0DE85D47-8205-48A7-BF70-2E30E4EDECC5}" dt="2023-03-20T12:29:54.175" v="260" actId="478"/>
          <ac:picMkLst>
            <pc:docMk/>
            <pc:sldMk cId="4137637766" sldId="304"/>
            <ac:picMk id="4" creationId="{0DD9D605-3189-F0D2-3843-2D2FC72C0C38}"/>
          </ac:picMkLst>
        </pc:picChg>
      </pc:sldChg>
      <pc:sldChg chg="addSp modSp mod">
        <pc:chgData name="Valentin Everest (Student at CentraleSupelec)" userId="103fe320-5d97-4c12-9fe7-ae15579a3838" providerId="ADAL" clId="{0DE85D47-8205-48A7-BF70-2E30E4EDECC5}" dt="2023-03-27T12:20:11.782" v="774"/>
        <pc:sldMkLst>
          <pc:docMk/>
          <pc:sldMk cId="3718380089" sldId="305"/>
        </pc:sldMkLst>
        <pc:spChg chg="mod">
          <ac:chgData name="Valentin Everest (Student at CentraleSupelec)" userId="103fe320-5d97-4c12-9fe7-ae15579a3838" providerId="ADAL" clId="{0DE85D47-8205-48A7-BF70-2E30E4EDECC5}" dt="2023-03-27T12:20:11.782" v="774"/>
          <ac:spMkLst>
            <pc:docMk/>
            <pc:sldMk cId="3718380089" sldId="305"/>
            <ac:spMk id="9" creationId="{3909E233-F596-CB67-5D39-4C5F5C85202C}"/>
          </ac:spMkLst>
        </pc:spChg>
        <pc:picChg chg="add mod">
          <ac:chgData name="Valentin Everest (Student at CentraleSupelec)" userId="103fe320-5d97-4c12-9fe7-ae15579a3838" providerId="ADAL" clId="{0DE85D47-8205-48A7-BF70-2E30E4EDECC5}" dt="2023-03-20T15:03:23.304" v="338" actId="14100"/>
          <ac:picMkLst>
            <pc:docMk/>
            <pc:sldMk cId="3718380089" sldId="305"/>
            <ac:picMk id="3" creationId="{A638DD00-547D-59ED-FDEF-2DDA83767994}"/>
          </ac:picMkLst>
        </pc:picChg>
      </pc:sldChg>
      <pc:sldChg chg="addSp delSp modSp mod">
        <pc:chgData name="Valentin Everest (Student at CentraleSupelec)" userId="103fe320-5d97-4c12-9fe7-ae15579a3838" providerId="ADAL" clId="{0DE85D47-8205-48A7-BF70-2E30E4EDECC5}" dt="2023-03-27T12:06:50.486" v="345" actId="21"/>
        <pc:sldMkLst>
          <pc:docMk/>
          <pc:sldMk cId="1324415087" sldId="306"/>
        </pc:sldMkLst>
        <pc:picChg chg="add del mod">
          <ac:chgData name="Valentin Everest (Student at CentraleSupelec)" userId="103fe320-5d97-4c12-9fe7-ae15579a3838" providerId="ADAL" clId="{0DE85D47-8205-48A7-BF70-2E30E4EDECC5}" dt="2023-03-27T12:06:50.486" v="345" actId="21"/>
          <ac:picMkLst>
            <pc:docMk/>
            <pc:sldMk cId="1324415087" sldId="306"/>
            <ac:picMk id="3" creationId="{A7969423-1B5C-D6B8-31AB-224CAE168359}"/>
          </ac:picMkLst>
        </pc:picChg>
      </pc:sldChg>
      <pc:sldChg chg="addSp modSp new mod">
        <pc:chgData name="Valentin Everest (Student at CentraleSupelec)" userId="103fe320-5d97-4c12-9fe7-ae15579a3838" providerId="ADAL" clId="{0DE85D47-8205-48A7-BF70-2E30E4EDECC5}" dt="2023-03-27T12:07:48.227" v="355" actId="1076"/>
        <pc:sldMkLst>
          <pc:docMk/>
          <pc:sldMk cId="3702024288" sldId="307"/>
        </pc:sldMkLst>
        <pc:spChg chg="add mod ord">
          <ac:chgData name="Valentin Everest (Student at CentraleSupelec)" userId="103fe320-5d97-4c12-9fe7-ae15579a3838" providerId="ADAL" clId="{0DE85D47-8205-48A7-BF70-2E30E4EDECC5}" dt="2023-03-27T12:07:39.007" v="352" actId="167"/>
          <ac:spMkLst>
            <pc:docMk/>
            <pc:sldMk cId="3702024288" sldId="307"/>
            <ac:spMk id="5" creationId="{F9C18C15-0D77-4EE3-1396-1AAFA6208978}"/>
          </ac:spMkLst>
        </pc:spChg>
        <pc:picChg chg="add mod">
          <ac:chgData name="Valentin Everest (Student at CentraleSupelec)" userId="103fe320-5d97-4c12-9fe7-ae15579a3838" providerId="ADAL" clId="{0DE85D47-8205-48A7-BF70-2E30E4EDECC5}" dt="2023-03-27T12:07:48.227" v="355" actId="1076"/>
          <ac:picMkLst>
            <pc:docMk/>
            <pc:sldMk cId="3702024288" sldId="307"/>
            <ac:picMk id="4" creationId="{E14B40B9-D69A-835E-B42C-DE2778D09E81}"/>
          </ac:picMkLst>
        </pc:picChg>
      </pc:sldChg>
      <pc:sldChg chg="modSp add mod">
        <pc:chgData name="Valentin Everest (Student at CentraleSupelec)" userId="103fe320-5d97-4c12-9fe7-ae15579a3838" providerId="ADAL" clId="{0DE85D47-8205-48A7-BF70-2E30E4EDECC5}" dt="2023-03-27T12:09:51.494" v="455" actId="20577"/>
        <pc:sldMkLst>
          <pc:docMk/>
          <pc:sldMk cId="3904941739" sldId="308"/>
        </pc:sldMkLst>
        <pc:spChg chg="mod">
          <ac:chgData name="Valentin Everest (Student at CentraleSupelec)" userId="103fe320-5d97-4c12-9fe7-ae15579a3838" providerId="ADAL" clId="{0DE85D47-8205-48A7-BF70-2E30E4EDECC5}" dt="2023-03-27T12:09:51.494" v="455" actId="20577"/>
          <ac:spMkLst>
            <pc:docMk/>
            <pc:sldMk cId="3904941739" sldId="308"/>
            <ac:spMk id="101" creationId="{00000000-0000-0000-0000-000000000000}"/>
          </ac:spMkLst>
        </pc:spChg>
        <pc:picChg chg="mod">
          <ac:chgData name="Valentin Everest (Student at CentraleSupelec)" userId="103fe320-5d97-4c12-9fe7-ae15579a3838" providerId="ADAL" clId="{0DE85D47-8205-48A7-BF70-2E30E4EDECC5}" dt="2023-03-27T12:09:02.967" v="409" actId="1076"/>
          <ac:picMkLst>
            <pc:docMk/>
            <pc:sldMk cId="3904941739" sldId="308"/>
            <ac:picMk id="4" creationId="{FBD6003A-0BD9-C0FC-2D23-5B933D7C3BD1}"/>
          </ac:picMkLst>
        </pc:picChg>
      </pc:sldChg>
      <pc:sldChg chg="delSp modSp add mod">
        <pc:chgData name="Valentin Everest (Student at CentraleSupelec)" userId="103fe320-5d97-4c12-9fe7-ae15579a3838" providerId="ADAL" clId="{0DE85D47-8205-48A7-BF70-2E30E4EDECC5}" dt="2023-03-27T12:15:48.303" v="661" actId="20577"/>
        <pc:sldMkLst>
          <pc:docMk/>
          <pc:sldMk cId="2954302284" sldId="309"/>
        </pc:sldMkLst>
        <pc:spChg chg="mod">
          <ac:chgData name="Valentin Everest (Student at CentraleSupelec)" userId="103fe320-5d97-4c12-9fe7-ae15579a3838" providerId="ADAL" clId="{0DE85D47-8205-48A7-BF70-2E30E4EDECC5}" dt="2023-03-27T12:15:48.303" v="661" actId="20577"/>
          <ac:spMkLst>
            <pc:docMk/>
            <pc:sldMk cId="2954302284" sldId="309"/>
            <ac:spMk id="101" creationId="{00000000-0000-0000-0000-000000000000}"/>
          </ac:spMkLst>
        </pc:spChg>
        <pc:picChg chg="del">
          <ac:chgData name="Valentin Everest (Student at CentraleSupelec)" userId="103fe320-5d97-4c12-9fe7-ae15579a3838" providerId="ADAL" clId="{0DE85D47-8205-48A7-BF70-2E30E4EDECC5}" dt="2023-03-27T12:12:48.486" v="501" actId="478"/>
          <ac:picMkLst>
            <pc:docMk/>
            <pc:sldMk cId="2954302284" sldId="309"/>
            <ac:picMk id="3" creationId="{A2BDBB55-61C6-38CC-566E-7A4660DAFA7C}"/>
          </ac:picMkLst>
        </pc:picChg>
      </pc:sldChg>
      <pc:sldChg chg="modSp mod">
        <pc:chgData name="Valentin Everest (Student at CentraleSupelec)" userId="103fe320-5d97-4c12-9fe7-ae15579a3838" providerId="ADAL" clId="{0DE85D47-8205-48A7-BF70-2E30E4EDECC5}" dt="2023-03-27T12:21:44.534" v="783" actId="20577"/>
        <pc:sldMkLst>
          <pc:docMk/>
          <pc:sldMk cId="3895301309" sldId="310"/>
        </pc:sldMkLst>
        <pc:spChg chg="mod">
          <ac:chgData name="Valentin Everest (Student at CentraleSupelec)" userId="103fe320-5d97-4c12-9fe7-ae15579a3838" providerId="ADAL" clId="{0DE85D47-8205-48A7-BF70-2E30E4EDECC5}" dt="2023-03-27T12:21:44.534" v="783" actId="20577"/>
          <ac:spMkLst>
            <pc:docMk/>
            <pc:sldMk cId="3895301309" sldId="310"/>
            <ac:spMk id="101" creationId="{00000000-0000-0000-0000-000000000000}"/>
          </ac:spMkLst>
        </pc:spChg>
      </pc:sldChg>
      <pc:sldChg chg="modSp add mod">
        <pc:chgData name="Valentin Everest (Student at CentraleSupelec)" userId="103fe320-5d97-4c12-9fe7-ae15579a3838" providerId="ADAL" clId="{0DE85D47-8205-48A7-BF70-2E30E4EDECC5}" dt="2023-03-27T12:16:10.235" v="665" actId="1076"/>
        <pc:sldMkLst>
          <pc:docMk/>
          <pc:sldMk cId="3631597057" sldId="311"/>
        </pc:sldMkLst>
        <pc:spChg chg="mod">
          <ac:chgData name="Valentin Everest (Student at CentraleSupelec)" userId="103fe320-5d97-4c12-9fe7-ae15579a3838" providerId="ADAL" clId="{0DE85D47-8205-48A7-BF70-2E30E4EDECC5}" dt="2023-03-27T12:16:03.527" v="662" actId="20577"/>
          <ac:spMkLst>
            <pc:docMk/>
            <pc:sldMk cId="3631597057" sldId="311"/>
            <ac:spMk id="101" creationId="{00000000-0000-0000-0000-000000000000}"/>
          </ac:spMkLst>
        </pc:spChg>
        <pc:picChg chg="mod">
          <ac:chgData name="Valentin Everest (Student at CentraleSupelec)" userId="103fe320-5d97-4c12-9fe7-ae15579a3838" providerId="ADAL" clId="{0DE85D47-8205-48A7-BF70-2E30E4EDECC5}" dt="2023-03-27T12:16:10.235" v="665" actId="1076"/>
          <ac:picMkLst>
            <pc:docMk/>
            <pc:sldMk cId="3631597057" sldId="311"/>
            <ac:picMk id="4" creationId="{0DD9D605-3189-F0D2-3843-2D2FC72C0C38}"/>
          </ac:picMkLst>
        </pc:picChg>
      </pc:sldChg>
      <pc:sldChg chg="modSp mod">
        <pc:chgData name="Valentin Everest (Student at CentraleSupelec)" userId="103fe320-5d97-4c12-9fe7-ae15579a3838" providerId="ADAL" clId="{0DE85D47-8205-48A7-BF70-2E30E4EDECC5}" dt="2023-03-27T12:21:03.216" v="779" actId="20577"/>
        <pc:sldMkLst>
          <pc:docMk/>
          <pc:sldMk cId="189499821" sldId="312"/>
        </pc:sldMkLst>
        <pc:spChg chg="mod">
          <ac:chgData name="Valentin Everest (Student at CentraleSupelec)" userId="103fe320-5d97-4c12-9fe7-ae15579a3838" providerId="ADAL" clId="{0DE85D47-8205-48A7-BF70-2E30E4EDECC5}" dt="2023-03-27T12:21:03.216" v="779" actId="20577"/>
          <ac:spMkLst>
            <pc:docMk/>
            <pc:sldMk cId="189499821" sldId="312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0DE85D47-8205-48A7-BF70-2E30E4EDECC5}" dt="2023-03-27T12:20:06.567" v="773" actId="313"/>
          <ac:spMkLst>
            <pc:docMk/>
            <pc:sldMk cId="189499821" sldId="312"/>
            <ac:spMk id="9" creationId="{3909E233-F596-CB67-5D39-4C5F5C85202C}"/>
          </ac:spMkLst>
        </pc:spChg>
      </pc:sldChg>
      <pc:sldChg chg="modSp mod">
        <pc:chgData name="Valentin Everest (Student at CentraleSupelec)" userId="103fe320-5d97-4c12-9fe7-ae15579a3838" providerId="ADAL" clId="{0DE85D47-8205-48A7-BF70-2E30E4EDECC5}" dt="2023-03-27T12:29:34.382" v="1015" actId="20577"/>
        <pc:sldMkLst>
          <pc:docMk/>
          <pc:sldMk cId="4013490876" sldId="313"/>
        </pc:sldMkLst>
        <pc:spChg chg="mod">
          <ac:chgData name="Valentin Everest (Student at CentraleSupelec)" userId="103fe320-5d97-4c12-9fe7-ae15579a3838" providerId="ADAL" clId="{0DE85D47-8205-48A7-BF70-2E30E4EDECC5}" dt="2023-03-27T12:28:37.699" v="978" actId="120"/>
          <ac:spMkLst>
            <pc:docMk/>
            <pc:sldMk cId="4013490876" sldId="313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0DE85D47-8205-48A7-BF70-2E30E4EDECC5}" dt="2023-03-27T12:29:34.382" v="1015" actId="20577"/>
          <ac:spMkLst>
            <pc:docMk/>
            <pc:sldMk cId="4013490876" sldId="313"/>
            <ac:spMk id="9" creationId="{3909E233-F596-CB67-5D39-4C5F5C85202C}"/>
          </ac:spMkLst>
        </pc:spChg>
      </pc:sldChg>
      <pc:sldChg chg="modSp add mod">
        <pc:chgData name="Valentin Everest (Student at CentraleSupelec)" userId="103fe320-5d97-4c12-9fe7-ae15579a3838" providerId="ADAL" clId="{0DE85D47-8205-48A7-BF70-2E30E4EDECC5}" dt="2023-03-27T12:23:34.326" v="829" actId="1076"/>
        <pc:sldMkLst>
          <pc:docMk/>
          <pc:sldMk cId="2139114576" sldId="314"/>
        </pc:sldMkLst>
        <pc:spChg chg="mod">
          <ac:chgData name="Valentin Everest (Student at CentraleSupelec)" userId="103fe320-5d97-4c12-9fe7-ae15579a3838" providerId="ADAL" clId="{0DE85D47-8205-48A7-BF70-2E30E4EDECC5}" dt="2023-03-27T12:23:26.812" v="825"/>
          <ac:spMkLst>
            <pc:docMk/>
            <pc:sldMk cId="2139114576" sldId="314"/>
            <ac:spMk id="101" creationId="{00000000-0000-0000-0000-000000000000}"/>
          </ac:spMkLst>
        </pc:spChg>
        <pc:picChg chg="mod">
          <ac:chgData name="Valentin Everest (Student at CentraleSupelec)" userId="103fe320-5d97-4c12-9fe7-ae15579a3838" providerId="ADAL" clId="{0DE85D47-8205-48A7-BF70-2E30E4EDECC5}" dt="2023-03-27T12:23:34.326" v="829" actId="1076"/>
          <ac:picMkLst>
            <pc:docMk/>
            <pc:sldMk cId="2139114576" sldId="314"/>
            <ac:picMk id="3" creationId="{3A5ACB64-B425-3D5D-138C-7D8B42E1FB5D}"/>
          </ac:picMkLst>
        </pc:picChg>
      </pc:sldChg>
      <pc:sldChg chg="modSp mod">
        <pc:chgData name="Valentin Everest (Student at CentraleSupelec)" userId="103fe320-5d97-4c12-9fe7-ae15579a3838" providerId="ADAL" clId="{0DE85D47-8205-48A7-BF70-2E30E4EDECC5}" dt="2023-03-27T12:28:26.878" v="977" actId="20577"/>
        <pc:sldMkLst>
          <pc:docMk/>
          <pc:sldMk cId="716337515" sldId="315"/>
        </pc:sldMkLst>
        <pc:spChg chg="mod">
          <ac:chgData name="Valentin Everest (Student at CentraleSupelec)" userId="103fe320-5d97-4c12-9fe7-ae15579a3838" providerId="ADAL" clId="{0DE85D47-8205-48A7-BF70-2E30E4EDECC5}" dt="2023-03-27T12:28:26.878" v="977" actId="20577"/>
          <ac:spMkLst>
            <pc:docMk/>
            <pc:sldMk cId="716337515" sldId="315"/>
            <ac:spMk id="9" creationId="{3909E233-F596-CB67-5D39-4C5F5C85202C}"/>
          </ac:spMkLst>
        </pc:spChg>
      </pc:sldChg>
      <pc:sldChg chg="modSp mod">
        <pc:chgData name="Valentin Everest (Student at CentraleSupelec)" userId="103fe320-5d97-4c12-9fe7-ae15579a3838" providerId="ADAL" clId="{0DE85D47-8205-48A7-BF70-2E30E4EDECC5}" dt="2023-03-27T14:32:57.540" v="1440" actId="20577"/>
        <pc:sldMkLst>
          <pc:docMk/>
          <pc:sldMk cId="538913974" sldId="317"/>
        </pc:sldMkLst>
        <pc:spChg chg="mod">
          <ac:chgData name="Valentin Everest (Student at CentraleSupelec)" userId="103fe320-5d97-4c12-9fe7-ae15579a3838" providerId="ADAL" clId="{0DE85D47-8205-48A7-BF70-2E30E4EDECC5}" dt="2023-03-27T14:32:57.540" v="1440" actId="20577"/>
          <ac:spMkLst>
            <pc:docMk/>
            <pc:sldMk cId="538913974" sldId="317"/>
            <ac:spMk id="2" creationId="{E5C11466-342A-872F-5135-0FB652B47AC0}"/>
          </ac:spMkLst>
        </pc:spChg>
        <pc:spChg chg="mod">
          <ac:chgData name="Valentin Everest (Student at CentraleSupelec)" userId="103fe320-5d97-4c12-9fe7-ae15579a3838" providerId="ADAL" clId="{0DE85D47-8205-48A7-BF70-2E30E4EDECC5}" dt="2023-03-27T12:47:01.326" v="1304" actId="114"/>
          <ac:spMkLst>
            <pc:docMk/>
            <pc:sldMk cId="538913974" sldId="317"/>
            <ac:spMk id="9" creationId="{3909E233-F596-CB67-5D39-4C5F5C85202C}"/>
          </ac:spMkLst>
        </pc:spChg>
      </pc:sldChg>
      <pc:sldChg chg="addSp delSp modSp new mod">
        <pc:chgData name="Valentin Everest (Student at CentraleSupelec)" userId="103fe320-5d97-4c12-9fe7-ae15579a3838" providerId="ADAL" clId="{0DE85D47-8205-48A7-BF70-2E30E4EDECC5}" dt="2023-03-27T12:44:03.947" v="1302" actId="20577"/>
        <pc:sldMkLst>
          <pc:docMk/>
          <pc:sldMk cId="4039438447" sldId="318"/>
        </pc:sldMkLst>
        <pc:spChg chg="add del mod">
          <ac:chgData name="Valentin Everest (Student at CentraleSupelec)" userId="103fe320-5d97-4c12-9fe7-ae15579a3838" providerId="ADAL" clId="{0DE85D47-8205-48A7-BF70-2E30E4EDECC5}" dt="2023-03-27T12:35:51.760" v="1028"/>
          <ac:spMkLst>
            <pc:docMk/>
            <pc:sldMk cId="4039438447" sldId="318"/>
            <ac:spMk id="4" creationId="{640140DC-0986-2C54-1A5A-2EE82F680835}"/>
          </ac:spMkLst>
        </pc:spChg>
        <pc:spChg chg="add del mod">
          <ac:chgData name="Valentin Everest (Student at CentraleSupelec)" userId="103fe320-5d97-4c12-9fe7-ae15579a3838" providerId="ADAL" clId="{0DE85D47-8205-48A7-BF70-2E30E4EDECC5}" dt="2023-03-27T12:36:03.566" v="1031"/>
          <ac:spMkLst>
            <pc:docMk/>
            <pc:sldMk cId="4039438447" sldId="318"/>
            <ac:spMk id="5" creationId="{6B449749-FD01-B1BF-0773-4E773B598E05}"/>
          </ac:spMkLst>
        </pc:spChg>
        <pc:spChg chg="add mod">
          <ac:chgData name="Valentin Everest (Student at CentraleSupelec)" userId="103fe320-5d97-4c12-9fe7-ae15579a3838" providerId="ADAL" clId="{0DE85D47-8205-48A7-BF70-2E30E4EDECC5}" dt="2023-03-27T12:44:03.947" v="1302" actId="20577"/>
          <ac:spMkLst>
            <pc:docMk/>
            <pc:sldMk cId="4039438447" sldId="318"/>
            <ac:spMk id="6" creationId="{E264DFB7-E3EE-8A37-75F2-5F6C7C7F271D}"/>
          </ac:spMkLst>
        </pc:spChg>
        <pc:picChg chg="add del mod">
          <ac:chgData name="Valentin Everest (Student at CentraleSupelec)" userId="103fe320-5d97-4c12-9fe7-ae15579a3838" providerId="ADAL" clId="{0DE85D47-8205-48A7-BF70-2E30E4EDECC5}" dt="2023-03-27T12:39:26.476" v="1152" actId="478"/>
          <ac:picMkLst>
            <pc:docMk/>
            <pc:sldMk cId="4039438447" sldId="318"/>
            <ac:picMk id="8" creationId="{5E5C853F-7689-0247-A7BE-9C062DBE833F}"/>
          </ac:picMkLst>
        </pc:picChg>
        <pc:picChg chg="add del mod">
          <ac:chgData name="Valentin Everest (Student at CentraleSupelec)" userId="103fe320-5d97-4c12-9fe7-ae15579a3838" providerId="ADAL" clId="{0DE85D47-8205-48A7-BF70-2E30E4EDECC5}" dt="2023-03-27T12:39:31.887" v="1154" actId="478"/>
          <ac:picMkLst>
            <pc:docMk/>
            <pc:sldMk cId="4039438447" sldId="318"/>
            <ac:picMk id="10" creationId="{F0803C1F-8BD1-FA55-BD20-994BFB341862}"/>
          </ac:picMkLst>
        </pc:picChg>
        <pc:picChg chg="add mod">
          <ac:chgData name="Valentin Everest (Student at CentraleSupelec)" userId="103fe320-5d97-4c12-9fe7-ae15579a3838" providerId="ADAL" clId="{0DE85D47-8205-48A7-BF70-2E30E4EDECC5}" dt="2023-03-27T12:40:03.699" v="1157" actId="1076"/>
          <ac:picMkLst>
            <pc:docMk/>
            <pc:sldMk cId="4039438447" sldId="318"/>
            <ac:picMk id="12" creationId="{6424B044-2595-6384-992A-9C13CA87891F}"/>
          </ac:picMkLst>
        </pc:picChg>
      </pc:sldChg>
      <pc:sldChg chg="addSp modSp mod">
        <pc:chgData name="Valentin Everest (Student at CentraleSupelec)" userId="103fe320-5d97-4c12-9fe7-ae15579a3838" providerId="ADAL" clId="{0DE85D47-8205-48A7-BF70-2E30E4EDECC5}" dt="2023-03-27T12:55:47.600" v="1423" actId="20577"/>
        <pc:sldMkLst>
          <pc:docMk/>
          <pc:sldMk cId="1781541367" sldId="320"/>
        </pc:sldMkLst>
        <pc:spChg chg="mod">
          <ac:chgData name="Valentin Everest (Student at CentraleSupelec)" userId="103fe320-5d97-4c12-9fe7-ae15579a3838" providerId="ADAL" clId="{0DE85D47-8205-48A7-BF70-2E30E4EDECC5}" dt="2023-03-27T12:48:30.808" v="1315" actId="20577"/>
          <ac:spMkLst>
            <pc:docMk/>
            <pc:sldMk cId="1781541367" sldId="320"/>
            <ac:spMk id="9" creationId="{3909E233-F596-CB67-5D39-4C5F5C85202C}"/>
          </ac:spMkLst>
        </pc:spChg>
        <pc:graphicFrameChg chg="mod modGraphic">
          <ac:chgData name="Valentin Everest (Student at CentraleSupelec)" userId="103fe320-5d97-4c12-9fe7-ae15579a3838" providerId="ADAL" clId="{0DE85D47-8205-48A7-BF70-2E30E4EDECC5}" dt="2023-03-27T12:55:47.600" v="1423" actId="20577"/>
          <ac:graphicFrameMkLst>
            <pc:docMk/>
            <pc:sldMk cId="1781541367" sldId="320"/>
            <ac:graphicFrameMk id="3" creationId="{0D24DA9C-B253-366F-7E2D-FA5C27B4BFB5}"/>
          </ac:graphicFrameMkLst>
        </pc:graphicFrameChg>
        <pc:picChg chg="add mod">
          <ac:chgData name="Valentin Everest (Student at CentraleSupelec)" userId="103fe320-5d97-4c12-9fe7-ae15579a3838" providerId="ADAL" clId="{0DE85D47-8205-48A7-BF70-2E30E4EDECC5}" dt="2023-03-27T12:49:29.477" v="1322" actId="1076"/>
          <ac:picMkLst>
            <pc:docMk/>
            <pc:sldMk cId="1781541367" sldId="320"/>
            <ac:picMk id="4" creationId="{F25DC8F7-E829-E8BC-A1CC-5534C6DA585A}"/>
          </ac:picMkLst>
        </pc:picChg>
      </pc:sldChg>
      <pc:sldChg chg="addSp delSp modSp mod">
        <pc:chgData name="Valentin Everest (Student at CentraleSupelec)" userId="103fe320-5d97-4c12-9fe7-ae15579a3838" providerId="ADAL" clId="{0DE85D47-8205-48A7-BF70-2E30E4EDECC5}" dt="2023-03-27T13:58:48.374" v="1430" actId="478"/>
        <pc:sldMkLst>
          <pc:docMk/>
          <pc:sldMk cId="1510582457" sldId="321"/>
        </pc:sldMkLst>
        <pc:picChg chg="add del mod">
          <ac:chgData name="Valentin Everest (Student at CentraleSupelec)" userId="103fe320-5d97-4c12-9fe7-ae15579a3838" providerId="ADAL" clId="{0DE85D47-8205-48A7-BF70-2E30E4EDECC5}" dt="2023-03-27T13:58:48.374" v="1430" actId="478"/>
          <ac:picMkLst>
            <pc:docMk/>
            <pc:sldMk cId="1510582457" sldId="321"/>
            <ac:picMk id="4" creationId="{1E9E5329-B6F5-C5F9-43DE-C315375DB43E}"/>
          </ac:picMkLst>
        </pc:picChg>
        <pc:picChg chg="add mod">
          <ac:chgData name="Valentin Everest (Student at CentraleSupelec)" userId="103fe320-5d97-4c12-9fe7-ae15579a3838" providerId="ADAL" clId="{0DE85D47-8205-48A7-BF70-2E30E4EDECC5}" dt="2023-03-27T13:58:46.932" v="1429" actId="962"/>
          <ac:picMkLst>
            <pc:docMk/>
            <pc:sldMk cId="1510582457" sldId="321"/>
            <ac:picMk id="9" creationId="{114F1C8D-2765-EF66-3147-3ABC57032357}"/>
          </ac:picMkLst>
        </pc:picChg>
      </pc:sldChg>
      <pc:sldChg chg="addSp modSp mod">
        <pc:chgData name="Valentin Everest (Student at CentraleSupelec)" userId="103fe320-5d97-4c12-9fe7-ae15579a3838" providerId="ADAL" clId="{0DE85D47-8205-48A7-BF70-2E30E4EDECC5}" dt="2023-03-27T14:00:32.735" v="1433" actId="962"/>
        <pc:sldMkLst>
          <pc:docMk/>
          <pc:sldMk cId="2968194240" sldId="322"/>
        </pc:sldMkLst>
        <pc:picChg chg="add mod">
          <ac:chgData name="Valentin Everest (Student at CentraleSupelec)" userId="103fe320-5d97-4c12-9fe7-ae15579a3838" providerId="ADAL" clId="{0DE85D47-8205-48A7-BF70-2E30E4EDECC5}" dt="2023-03-27T14:00:32.735" v="1433" actId="962"/>
          <ac:picMkLst>
            <pc:docMk/>
            <pc:sldMk cId="2968194240" sldId="322"/>
            <ac:picMk id="4" creationId="{8780C8D2-4DA3-CAB5-A98E-7C3B9ABEECEC}"/>
          </ac:picMkLst>
        </pc:picChg>
      </pc:sldChg>
      <pc:sldChg chg="addSp modSp mod">
        <pc:chgData name="Valentin Everest (Student at CentraleSupelec)" userId="103fe320-5d97-4c12-9fe7-ae15579a3838" providerId="ADAL" clId="{0DE85D47-8205-48A7-BF70-2E30E4EDECC5}" dt="2023-03-27T14:02:58.582" v="1436" actId="962"/>
        <pc:sldMkLst>
          <pc:docMk/>
          <pc:sldMk cId="316936772" sldId="323"/>
        </pc:sldMkLst>
        <pc:picChg chg="add mod">
          <ac:chgData name="Valentin Everest (Student at CentraleSupelec)" userId="103fe320-5d97-4c12-9fe7-ae15579a3838" providerId="ADAL" clId="{0DE85D47-8205-48A7-BF70-2E30E4EDECC5}" dt="2023-03-27T14:02:58.582" v="1436" actId="962"/>
          <ac:picMkLst>
            <pc:docMk/>
            <pc:sldMk cId="316936772" sldId="323"/>
            <ac:picMk id="4" creationId="{C7C9A0C0-27EE-A4C4-5E98-F3E226FE8C0F}"/>
          </ac:picMkLst>
        </pc:picChg>
      </pc:sldChg>
    </pc:docChg>
  </pc:docChgLst>
  <pc:docChgLst>
    <pc:chgData name="Valentin Everest (Student at CentraleSupelec)" userId="S::valentin.everest@student-cs.fr::103fe320-5d97-4c12-9fe7-ae15579a3838" providerId="AD" clId="Web-{2168B487-E19B-4C7B-B5BA-5FD71ED6BF6B}"/>
    <pc:docChg chg="addSld modSld">
      <pc:chgData name="Valentin Everest (Student at CentraleSupelec)" userId="S::valentin.everest@student-cs.fr::103fe320-5d97-4c12-9fe7-ae15579a3838" providerId="AD" clId="Web-{2168B487-E19B-4C7B-B5BA-5FD71ED6BF6B}" dt="2023-03-20T15:00:46.541" v="1"/>
      <pc:docMkLst>
        <pc:docMk/>
      </pc:docMkLst>
      <pc:sldChg chg="delSp add replId">
        <pc:chgData name="Valentin Everest (Student at CentraleSupelec)" userId="S::valentin.everest@student-cs.fr::103fe320-5d97-4c12-9fe7-ae15579a3838" providerId="AD" clId="Web-{2168B487-E19B-4C7B-B5BA-5FD71ED6BF6B}" dt="2023-03-20T15:00:46.541" v="1"/>
        <pc:sldMkLst>
          <pc:docMk/>
          <pc:sldMk cId="3718380089" sldId="305"/>
        </pc:sldMkLst>
        <pc:picChg chg="del">
          <ac:chgData name="Valentin Everest (Student at CentraleSupelec)" userId="S::valentin.everest@student-cs.fr::103fe320-5d97-4c12-9fe7-ae15579a3838" providerId="AD" clId="Web-{2168B487-E19B-4C7B-B5BA-5FD71ED6BF6B}" dt="2023-03-20T15:00:46.541" v="1"/>
          <ac:picMkLst>
            <pc:docMk/>
            <pc:sldMk cId="3718380089" sldId="305"/>
            <ac:picMk id="4" creationId="{A25B05D5-39C2-244D-32CB-6E2F1D66DD91}"/>
          </ac:picMkLst>
        </pc:picChg>
      </pc:sldChg>
    </pc:docChg>
  </pc:docChgLst>
  <pc:docChgLst>
    <pc:chgData name="Flore Bergerot (Student at CentraleSupelec)" userId="9b398b0d-bf0e-40df-a42f-ff8ce2c7c285" providerId="ADAL" clId="{1F5D27FF-BA3F-4B07-AED3-B16A4C2A61C0}"/>
    <pc:docChg chg="undo redo custSel addSld delSld modSld">
      <pc:chgData name="Flore Bergerot (Student at CentraleSupelec)" userId="9b398b0d-bf0e-40df-a42f-ff8ce2c7c285" providerId="ADAL" clId="{1F5D27FF-BA3F-4B07-AED3-B16A4C2A61C0}" dt="2023-03-29T20:34:26.498" v="1256" actId="1035"/>
      <pc:docMkLst>
        <pc:docMk/>
      </pc:docMkLst>
      <pc:sldChg chg="modSp mod">
        <pc:chgData name="Flore Bergerot (Student at CentraleSupelec)" userId="9b398b0d-bf0e-40df-a42f-ff8ce2c7c285" providerId="ADAL" clId="{1F5D27FF-BA3F-4B07-AED3-B16A4C2A61C0}" dt="2023-03-29T07:08:43.450" v="2" actId="6549"/>
        <pc:sldMkLst>
          <pc:docMk/>
          <pc:sldMk cId="3827946629" sldId="257"/>
        </pc:sldMkLst>
        <pc:spChg chg="mod">
          <ac:chgData name="Flore Bergerot (Student at CentraleSupelec)" userId="9b398b0d-bf0e-40df-a42f-ff8ce2c7c285" providerId="ADAL" clId="{1F5D27FF-BA3F-4B07-AED3-B16A4C2A61C0}" dt="2023-03-29T07:08:43.450" v="2" actId="6549"/>
          <ac:spMkLst>
            <pc:docMk/>
            <pc:sldMk cId="3827946629" sldId="257"/>
            <ac:spMk id="11" creationId="{00000000-0000-0000-0000-000000000000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7:10:23.836" v="35" actId="20577"/>
        <pc:sldMkLst>
          <pc:docMk/>
          <pc:sldMk cId="709355255" sldId="291"/>
        </pc:sldMkLst>
        <pc:spChg chg="mod">
          <ac:chgData name="Flore Bergerot (Student at CentraleSupelec)" userId="9b398b0d-bf0e-40df-a42f-ff8ce2c7c285" providerId="ADAL" clId="{1F5D27FF-BA3F-4B07-AED3-B16A4C2A61C0}" dt="2023-03-29T07:10:23.836" v="35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8:34:19.719" v="169" actId="20577"/>
        <pc:sldMkLst>
          <pc:docMk/>
          <pc:sldMk cId="336249700" sldId="292"/>
        </pc:sldMkLst>
        <pc:spChg chg="mod">
          <ac:chgData name="Flore Bergerot (Student at CentraleSupelec)" userId="9b398b0d-bf0e-40df-a42f-ff8ce2c7c285" providerId="ADAL" clId="{1F5D27FF-BA3F-4B07-AED3-B16A4C2A61C0}" dt="2023-03-29T08:34:19.719" v="169" actId="20577"/>
          <ac:spMkLst>
            <pc:docMk/>
            <pc:sldMk cId="336249700" sldId="292"/>
            <ac:spMk id="101" creationId="{00000000-0000-0000-0000-000000000000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8:33:56.057" v="157" actId="20577"/>
        <pc:sldMkLst>
          <pc:docMk/>
          <pc:sldMk cId="3936243768" sldId="300"/>
        </pc:sldMkLst>
        <pc:spChg chg="mod">
          <ac:chgData name="Flore Bergerot (Student at CentraleSupelec)" userId="9b398b0d-bf0e-40df-a42f-ff8ce2c7c285" providerId="ADAL" clId="{1F5D27FF-BA3F-4B07-AED3-B16A4C2A61C0}" dt="2023-03-29T08:33:56.057" v="157" actId="20577"/>
          <ac:spMkLst>
            <pc:docMk/>
            <pc:sldMk cId="3936243768" sldId="300"/>
            <ac:spMk id="4" creationId="{7B8DF647-58A4-AF7F-C933-BF5291DE6321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8:34:56.091" v="177" actId="20577"/>
        <pc:sldMkLst>
          <pc:docMk/>
          <pc:sldMk cId="348548755" sldId="301"/>
        </pc:sldMkLst>
        <pc:spChg chg="mod">
          <ac:chgData name="Flore Bergerot (Student at CentraleSupelec)" userId="9b398b0d-bf0e-40df-a42f-ff8ce2c7c285" providerId="ADAL" clId="{1F5D27FF-BA3F-4B07-AED3-B16A4C2A61C0}" dt="2023-03-29T08:33:48.719" v="155" actId="20577"/>
          <ac:spMkLst>
            <pc:docMk/>
            <pc:sldMk cId="348548755" sldId="301"/>
            <ac:spMk id="4" creationId="{7B8DF647-58A4-AF7F-C933-BF5291DE6321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4:56.091" v="177" actId="20577"/>
          <ac:spMkLst>
            <pc:docMk/>
            <pc:sldMk cId="348548755" sldId="301"/>
            <ac:spMk id="14" creationId="{C4C9A205-2A6C-AAB9-03AD-91CA64A7D9F0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8:22:52.899" v="45" actId="1037"/>
        <pc:sldMkLst>
          <pc:docMk/>
          <pc:sldMk cId="3159682686" sldId="303"/>
        </pc:sldMkLst>
        <pc:spChg chg="mod">
          <ac:chgData name="Flore Bergerot (Student at CentraleSupelec)" userId="9b398b0d-bf0e-40df-a42f-ff8ce2c7c285" providerId="ADAL" clId="{1F5D27FF-BA3F-4B07-AED3-B16A4C2A61C0}" dt="2023-03-29T08:22:52.899" v="45" actId="1037"/>
          <ac:spMkLst>
            <pc:docMk/>
            <pc:sldMk cId="3159682686" sldId="303"/>
            <ac:spMk id="19" creationId="{D337F2D3-C9F7-2B1A-AC8A-A56F245A30C0}"/>
          </ac:spMkLst>
        </pc:spChg>
        <pc:spChg chg="mod">
          <ac:chgData name="Flore Bergerot (Student at CentraleSupelec)" userId="9b398b0d-bf0e-40df-a42f-ff8ce2c7c285" providerId="ADAL" clId="{1F5D27FF-BA3F-4B07-AED3-B16A4C2A61C0}" dt="2023-03-29T07:33:57.339" v="39" actId="20577"/>
          <ac:spMkLst>
            <pc:docMk/>
            <pc:sldMk cId="3159682686" sldId="303"/>
            <ac:spMk id="101" creationId="{00000000-0000-0000-0000-000000000000}"/>
          </ac:spMkLst>
        </pc:spChg>
      </pc:sldChg>
      <pc:sldChg chg="modSp">
        <pc:chgData name="Flore Bergerot (Student at CentraleSupelec)" userId="9b398b0d-bf0e-40df-a42f-ff8ce2c7c285" providerId="ADAL" clId="{1F5D27FF-BA3F-4B07-AED3-B16A4C2A61C0}" dt="2023-03-29T08:35:24.253" v="181" actId="20577"/>
        <pc:sldMkLst>
          <pc:docMk/>
          <pc:sldMk cId="3895301309" sldId="310"/>
        </pc:sldMkLst>
        <pc:spChg chg="mod">
          <ac:chgData name="Flore Bergerot (Student at CentraleSupelec)" userId="9b398b0d-bf0e-40df-a42f-ff8ce2c7c285" providerId="ADAL" clId="{1F5D27FF-BA3F-4B07-AED3-B16A4C2A61C0}" dt="2023-03-29T08:35:23.845" v="178" actId="20577"/>
          <ac:spMkLst>
            <pc:docMk/>
            <pc:sldMk cId="3895301309" sldId="310"/>
            <ac:spMk id="19" creationId="{BEE1CF88-3FE7-58FE-7839-4FC687B2F4BC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5:23.845" v="178" actId="20577"/>
          <ac:spMkLst>
            <pc:docMk/>
            <pc:sldMk cId="3895301309" sldId="310"/>
            <ac:spMk id="20" creationId="{AFEAE3EA-42FB-AC24-1AE1-E60E38ADDD4D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5:23.845" v="178" actId="20577"/>
          <ac:spMkLst>
            <pc:docMk/>
            <pc:sldMk cId="3895301309" sldId="310"/>
            <ac:spMk id="27" creationId="{93F6EFC6-6CF4-C444-B9CE-72C67F474B39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5:24.253" v="181" actId="20577"/>
          <ac:spMkLst>
            <pc:docMk/>
            <pc:sldMk cId="3895301309" sldId="310"/>
            <ac:spMk id="28" creationId="{FC744D6B-2C07-94F4-AB0E-3C2054B88A81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5:23.845" v="178" actId="20577"/>
          <ac:spMkLst>
            <pc:docMk/>
            <pc:sldMk cId="3895301309" sldId="310"/>
            <ac:spMk id="30" creationId="{341C4171-3FFD-4D56-4936-0FEC00411E02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5:23.845" v="178" actId="20577"/>
          <ac:spMkLst>
            <pc:docMk/>
            <pc:sldMk cId="3895301309" sldId="310"/>
            <ac:spMk id="31" creationId="{F799BD91-BDC0-569C-3554-6EEB2E6F9AE1}"/>
          </ac:spMkLst>
        </pc:spChg>
        <pc:grpChg chg="mod">
          <ac:chgData name="Flore Bergerot (Student at CentraleSupelec)" userId="9b398b0d-bf0e-40df-a42f-ff8ce2c7c285" providerId="ADAL" clId="{1F5D27FF-BA3F-4B07-AED3-B16A4C2A61C0}" dt="2023-03-29T08:35:23.845" v="178" actId="20577"/>
          <ac:grpSpMkLst>
            <pc:docMk/>
            <pc:sldMk cId="3895301309" sldId="310"/>
            <ac:grpSpMk id="18" creationId="{58C5C74E-4CA7-2FDB-8309-1A8F3155E34C}"/>
          </ac:grpSpMkLst>
        </pc:grp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1" creationId="{8DE31379-6F16-F1DD-E187-F936850EDF21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2" creationId="{50F44451-7B27-8D6B-A4CB-FED35A5A5252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3" creationId="{D33240FF-EBCB-5EA9-D619-1CA9672ADE24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4" creationId="{46DA3575-9FF0-7C99-C958-F4879C7654E7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5" creationId="{5E728223-CB0D-C4C5-08E5-AED247862282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6" creationId="{C9AEBDD5-B3F0-E75E-2F69-AA903E6B85FB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29" creationId="{5859D1E5-CC6C-C290-29CC-8D8A1302536A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96" creationId="{5EF00786-41FB-026F-B46F-504E54110B7F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97" creationId="{E38C90F9-E990-D462-A90E-CF88B0FD65BB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98" creationId="{4DD7904D-22B7-F18D-BF8C-82D83925BF4C}"/>
          </ac:cxnSpMkLst>
        </pc:cxnChg>
        <pc:cxnChg chg="mod">
          <ac:chgData name="Flore Bergerot (Student at CentraleSupelec)" userId="9b398b0d-bf0e-40df-a42f-ff8ce2c7c285" providerId="ADAL" clId="{1F5D27FF-BA3F-4B07-AED3-B16A4C2A61C0}" dt="2023-03-29T08:35:23.845" v="178" actId="20577"/>
          <ac:cxnSpMkLst>
            <pc:docMk/>
            <pc:sldMk cId="3895301309" sldId="310"/>
            <ac:cxnSpMk id="99" creationId="{139473B9-25F7-51E5-BB2B-CDF410846168}"/>
          </ac:cxnSpMkLst>
        </pc:cxnChg>
      </pc:sldChg>
      <pc:sldChg chg="modSp mod">
        <pc:chgData name="Flore Bergerot (Student at CentraleSupelec)" userId="9b398b0d-bf0e-40df-a42f-ff8ce2c7c285" providerId="ADAL" clId="{1F5D27FF-BA3F-4B07-AED3-B16A4C2A61C0}" dt="2023-03-29T08:33:39.034" v="153" actId="20577"/>
        <pc:sldMkLst>
          <pc:docMk/>
          <pc:sldMk cId="189499821" sldId="312"/>
        </pc:sldMkLst>
        <pc:spChg chg="mod">
          <ac:chgData name="Flore Bergerot (Student at CentraleSupelec)" userId="9b398b0d-bf0e-40df-a42f-ff8ce2c7c285" providerId="ADAL" clId="{1F5D27FF-BA3F-4B07-AED3-B16A4C2A61C0}" dt="2023-03-29T08:33:39.034" v="153" actId="20577"/>
          <ac:spMkLst>
            <pc:docMk/>
            <pc:sldMk cId="189499821" sldId="312"/>
            <ac:spMk id="2" creationId="{E5C11466-342A-872F-5135-0FB652B47AC0}"/>
          </ac:spMkLst>
        </pc:spChg>
      </pc:sldChg>
      <pc:sldChg chg="modSp">
        <pc:chgData name="Flore Bergerot (Student at CentraleSupelec)" userId="9b398b0d-bf0e-40df-a42f-ff8ce2c7c285" providerId="ADAL" clId="{1F5D27FF-BA3F-4B07-AED3-B16A4C2A61C0}" dt="2023-03-29T08:31:32.329" v="97" actId="20577"/>
        <pc:sldMkLst>
          <pc:docMk/>
          <pc:sldMk cId="716337515" sldId="315"/>
        </pc:sldMkLst>
        <pc:spChg chg="mod">
          <ac:chgData name="Flore Bergerot (Student at CentraleSupelec)" userId="9b398b0d-bf0e-40df-a42f-ff8ce2c7c285" providerId="ADAL" clId="{1F5D27FF-BA3F-4B07-AED3-B16A4C2A61C0}" dt="2023-03-29T08:31:32.329" v="97" actId="20577"/>
          <ac:spMkLst>
            <pc:docMk/>
            <pc:sldMk cId="716337515" sldId="315"/>
            <ac:spMk id="2" creationId="{E5C11466-342A-872F-5135-0FB652B47AC0}"/>
          </ac:spMkLst>
        </pc:spChg>
      </pc:sldChg>
      <pc:sldChg chg="addSp delSp modSp mod">
        <pc:chgData name="Flore Bergerot (Student at CentraleSupelec)" userId="9b398b0d-bf0e-40df-a42f-ff8ce2c7c285" providerId="ADAL" clId="{1F5D27FF-BA3F-4B07-AED3-B16A4C2A61C0}" dt="2023-03-29T08:27:24.801" v="94" actId="1076"/>
        <pc:sldMkLst>
          <pc:docMk/>
          <pc:sldMk cId="25144930" sldId="316"/>
        </pc:sldMkLst>
        <pc:spChg chg="mod">
          <ac:chgData name="Flore Bergerot (Student at CentraleSupelec)" userId="9b398b0d-bf0e-40df-a42f-ff8ce2c7c285" providerId="ADAL" clId="{1F5D27FF-BA3F-4B07-AED3-B16A4C2A61C0}" dt="2023-03-29T08:27:07.338" v="90" actId="1035"/>
          <ac:spMkLst>
            <pc:docMk/>
            <pc:sldMk cId="25144930" sldId="316"/>
            <ac:spMk id="5" creationId="{1C4AF4B8-B9CE-384B-ECF8-0EBE13242D2D}"/>
          </ac:spMkLst>
        </pc:spChg>
        <pc:spChg chg="mod">
          <ac:chgData name="Flore Bergerot (Student at CentraleSupelec)" userId="9b398b0d-bf0e-40df-a42f-ff8ce2c7c285" providerId="ADAL" clId="{1F5D27FF-BA3F-4B07-AED3-B16A4C2A61C0}" dt="2023-03-29T08:27:20.762" v="93" actId="14100"/>
          <ac:spMkLst>
            <pc:docMk/>
            <pc:sldMk cId="25144930" sldId="316"/>
            <ac:spMk id="8" creationId="{F8DDBCAF-FE8F-3469-46F7-63412C2DC74E}"/>
          </ac:spMkLst>
        </pc:spChg>
        <pc:spChg chg="mod">
          <ac:chgData name="Flore Bergerot (Student at CentraleSupelec)" userId="9b398b0d-bf0e-40df-a42f-ff8ce2c7c285" providerId="ADAL" clId="{1F5D27FF-BA3F-4B07-AED3-B16A4C2A61C0}" dt="2023-03-29T08:27:13.909" v="91" actId="1076"/>
          <ac:spMkLst>
            <pc:docMk/>
            <pc:sldMk cId="25144930" sldId="316"/>
            <ac:spMk id="11" creationId="{1D4A8359-2F37-8FDE-DD89-347F5DB09C21}"/>
          </ac:spMkLst>
        </pc:spChg>
        <pc:spChg chg="mod">
          <ac:chgData name="Flore Bergerot (Student at CentraleSupelec)" userId="9b398b0d-bf0e-40df-a42f-ff8ce2c7c285" providerId="ADAL" clId="{1F5D27FF-BA3F-4B07-AED3-B16A4C2A61C0}" dt="2023-03-29T08:27:24.801" v="94" actId="1076"/>
          <ac:spMkLst>
            <pc:docMk/>
            <pc:sldMk cId="25144930" sldId="316"/>
            <ac:spMk id="12" creationId="{8236AD04-C11C-57E9-7E6D-79CD80088749}"/>
          </ac:spMkLst>
        </pc:spChg>
        <pc:picChg chg="del">
          <ac:chgData name="Flore Bergerot (Student at CentraleSupelec)" userId="9b398b0d-bf0e-40df-a42f-ff8ce2c7c285" providerId="ADAL" clId="{1F5D27FF-BA3F-4B07-AED3-B16A4C2A61C0}" dt="2023-03-29T08:26:20.515" v="56" actId="478"/>
          <ac:picMkLst>
            <pc:docMk/>
            <pc:sldMk cId="25144930" sldId="316"/>
            <ac:picMk id="7" creationId="{0D626DDD-2844-B0E3-C17B-76B03E5D28DD}"/>
          </ac:picMkLst>
        </pc:picChg>
        <pc:picChg chg="add mod ord modCrop">
          <ac:chgData name="Flore Bergerot (Student at CentraleSupelec)" userId="9b398b0d-bf0e-40df-a42f-ff8ce2c7c285" providerId="ADAL" clId="{1F5D27FF-BA3F-4B07-AED3-B16A4C2A61C0}" dt="2023-03-29T08:27:00.277" v="65" actId="14100"/>
          <ac:picMkLst>
            <pc:docMk/>
            <pc:sldMk cId="25144930" sldId="316"/>
            <ac:picMk id="14" creationId="{F3FB25A0-4D11-EEBB-60F6-A79624C662F0}"/>
          </ac:picMkLst>
        </pc:picChg>
      </pc:sldChg>
      <pc:sldChg chg="modSp mod">
        <pc:chgData name="Flore Bergerot (Student at CentraleSupelec)" userId="9b398b0d-bf0e-40df-a42f-ff8ce2c7c285" providerId="ADAL" clId="{1F5D27FF-BA3F-4B07-AED3-B16A4C2A61C0}" dt="2023-03-29T08:32:36.437" v="122" actId="20577"/>
        <pc:sldMkLst>
          <pc:docMk/>
          <pc:sldMk cId="1781541367" sldId="320"/>
        </pc:sldMkLst>
        <pc:graphicFrameChg chg="modGraphic">
          <ac:chgData name="Flore Bergerot (Student at CentraleSupelec)" userId="9b398b0d-bf0e-40df-a42f-ff8ce2c7c285" providerId="ADAL" clId="{1F5D27FF-BA3F-4B07-AED3-B16A4C2A61C0}" dt="2023-03-29T08:32:36.437" v="122" actId="20577"/>
          <ac:graphicFrameMkLst>
            <pc:docMk/>
            <pc:sldMk cId="1781541367" sldId="320"/>
            <ac:graphicFrameMk id="3" creationId="{0D24DA9C-B253-366F-7E2D-FA5C27B4BFB5}"/>
          </ac:graphicFrameMkLst>
        </pc:graphicFrameChg>
      </pc:sldChg>
      <pc:sldChg chg="modSp">
        <pc:chgData name="Flore Bergerot (Student at CentraleSupelec)" userId="9b398b0d-bf0e-40df-a42f-ff8ce2c7c285" providerId="ADAL" clId="{1F5D27FF-BA3F-4B07-AED3-B16A4C2A61C0}" dt="2023-03-29T08:31:57.157" v="107" actId="20577"/>
        <pc:sldMkLst>
          <pc:docMk/>
          <pc:sldMk cId="2968194240" sldId="322"/>
        </pc:sldMkLst>
        <pc:graphicFrameChg chg="mod">
          <ac:chgData name="Flore Bergerot (Student at CentraleSupelec)" userId="9b398b0d-bf0e-40df-a42f-ff8ce2c7c285" providerId="ADAL" clId="{1F5D27FF-BA3F-4B07-AED3-B16A4C2A61C0}" dt="2023-03-29T08:31:57.157" v="107" actId="20577"/>
          <ac:graphicFrameMkLst>
            <pc:docMk/>
            <pc:sldMk cId="2968194240" sldId="322"/>
            <ac:graphicFrameMk id="2" creationId="{32234DA4-3B80-86B7-D338-CECE6858CDFE}"/>
          </ac:graphicFrameMkLst>
        </pc:graphicFrameChg>
      </pc:sldChg>
      <pc:sldChg chg="modSp mod">
        <pc:chgData name="Flore Bergerot (Student at CentraleSupelec)" userId="9b398b0d-bf0e-40df-a42f-ff8ce2c7c285" providerId="ADAL" clId="{1F5D27FF-BA3F-4B07-AED3-B16A4C2A61C0}" dt="2023-03-29T07:09:55.198" v="3" actId="20577"/>
        <pc:sldMkLst>
          <pc:docMk/>
          <pc:sldMk cId="860910329" sldId="326"/>
        </pc:sldMkLst>
        <pc:spChg chg="mod">
          <ac:chgData name="Flore Bergerot (Student at CentraleSupelec)" userId="9b398b0d-bf0e-40df-a42f-ff8ce2c7c285" providerId="ADAL" clId="{1F5D27FF-BA3F-4B07-AED3-B16A4C2A61C0}" dt="2023-03-29T07:09:55.198" v="3" actId="20577"/>
          <ac:spMkLst>
            <pc:docMk/>
            <pc:sldMk cId="860910329" sldId="326"/>
            <ac:spMk id="3073" creationId="{00000000-0000-0000-0000-000000000000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8:34:44.867" v="173" actId="20577"/>
        <pc:sldMkLst>
          <pc:docMk/>
          <pc:sldMk cId="227127288" sldId="334"/>
        </pc:sldMkLst>
        <pc:spChg chg="mod">
          <ac:chgData name="Flore Bergerot (Student at CentraleSupelec)" userId="9b398b0d-bf0e-40df-a42f-ff8ce2c7c285" providerId="ADAL" clId="{1F5D27FF-BA3F-4B07-AED3-B16A4C2A61C0}" dt="2023-03-29T08:34:44.867" v="173" actId="20577"/>
          <ac:spMkLst>
            <pc:docMk/>
            <pc:sldMk cId="227127288" sldId="334"/>
            <ac:spMk id="101" creationId="{00000000-0000-0000-0000-000000000000}"/>
          </ac:spMkLst>
        </pc:spChg>
      </pc:sldChg>
      <pc:sldChg chg="new del">
        <pc:chgData name="Flore Bergerot (Student at CentraleSupelec)" userId="9b398b0d-bf0e-40df-a42f-ff8ce2c7c285" providerId="ADAL" clId="{1F5D27FF-BA3F-4B07-AED3-B16A4C2A61C0}" dt="2023-03-29T07:20:23.077" v="37" actId="680"/>
        <pc:sldMkLst>
          <pc:docMk/>
          <pc:sldMk cId="3944382791" sldId="335"/>
        </pc:sldMkLst>
      </pc:sldChg>
      <pc:sldChg chg="modSp mod">
        <pc:chgData name="Flore Bergerot (Student at CentraleSupelec)" userId="9b398b0d-bf0e-40df-a42f-ff8ce2c7c285" providerId="ADAL" clId="{1F5D27FF-BA3F-4B07-AED3-B16A4C2A61C0}" dt="2023-03-29T08:33:28.200" v="151" actId="20577"/>
        <pc:sldMkLst>
          <pc:docMk/>
          <pc:sldMk cId="1025595918" sldId="336"/>
        </pc:sldMkLst>
        <pc:spChg chg="mod">
          <ac:chgData name="Flore Bergerot (Student at CentraleSupelec)" userId="9b398b0d-bf0e-40df-a42f-ff8ce2c7c285" providerId="ADAL" clId="{1F5D27FF-BA3F-4B07-AED3-B16A4C2A61C0}" dt="2023-03-29T08:33:28.200" v="151" actId="20577"/>
          <ac:spMkLst>
            <pc:docMk/>
            <pc:sldMk cId="1025595918" sldId="336"/>
            <ac:spMk id="3073" creationId="{00000000-0000-0000-0000-000000000000}"/>
          </ac:spMkLst>
        </pc:spChg>
      </pc:sldChg>
      <pc:sldChg chg="addSp modSp mod">
        <pc:chgData name="Flore Bergerot (Student at CentraleSupelec)" userId="9b398b0d-bf0e-40df-a42f-ff8ce2c7c285" providerId="ADAL" clId="{1F5D27FF-BA3F-4B07-AED3-B16A4C2A61C0}" dt="2023-03-29T09:01:15.654" v="540" actId="20577"/>
        <pc:sldMkLst>
          <pc:docMk/>
          <pc:sldMk cId="3920489592" sldId="340"/>
        </pc:sldMkLst>
        <pc:spChg chg="mod">
          <ac:chgData name="Flore Bergerot (Student at CentraleSupelec)" userId="9b398b0d-bf0e-40df-a42f-ff8ce2c7c285" providerId="ADAL" clId="{1F5D27FF-BA3F-4B07-AED3-B16A4C2A61C0}" dt="2023-03-29T09:01:15.654" v="540" actId="20577"/>
          <ac:spMkLst>
            <pc:docMk/>
            <pc:sldMk cId="3920489592" sldId="340"/>
            <ac:spMk id="9" creationId="{3909E233-F596-CB67-5D39-4C5F5C85202C}"/>
          </ac:spMkLst>
        </pc:spChg>
        <pc:picChg chg="add mod ord modCrop">
          <ac:chgData name="Flore Bergerot (Student at CentraleSupelec)" userId="9b398b0d-bf0e-40df-a42f-ff8ce2c7c285" providerId="ADAL" clId="{1F5D27FF-BA3F-4B07-AED3-B16A4C2A61C0}" dt="2023-03-29T09:00:44.696" v="539" actId="167"/>
          <ac:picMkLst>
            <pc:docMk/>
            <pc:sldMk cId="3920489592" sldId="340"/>
            <ac:picMk id="4" creationId="{4C895FD4-8E86-2D62-E043-D8CD3450CC9B}"/>
          </ac:picMkLst>
        </pc:picChg>
      </pc:sldChg>
      <pc:sldChg chg="modSp">
        <pc:chgData name="Flore Bergerot (Student at CentraleSupelec)" userId="9b398b0d-bf0e-40df-a42f-ff8ce2c7c285" providerId="ADAL" clId="{1F5D27FF-BA3F-4B07-AED3-B16A4C2A61C0}" dt="2023-03-29T08:33:08.225" v="132" actId="20577"/>
        <pc:sldMkLst>
          <pc:docMk/>
          <pc:sldMk cId="4250713239" sldId="342"/>
        </pc:sldMkLst>
        <pc:spChg chg="mod">
          <ac:chgData name="Flore Bergerot (Student at CentraleSupelec)" userId="9b398b0d-bf0e-40df-a42f-ff8ce2c7c285" providerId="ADAL" clId="{1F5D27FF-BA3F-4B07-AED3-B16A4C2A61C0}" dt="2023-03-29T08:33:08.225" v="132" actId="20577"/>
          <ac:spMkLst>
            <pc:docMk/>
            <pc:sldMk cId="4250713239" sldId="342"/>
            <ac:spMk id="9" creationId="{3909E233-F596-CB67-5D39-4C5F5C85202C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3:04.673" v="128" actId="20577"/>
          <ac:spMkLst>
            <pc:docMk/>
            <pc:sldMk cId="4250713239" sldId="342"/>
            <ac:spMk id="36" creationId="{BB214416-CF3E-8BB7-AF32-09FE3DB64B59}"/>
          </ac:spMkLst>
        </pc:spChg>
      </pc:sldChg>
      <pc:sldChg chg="modSp mod">
        <pc:chgData name="Flore Bergerot (Student at CentraleSupelec)" userId="9b398b0d-bf0e-40df-a42f-ff8ce2c7c285" providerId="ADAL" clId="{1F5D27FF-BA3F-4B07-AED3-B16A4C2A61C0}" dt="2023-03-29T08:33:21.249" v="147" actId="20577"/>
        <pc:sldMkLst>
          <pc:docMk/>
          <pc:sldMk cId="866641586" sldId="344"/>
        </pc:sldMkLst>
        <pc:spChg chg="mod">
          <ac:chgData name="Flore Bergerot (Student at CentraleSupelec)" userId="9b398b0d-bf0e-40df-a42f-ff8ce2c7c285" providerId="ADAL" clId="{1F5D27FF-BA3F-4B07-AED3-B16A4C2A61C0}" dt="2023-03-29T08:33:16.364" v="143" actId="20577"/>
          <ac:spMkLst>
            <pc:docMk/>
            <pc:sldMk cId="866641586" sldId="344"/>
            <ac:spMk id="9" creationId="{3909E233-F596-CB67-5D39-4C5F5C85202C}"/>
          </ac:spMkLst>
        </pc:spChg>
        <pc:spChg chg="mod">
          <ac:chgData name="Flore Bergerot (Student at CentraleSupelec)" userId="9b398b0d-bf0e-40df-a42f-ff8ce2c7c285" providerId="ADAL" clId="{1F5D27FF-BA3F-4B07-AED3-B16A4C2A61C0}" dt="2023-03-29T08:33:21.249" v="147" actId="20577"/>
          <ac:spMkLst>
            <pc:docMk/>
            <pc:sldMk cId="866641586" sldId="344"/>
            <ac:spMk id="21" creationId="{1BF7E142-D564-0AD8-30E3-9CB72E4B2059}"/>
          </ac:spMkLst>
        </pc:spChg>
      </pc:sldChg>
      <pc:sldChg chg="addSp delSp modSp mod">
        <pc:chgData name="Flore Bergerot (Student at CentraleSupelec)" userId="9b398b0d-bf0e-40df-a42f-ff8ce2c7c285" providerId="ADAL" clId="{1F5D27FF-BA3F-4B07-AED3-B16A4C2A61C0}" dt="2023-03-29T20:22:50.118" v="875" actId="22"/>
        <pc:sldMkLst>
          <pc:docMk/>
          <pc:sldMk cId="2639352409" sldId="346"/>
        </pc:sldMkLst>
        <pc:spChg chg="add mod">
          <ac:chgData name="Flore Bergerot (Student at CentraleSupelec)" userId="9b398b0d-bf0e-40df-a42f-ff8ce2c7c285" providerId="ADAL" clId="{1F5D27FF-BA3F-4B07-AED3-B16A4C2A61C0}" dt="2023-03-29T19:33:33.267" v="596"/>
          <ac:spMkLst>
            <pc:docMk/>
            <pc:sldMk cId="2639352409" sldId="346"/>
            <ac:spMk id="6" creationId="{71A4033B-B5CD-785C-FD47-3452497CD51D}"/>
          </ac:spMkLst>
        </pc:spChg>
        <pc:spChg chg="add del mod">
          <ac:chgData name="Flore Bergerot (Student at CentraleSupelec)" userId="9b398b0d-bf0e-40df-a42f-ff8ce2c7c285" providerId="ADAL" clId="{1F5D27FF-BA3F-4B07-AED3-B16A4C2A61C0}" dt="2023-03-29T19:35:53.919" v="868" actId="404"/>
          <ac:spMkLst>
            <pc:docMk/>
            <pc:sldMk cId="2639352409" sldId="346"/>
            <ac:spMk id="7" creationId="{5C3DB8F8-9F4D-6E30-5947-11290A576E21}"/>
          </ac:spMkLst>
        </pc:spChg>
        <pc:spChg chg="add del mod">
          <ac:chgData name="Flore Bergerot (Student at CentraleSupelec)" userId="9b398b0d-bf0e-40df-a42f-ff8ce2c7c285" providerId="ADAL" clId="{1F5D27FF-BA3F-4B07-AED3-B16A4C2A61C0}" dt="2023-03-29T20:22:44.893" v="873" actId="22"/>
          <ac:spMkLst>
            <pc:docMk/>
            <pc:sldMk cId="2639352409" sldId="346"/>
            <ac:spMk id="8" creationId="{DD3FFB7E-036C-CCBE-6F4A-09118F09F497}"/>
          </ac:spMkLst>
        </pc:spChg>
        <pc:spChg chg="add del">
          <ac:chgData name="Flore Bergerot (Student at CentraleSupelec)" userId="9b398b0d-bf0e-40df-a42f-ff8ce2c7c285" providerId="ADAL" clId="{1F5D27FF-BA3F-4B07-AED3-B16A4C2A61C0}" dt="2023-03-29T20:22:50.118" v="875" actId="22"/>
          <ac:spMkLst>
            <pc:docMk/>
            <pc:sldMk cId="2639352409" sldId="346"/>
            <ac:spMk id="10" creationId="{9F0F1A2C-4E14-2E62-5614-CD9E5342E0CB}"/>
          </ac:spMkLst>
        </pc:spChg>
        <pc:picChg chg="add del mod">
          <ac:chgData name="Flore Bergerot (Student at CentraleSupelec)" userId="9b398b0d-bf0e-40df-a42f-ff8ce2c7c285" providerId="ADAL" clId="{1F5D27FF-BA3F-4B07-AED3-B16A4C2A61C0}" dt="2023-03-29T18:32:08.418" v="555"/>
          <ac:picMkLst>
            <pc:docMk/>
            <pc:sldMk cId="2639352409" sldId="346"/>
            <ac:picMk id="1026" creationId="{EE7AA946-CD3A-2DC1-A39B-23E9CC1A337C}"/>
          </ac:picMkLst>
        </pc:picChg>
        <pc:picChg chg="add del mod">
          <ac:chgData name="Flore Bergerot (Student at CentraleSupelec)" userId="9b398b0d-bf0e-40df-a42f-ff8ce2c7c285" providerId="ADAL" clId="{1F5D27FF-BA3F-4B07-AED3-B16A4C2A61C0}" dt="2023-03-29T18:32:08.069" v="554"/>
          <ac:picMkLst>
            <pc:docMk/>
            <pc:sldMk cId="2639352409" sldId="346"/>
            <ac:picMk id="1028" creationId="{2177ED4B-D6A3-9774-A3CE-9383237A6219}"/>
          </ac:picMkLst>
        </pc:picChg>
        <pc:picChg chg="add mod">
          <ac:chgData name="Flore Bergerot (Student at CentraleSupelec)" userId="9b398b0d-bf0e-40df-a42f-ff8ce2c7c285" providerId="ADAL" clId="{1F5D27FF-BA3F-4B07-AED3-B16A4C2A61C0}" dt="2023-03-29T18:32:55.619" v="564" actId="1076"/>
          <ac:picMkLst>
            <pc:docMk/>
            <pc:sldMk cId="2639352409" sldId="346"/>
            <ac:picMk id="1030" creationId="{2C7B2D99-1261-D377-394C-982B605A8AD7}"/>
          </ac:picMkLst>
        </pc:picChg>
      </pc:sldChg>
      <pc:sldChg chg="addSp delSp modSp add mod">
        <pc:chgData name="Flore Bergerot (Student at CentraleSupelec)" userId="9b398b0d-bf0e-40df-a42f-ff8ce2c7c285" providerId="ADAL" clId="{1F5D27FF-BA3F-4B07-AED3-B16A4C2A61C0}" dt="2023-03-29T20:34:26.498" v="1256" actId="1035"/>
        <pc:sldMkLst>
          <pc:docMk/>
          <pc:sldMk cId="138343391" sldId="347"/>
        </pc:sldMkLst>
        <pc:spChg chg="mod">
          <ac:chgData name="Flore Bergerot (Student at CentraleSupelec)" userId="9b398b0d-bf0e-40df-a42f-ff8ce2c7c285" providerId="ADAL" clId="{1F5D27FF-BA3F-4B07-AED3-B16A4C2A61C0}" dt="2023-03-29T20:33:02.208" v="1230" actId="1076"/>
          <ac:spMkLst>
            <pc:docMk/>
            <pc:sldMk cId="138343391" sldId="347"/>
            <ac:spMk id="6" creationId="{71A4033B-B5CD-785C-FD47-3452497CD51D}"/>
          </ac:spMkLst>
        </pc:spChg>
        <pc:spChg chg="mod ord">
          <ac:chgData name="Flore Bergerot (Student at CentraleSupelec)" userId="9b398b0d-bf0e-40df-a42f-ff8ce2c7c285" providerId="ADAL" clId="{1F5D27FF-BA3F-4B07-AED3-B16A4C2A61C0}" dt="2023-03-29T20:34:16.774" v="1239" actId="167"/>
          <ac:spMkLst>
            <pc:docMk/>
            <pc:sldMk cId="138343391" sldId="347"/>
            <ac:spMk id="7" creationId="{5C3DB8F8-9F4D-6E30-5947-11290A576E21}"/>
          </ac:spMkLst>
        </pc:spChg>
        <pc:picChg chg="add mod ord">
          <ac:chgData name="Flore Bergerot (Student at CentraleSupelec)" userId="9b398b0d-bf0e-40df-a42f-ff8ce2c7c285" providerId="ADAL" clId="{1F5D27FF-BA3F-4B07-AED3-B16A4C2A61C0}" dt="2023-03-29T20:34:26.498" v="1256" actId="1035"/>
          <ac:picMkLst>
            <pc:docMk/>
            <pc:sldMk cId="138343391" sldId="347"/>
            <ac:picMk id="4" creationId="{F7306846-D110-FDE3-BCAD-42622B7E98B9}"/>
          </ac:picMkLst>
        </pc:picChg>
        <pc:picChg chg="del">
          <ac:chgData name="Flore Bergerot (Student at CentraleSupelec)" userId="9b398b0d-bf0e-40df-a42f-ff8ce2c7c285" providerId="ADAL" clId="{1F5D27FF-BA3F-4B07-AED3-B16A4C2A61C0}" dt="2023-03-29T20:22:57.077" v="877" actId="478"/>
          <ac:picMkLst>
            <pc:docMk/>
            <pc:sldMk cId="138343391" sldId="347"/>
            <ac:picMk id="1030" creationId="{2C7B2D99-1261-D377-394C-982B605A8AD7}"/>
          </ac:picMkLst>
        </pc:picChg>
      </pc:sldChg>
    </pc:docChg>
  </pc:docChgLst>
  <pc:docChgLst>
    <pc:chgData name="Valentin Everest (Student at CentraleSupelec)" userId="S::valentin.everest@student-cs.fr::103fe320-5d97-4c12-9fe7-ae15579a3838" providerId="AD" clId="Web-{80A4C710-B92A-4ECA-9537-359D2F10998F}"/>
    <pc:docChg chg="addSld sldOrd">
      <pc:chgData name="Valentin Everest (Student at CentraleSupelec)" userId="S::valentin.everest@student-cs.fr::103fe320-5d97-4c12-9fe7-ae15579a3838" providerId="AD" clId="Web-{80A4C710-B92A-4ECA-9537-359D2F10998F}" dt="2023-02-15T15:24:51.576" v="1"/>
      <pc:docMkLst>
        <pc:docMk/>
      </pc:docMkLst>
      <pc:sldChg chg="add ord replId">
        <pc:chgData name="Valentin Everest (Student at CentraleSupelec)" userId="S::valentin.everest@student-cs.fr::103fe320-5d97-4c12-9fe7-ae15579a3838" providerId="AD" clId="Web-{80A4C710-B92A-4ECA-9537-359D2F10998F}" dt="2023-02-15T15:24:51.576" v="1"/>
        <pc:sldMkLst>
          <pc:docMk/>
          <pc:sldMk cId="1074937383" sldId="297"/>
        </pc:sldMkLst>
      </pc:sldChg>
    </pc:docChg>
  </pc:docChgLst>
  <pc:docChgLst>
    <pc:chgData name="Valentin Everest (Student at CentraleSupelec)" userId="S::valentin.everest@student-cs.fr::103fe320-5d97-4c12-9fe7-ae15579a3838" providerId="AD" clId="Web-{8141E5DC-6231-4D77-B4D6-788FF8A98C9C}"/>
    <pc:docChg chg="addSld modSld">
      <pc:chgData name="Valentin Everest (Student at CentraleSupelec)" userId="S::valentin.everest@student-cs.fr::103fe320-5d97-4c12-9fe7-ae15579a3838" providerId="AD" clId="Web-{8141E5DC-6231-4D77-B4D6-788FF8A98C9C}" dt="2023-03-15T13:15:48.544" v="10"/>
      <pc:docMkLst>
        <pc:docMk/>
      </pc:docMkLst>
      <pc:sldChg chg="addSp delSp modSp add replId">
        <pc:chgData name="Valentin Everest (Student at CentraleSupelec)" userId="S::valentin.everest@student-cs.fr::103fe320-5d97-4c12-9fe7-ae15579a3838" providerId="AD" clId="Web-{8141E5DC-6231-4D77-B4D6-788FF8A98C9C}" dt="2023-03-15T13:15:48.544" v="10"/>
        <pc:sldMkLst>
          <pc:docMk/>
          <pc:sldMk cId="2287836875" sldId="299"/>
        </pc:sldMkLst>
        <pc:spChg chg="add del mod">
          <ac:chgData name="Valentin Everest (Student at CentraleSupelec)" userId="S::valentin.everest@student-cs.fr::103fe320-5d97-4c12-9fe7-ae15579a3838" providerId="AD" clId="Web-{8141E5DC-6231-4D77-B4D6-788FF8A98C9C}" dt="2023-03-15T13:15:39.090" v="9"/>
          <ac:spMkLst>
            <pc:docMk/>
            <pc:sldMk cId="2287836875" sldId="299"/>
            <ac:spMk id="3" creationId="{D34828B1-8F7F-6A97-C570-B229951412E6}"/>
          </ac:spMkLst>
        </pc:spChg>
        <pc:spChg chg="add">
          <ac:chgData name="Valentin Everest (Student at CentraleSupelec)" userId="S::valentin.everest@student-cs.fr::103fe320-5d97-4c12-9fe7-ae15579a3838" providerId="AD" clId="Web-{8141E5DC-6231-4D77-B4D6-788FF8A98C9C}" dt="2023-03-15T13:15:48.544" v="10"/>
          <ac:spMkLst>
            <pc:docMk/>
            <pc:sldMk cId="2287836875" sldId="299"/>
            <ac:spMk id="9" creationId="{3909E233-F596-CB67-5D39-4C5F5C85202C}"/>
          </ac:spMkLst>
        </pc:spChg>
        <pc:spChg chg="del">
          <ac:chgData name="Valentin Everest (Student at CentraleSupelec)" userId="S::valentin.everest@student-cs.fr::103fe320-5d97-4c12-9fe7-ae15579a3838" providerId="AD" clId="Web-{8141E5DC-6231-4D77-B4D6-788FF8A98C9C}" dt="2023-03-15T13:14:09.962" v="1"/>
          <ac:spMkLst>
            <pc:docMk/>
            <pc:sldMk cId="2287836875" sldId="299"/>
            <ac:spMk id="3073" creationId="{00000000-0000-0000-0000-000000000000}"/>
          </ac:spMkLst>
        </pc:spChg>
        <pc:picChg chg="add mod">
          <ac:chgData name="Valentin Everest (Student at CentraleSupelec)" userId="S::valentin.everest@student-cs.fr::103fe320-5d97-4c12-9fe7-ae15579a3838" providerId="AD" clId="Web-{8141E5DC-6231-4D77-B4D6-788FF8A98C9C}" dt="2023-03-15T13:15:17.480" v="7" actId="1076"/>
          <ac:picMkLst>
            <pc:docMk/>
            <pc:sldMk cId="2287836875" sldId="299"/>
            <ac:picMk id="4" creationId="{A25B05D5-39C2-244D-32CB-6E2F1D66DD91}"/>
          </ac:picMkLst>
        </pc:picChg>
      </pc:sldChg>
    </pc:docChg>
  </pc:docChgLst>
  <pc:docChgLst>
    <pc:chgData name="Flore Bergerot (Student at CentraleSupelec)" userId="S::flore.bergerot@student-cs.fr::9b398b0d-bf0e-40df-a42f-ff8ce2c7c285" providerId="AD" clId="Web-{93CEC9C0-B89F-477B-9F0E-EA25DE450B18}"/>
    <pc:docChg chg="modSld">
      <pc:chgData name="Flore Bergerot (Student at CentraleSupelec)" userId="S::flore.bergerot@student-cs.fr::9b398b0d-bf0e-40df-a42f-ff8ce2c7c285" providerId="AD" clId="Web-{93CEC9C0-B89F-477B-9F0E-EA25DE450B18}" dt="2023-03-20T13:07:00.116" v="9" actId="20577"/>
      <pc:docMkLst>
        <pc:docMk/>
      </pc:docMkLst>
      <pc:sldChg chg="modSp">
        <pc:chgData name="Flore Bergerot (Student at CentraleSupelec)" userId="S::flore.bergerot@student-cs.fr::9b398b0d-bf0e-40df-a42f-ff8ce2c7c285" providerId="AD" clId="Web-{93CEC9C0-B89F-477B-9F0E-EA25DE450B18}" dt="2023-03-20T13:07:00.116" v="9" actId="20577"/>
        <pc:sldMkLst>
          <pc:docMk/>
          <pc:sldMk cId="2940396715" sldId="290"/>
        </pc:sldMkLst>
        <pc:spChg chg="mod">
          <ac:chgData name="Flore Bergerot (Student at CentraleSupelec)" userId="S::flore.bergerot@student-cs.fr::9b398b0d-bf0e-40df-a42f-ff8ce2c7c285" providerId="AD" clId="Web-{93CEC9C0-B89F-477B-9F0E-EA25DE450B18}" dt="2023-03-20T13:07:00.116" v="9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93CEC9C0-B89F-477B-9F0E-EA25DE450B18}" dt="2023-03-20T13:06:47.506" v="3" actId="20577"/>
        <pc:sldMkLst>
          <pc:docMk/>
          <pc:sldMk cId="3652230667" sldId="303"/>
        </pc:sldMkLst>
        <pc:spChg chg="mod">
          <ac:chgData name="Flore Bergerot (Student at CentraleSupelec)" userId="S::flore.bergerot@student-cs.fr::9b398b0d-bf0e-40df-a42f-ff8ce2c7c285" providerId="AD" clId="Web-{93CEC9C0-B89F-477B-9F0E-EA25DE450B18}" dt="2023-03-20T13:06:47.506" v="3" actId="20577"/>
          <ac:spMkLst>
            <pc:docMk/>
            <pc:sldMk cId="3652230667" sldId="303"/>
            <ac:spMk id="3073" creationId="{00000000-0000-0000-0000-000000000000}"/>
          </ac:spMkLst>
        </pc:spChg>
      </pc:sldChg>
    </pc:docChg>
  </pc:docChgLst>
  <pc:docChgLst>
    <pc:chgData name="Flore Bergerot (Student at CentraleSupelec)" userId="S::flore.bergerot@student-cs.fr::9b398b0d-bf0e-40df-a42f-ff8ce2c7c285" providerId="AD" clId="Web-{5358ED62-A273-4524-B128-E0F9755E561D}"/>
    <pc:docChg chg="modSld">
      <pc:chgData name="Flore Bergerot (Student at CentraleSupelec)" userId="S::flore.bergerot@student-cs.fr::9b398b0d-bf0e-40df-a42f-ff8ce2c7c285" providerId="AD" clId="Web-{5358ED62-A273-4524-B128-E0F9755E561D}" dt="2023-02-15T15:21:02.636" v="101" actId="20577"/>
      <pc:docMkLst>
        <pc:docMk/>
      </pc:docMkLst>
      <pc:sldChg chg="delSp modSp">
        <pc:chgData name="Flore Bergerot (Student at CentraleSupelec)" userId="S::flore.bergerot@student-cs.fr::9b398b0d-bf0e-40df-a42f-ff8ce2c7c285" providerId="AD" clId="Web-{5358ED62-A273-4524-B128-E0F9755E561D}" dt="2023-02-15T15:21:02.636" v="101" actId="20577"/>
        <pc:sldMkLst>
          <pc:docMk/>
          <pc:sldMk cId="3827946629" sldId="257"/>
        </pc:sldMkLst>
        <pc:spChg chg="del mod">
          <ac:chgData name="Flore Bergerot (Student at CentraleSupelec)" userId="S::flore.bergerot@student-cs.fr::9b398b0d-bf0e-40df-a42f-ff8ce2c7c285" providerId="AD" clId="Web-{5358ED62-A273-4524-B128-E0F9755E561D}" dt="2023-02-15T15:19:38.166" v="14"/>
          <ac:spMkLst>
            <pc:docMk/>
            <pc:sldMk cId="3827946629" sldId="257"/>
            <ac:spMk id="5" creationId="{00000000-0000-0000-0000-000000000000}"/>
          </ac:spMkLst>
        </pc:spChg>
        <pc:spChg chg="mod">
          <ac:chgData name="Flore Bergerot (Student at CentraleSupelec)" userId="S::flore.bergerot@student-cs.fr::9b398b0d-bf0e-40df-a42f-ff8ce2c7c285" providerId="AD" clId="Web-{5358ED62-A273-4524-B128-E0F9755E561D}" dt="2023-02-15T15:21:02.636" v="101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Flore Bergerot (Student at CentraleSupelec)" userId="S::flore.bergerot@student-cs.fr::9b398b0d-bf0e-40df-a42f-ff8ce2c7c285" providerId="AD" clId="Web-{F56CF9DF-C2C1-4050-AB1A-66FF8FF79C6D}"/>
    <pc:docChg chg="addSld delSld modSld sldOrd">
      <pc:chgData name="Flore Bergerot (Student at CentraleSupelec)" userId="S::flore.bergerot@student-cs.fr::9b398b0d-bf0e-40df-a42f-ff8ce2c7c285" providerId="AD" clId="Web-{F56CF9DF-C2C1-4050-AB1A-66FF8FF79C6D}" dt="2023-02-15T15:32:53.309" v="249"/>
      <pc:docMkLst>
        <pc:docMk/>
      </pc:docMkLst>
      <pc:sldChg chg="modSp">
        <pc:chgData name="Flore Bergerot (Student at CentraleSupelec)" userId="S::flore.bergerot@student-cs.fr::9b398b0d-bf0e-40df-a42f-ff8ce2c7c285" providerId="AD" clId="Web-{F56CF9DF-C2C1-4050-AB1A-66FF8FF79C6D}" dt="2023-02-15T15:21:28.802" v="0" actId="20577"/>
        <pc:sldMkLst>
          <pc:docMk/>
          <pc:sldMk cId="3827946629" sldId="257"/>
        </pc:sldMkLst>
        <pc:spChg chg="mod">
          <ac:chgData name="Flore Bergerot (Student at CentraleSupelec)" userId="S::flore.bergerot@student-cs.fr::9b398b0d-bf0e-40df-a42f-ff8ce2c7c285" providerId="AD" clId="Web-{F56CF9DF-C2C1-4050-AB1A-66FF8FF79C6D}" dt="2023-02-15T15:21:28.802" v="0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del">
        <pc:chgData name="Flore Bergerot (Student at CentraleSupelec)" userId="S::flore.bergerot@student-cs.fr::9b398b0d-bf0e-40df-a42f-ff8ce2c7c285" providerId="AD" clId="Web-{F56CF9DF-C2C1-4050-AB1A-66FF8FF79C6D}" dt="2023-02-15T15:21:39.943" v="1"/>
        <pc:sldMkLst>
          <pc:docMk/>
          <pc:sldMk cId="3277178420" sldId="289"/>
        </pc:sldMkLst>
      </pc:sldChg>
      <pc:sldChg chg="modSp">
        <pc:chgData name="Flore Bergerot (Student at CentraleSupelec)" userId="S::flore.bergerot@student-cs.fr::9b398b0d-bf0e-40df-a42f-ff8ce2c7c285" providerId="AD" clId="Web-{F56CF9DF-C2C1-4050-AB1A-66FF8FF79C6D}" dt="2023-02-15T15:22:39.570" v="87" actId="20577"/>
        <pc:sldMkLst>
          <pc:docMk/>
          <pc:sldMk cId="2940396715" sldId="290"/>
        </pc:sldMkLst>
        <pc:spChg chg="mod">
          <ac:chgData name="Flore Bergerot (Student at CentraleSupelec)" userId="S::flore.bergerot@student-cs.fr::9b398b0d-bf0e-40df-a42f-ff8ce2c7c285" providerId="AD" clId="Web-{F56CF9DF-C2C1-4050-AB1A-66FF8FF79C6D}" dt="2023-02-15T15:22:39.570" v="87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F56CF9DF-C2C1-4050-AB1A-66FF8FF79C6D}" dt="2023-02-15T15:22:54.946" v="90" actId="20577"/>
        <pc:sldMkLst>
          <pc:docMk/>
          <pc:sldMk cId="709355255" sldId="291"/>
        </pc:sldMkLst>
        <pc:spChg chg="mod">
          <ac:chgData name="Flore Bergerot (Student at CentraleSupelec)" userId="S::flore.bergerot@student-cs.fr::9b398b0d-bf0e-40df-a42f-ff8ce2c7c285" providerId="AD" clId="Web-{F56CF9DF-C2C1-4050-AB1A-66FF8FF79C6D}" dt="2023-02-15T15:22:54.946" v="90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addSp delSp modSp ord">
        <pc:chgData name="Flore Bergerot (Student at CentraleSupelec)" userId="S::flore.bergerot@student-cs.fr::9b398b0d-bf0e-40df-a42f-ff8ce2c7c285" providerId="AD" clId="Web-{F56CF9DF-C2C1-4050-AB1A-66FF8FF79C6D}" dt="2023-02-15T15:31:05.415" v="237" actId="1076"/>
        <pc:sldMkLst>
          <pc:docMk/>
          <pc:sldMk cId="336249700" sldId="292"/>
        </pc:sldMkLst>
        <pc:spChg chg="del">
          <ac:chgData name="Flore Bergerot (Student at CentraleSupelec)" userId="S::flore.bergerot@student-cs.fr::9b398b0d-bf0e-40df-a42f-ff8ce2c7c285" providerId="AD" clId="Web-{F56CF9DF-C2C1-4050-AB1A-66FF8FF79C6D}" dt="2023-02-15T15:25:56.811" v="123"/>
          <ac:spMkLst>
            <pc:docMk/>
            <pc:sldMk cId="336249700" sldId="292"/>
            <ac:spMk id="8" creationId="{FF42EF75-85C8-449D-9E3F-3EDD329FF0E4}"/>
          </ac:spMkLst>
        </pc:spChg>
        <pc:spChg chg="add mod">
          <ac:chgData name="Flore Bergerot (Student at CentraleSupelec)" userId="S::flore.bergerot@student-cs.fr::9b398b0d-bf0e-40df-a42f-ff8ce2c7c285" providerId="AD" clId="Web-{F56CF9DF-C2C1-4050-AB1A-66FF8FF79C6D}" dt="2023-02-15T15:27:25.423" v="169" actId="1076"/>
          <ac:spMkLst>
            <pc:docMk/>
            <pc:sldMk cId="336249700" sldId="292"/>
            <ac:spMk id="9" creationId="{C8559B66-6D79-F3FB-9CB9-12A9C5444E36}"/>
          </ac:spMkLst>
        </pc:spChg>
        <pc:spChg chg="add mod">
          <ac:chgData name="Flore Bergerot (Student at CentraleSupelec)" userId="S::flore.bergerot@student-cs.fr::9b398b0d-bf0e-40df-a42f-ff8ce2c7c285" providerId="AD" clId="Web-{F56CF9DF-C2C1-4050-AB1A-66FF8FF79C6D}" dt="2023-02-15T15:27:52.377" v="202" actId="1076"/>
          <ac:spMkLst>
            <pc:docMk/>
            <pc:sldMk cId="336249700" sldId="292"/>
            <ac:spMk id="10" creationId="{3BDCD7AA-3669-208D-3B04-55484265B2F9}"/>
          </ac:spMkLst>
        </pc:spChg>
        <pc:spChg chg="mod">
          <ac:chgData name="Flore Bergerot (Student at CentraleSupelec)" userId="S::flore.bergerot@student-cs.fr::9b398b0d-bf0e-40df-a42f-ff8ce2c7c285" providerId="AD" clId="Web-{F56CF9DF-C2C1-4050-AB1A-66FF8FF79C6D}" dt="2023-02-15T15:28:26.988" v="217" actId="20577"/>
          <ac:spMkLst>
            <pc:docMk/>
            <pc:sldMk cId="336249700" sldId="292"/>
            <ac:spMk id="101" creationId="{00000000-0000-0000-0000-000000000000}"/>
          </ac:spMkLst>
        </pc:spChg>
        <pc:picChg chg="add mod modCrop">
          <ac:chgData name="Flore Bergerot (Student at CentraleSupelec)" userId="S::flore.bergerot@student-cs.fr::9b398b0d-bf0e-40df-a42f-ff8ce2c7c285" providerId="AD" clId="Web-{F56CF9DF-C2C1-4050-AB1A-66FF8FF79C6D}" dt="2023-02-15T15:26:08.452" v="134" actId="1076"/>
          <ac:picMkLst>
            <pc:docMk/>
            <pc:sldMk cId="336249700" sldId="292"/>
            <ac:picMk id="3" creationId="{B355A8B6-C10A-86E7-F77F-7784B0266A0B}"/>
          </ac:picMkLst>
        </pc:picChg>
        <pc:picChg chg="mod">
          <ac:chgData name="Flore Bergerot (Student at CentraleSupelec)" userId="S::flore.bergerot@student-cs.fr::9b398b0d-bf0e-40df-a42f-ff8ce2c7c285" providerId="AD" clId="Web-{F56CF9DF-C2C1-4050-AB1A-66FF8FF79C6D}" dt="2023-02-15T15:31:05.415" v="237" actId="1076"/>
          <ac:picMkLst>
            <pc:docMk/>
            <pc:sldMk cId="336249700" sldId="292"/>
            <ac:picMk id="4" creationId="{8E02E0AF-653B-4331-0195-C77BF2A4E97E}"/>
          </ac:picMkLst>
        </pc:picChg>
      </pc:sldChg>
      <pc:sldChg chg="del">
        <pc:chgData name="Flore Bergerot (Student at CentraleSupelec)" userId="S::flore.bergerot@student-cs.fr::9b398b0d-bf0e-40df-a42f-ff8ce2c7c285" providerId="AD" clId="Web-{F56CF9DF-C2C1-4050-AB1A-66FF8FF79C6D}" dt="2023-02-15T15:24:14.870" v="111"/>
        <pc:sldMkLst>
          <pc:docMk/>
          <pc:sldMk cId="2976018367" sldId="293"/>
        </pc:sldMkLst>
      </pc:sldChg>
      <pc:sldChg chg="del">
        <pc:chgData name="Flore Bergerot (Student at CentraleSupelec)" userId="S::flore.bergerot@student-cs.fr::9b398b0d-bf0e-40df-a42f-ff8ce2c7c285" providerId="AD" clId="Web-{F56CF9DF-C2C1-4050-AB1A-66FF8FF79C6D}" dt="2023-02-15T15:32:53.309" v="249"/>
        <pc:sldMkLst>
          <pc:docMk/>
          <pc:sldMk cId="4271017113" sldId="294"/>
        </pc:sldMkLst>
      </pc:sldChg>
      <pc:sldChg chg="modSp del">
        <pc:chgData name="Flore Bergerot (Student at CentraleSupelec)" userId="S::flore.bergerot@student-cs.fr::9b398b0d-bf0e-40df-a42f-ff8ce2c7c285" providerId="AD" clId="Web-{F56CF9DF-C2C1-4050-AB1A-66FF8FF79C6D}" dt="2023-02-15T15:32:50.668" v="248"/>
        <pc:sldMkLst>
          <pc:docMk/>
          <pc:sldMk cId="1746474584" sldId="295"/>
        </pc:sldMkLst>
        <pc:graphicFrameChg chg="modGraphic">
          <ac:chgData name="Flore Bergerot (Student at CentraleSupelec)" userId="S::flore.bergerot@student-cs.fr::9b398b0d-bf0e-40df-a42f-ff8ce2c7c285" providerId="AD" clId="Web-{F56CF9DF-C2C1-4050-AB1A-66FF8FF79C6D}" dt="2023-02-15T15:32:44.934" v="247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modSp add replId">
        <pc:chgData name="Flore Bergerot (Student at CentraleSupelec)" userId="S::flore.bergerot@student-cs.fr::9b398b0d-bf0e-40df-a42f-ff8ce2c7c285" providerId="AD" clId="Web-{F56CF9DF-C2C1-4050-AB1A-66FF8FF79C6D}" dt="2023-02-15T15:23:06.680" v="95" actId="20577"/>
        <pc:sldMkLst>
          <pc:docMk/>
          <pc:sldMk cId="1696878768" sldId="296"/>
        </pc:sldMkLst>
        <pc:spChg chg="mod">
          <ac:chgData name="Flore Bergerot (Student at CentraleSupelec)" userId="S::flore.bergerot@student-cs.fr::9b398b0d-bf0e-40df-a42f-ff8ce2c7c285" providerId="AD" clId="Web-{F56CF9DF-C2C1-4050-AB1A-66FF8FF79C6D}" dt="2023-02-15T15:23:06.680" v="95" actId="20577"/>
          <ac:spMkLst>
            <pc:docMk/>
            <pc:sldMk cId="1696878768" sldId="296"/>
            <ac:spMk id="3073" creationId="{00000000-0000-0000-0000-000000000000}"/>
          </ac:spMkLst>
        </pc:spChg>
      </pc:sldChg>
      <pc:sldChg chg="addSp delSp modSp add replId">
        <pc:chgData name="Flore Bergerot (Student at CentraleSupelec)" userId="S::flore.bergerot@student-cs.fr::9b398b0d-bf0e-40df-a42f-ff8ce2c7c285" providerId="AD" clId="Web-{F56CF9DF-C2C1-4050-AB1A-66FF8FF79C6D}" dt="2023-02-15T15:31:51.807" v="246" actId="20577"/>
        <pc:sldMkLst>
          <pc:docMk/>
          <pc:sldMk cId="993672920" sldId="298"/>
        </pc:sldMkLst>
        <pc:spChg chg="add del">
          <ac:chgData name="Flore Bergerot (Student at CentraleSupelec)" userId="S::flore.bergerot@student-cs.fr::9b398b0d-bf0e-40df-a42f-ff8ce2c7c285" providerId="AD" clId="Web-{F56CF9DF-C2C1-4050-AB1A-66FF8FF79C6D}" dt="2023-02-15T15:28:52.598" v="221"/>
          <ac:spMkLst>
            <pc:docMk/>
            <pc:sldMk cId="993672920" sldId="298"/>
            <ac:spMk id="8" creationId="{0D0BE0BA-B602-06F7-223F-6D5D751FF2AE}"/>
          </ac:spMkLst>
        </pc:spChg>
        <pc:spChg chg="mod">
          <ac:chgData name="Flore Bergerot (Student at CentraleSupelec)" userId="S::flore.bergerot@student-cs.fr::9b398b0d-bf0e-40df-a42f-ff8ce2c7c285" providerId="AD" clId="Web-{F56CF9DF-C2C1-4050-AB1A-66FF8FF79C6D}" dt="2023-02-15T15:31:51.807" v="246" actId="20577"/>
          <ac:spMkLst>
            <pc:docMk/>
            <pc:sldMk cId="993672920" sldId="298"/>
            <ac:spMk id="101" creationId="{00000000-0000-0000-0000-000000000000}"/>
          </ac:spMkLst>
        </pc:spChg>
        <pc:picChg chg="mod modCrop">
          <ac:chgData name="Flore Bergerot (Student at CentraleSupelec)" userId="S::flore.bergerot@student-cs.fr::9b398b0d-bf0e-40df-a42f-ff8ce2c7c285" providerId="AD" clId="Web-{F56CF9DF-C2C1-4050-AB1A-66FF8FF79C6D}" dt="2023-02-15T15:30:43.117" v="234" actId="1076"/>
          <ac:picMkLst>
            <pc:docMk/>
            <pc:sldMk cId="993672920" sldId="298"/>
            <ac:picMk id="3" creationId="{B355A8B6-C10A-86E7-F77F-7784B0266A0B}"/>
          </ac:picMkLst>
        </pc:picChg>
        <pc:picChg chg="add mod modCrop">
          <ac:chgData name="Flore Bergerot (Student at CentraleSupelec)" userId="S::flore.bergerot@student-cs.fr::9b398b0d-bf0e-40df-a42f-ff8ce2c7c285" providerId="AD" clId="Web-{F56CF9DF-C2C1-4050-AB1A-66FF8FF79C6D}" dt="2023-02-15T15:30:40.633" v="233" actId="1076"/>
          <ac:picMkLst>
            <pc:docMk/>
            <pc:sldMk cId="993672920" sldId="298"/>
            <ac:picMk id="11" creationId="{1A30BD92-B77D-AE81-3B54-9A39551059E6}"/>
          </ac:picMkLst>
        </pc:picChg>
      </pc:sldChg>
      <pc:sldChg chg="delSp modSp add replId">
        <pc:chgData name="Flore Bergerot (Student at CentraleSupelec)" userId="S::flore.bergerot@student-cs.fr::9b398b0d-bf0e-40df-a42f-ff8ce2c7c285" providerId="AD" clId="Web-{F56CF9DF-C2C1-4050-AB1A-66FF8FF79C6D}" dt="2023-02-15T15:31:43.604" v="242"/>
        <pc:sldMkLst>
          <pc:docMk/>
          <pc:sldMk cId="2409928205" sldId="299"/>
        </pc:sldMkLst>
        <pc:picChg chg="mod modCrop">
          <ac:chgData name="Flore Bergerot (Student at CentraleSupelec)" userId="S::flore.bergerot@student-cs.fr::9b398b0d-bf0e-40df-a42f-ff8ce2c7c285" providerId="AD" clId="Web-{F56CF9DF-C2C1-4050-AB1A-66FF8FF79C6D}" dt="2023-02-15T15:31:34.994" v="240"/>
          <ac:picMkLst>
            <pc:docMk/>
            <pc:sldMk cId="2409928205" sldId="299"/>
            <ac:picMk id="3" creationId="{B355A8B6-C10A-86E7-F77F-7784B0266A0B}"/>
          </ac:picMkLst>
        </pc:picChg>
        <pc:picChg chg="del">
          <ac:chgData name="Flore Bergerot (Student at CentraleSupelec)" userId="S::flore.bergerot@student-cs.fr::9b398b0d-bf0e-40df-a42f-ff8ce2c7c285" providerId="AD" clId="Web-{F56CF9DF-C2C1-4050-AB1A-66FF8FF79C6D}" dt="2023-02-15T15:31:43.604" v="242"/>
          <ac:picMkLst>
            <pc:docMk/>
            <pc:sldMk cId="2409928205" sldId="299"/>
            <ac:picMk id="4" creationId="{9265F1A5-12CA-B66F-4737-6E9F5AF9B462}"/>
          </ac:picMkLst>
        </pc:picChg>
        <pc:picChg chg="mod">
          <ac:chgData name="Flore Bergerot (Student at CentraleSupelec)" userId="S::flore.bergerot@student-cs.fr::9b398b0d-bf0e-40df-a42f-ff8ce2c7c285" providerId="AD" clId="Web-{F56CF9DF-C2C1-4050-AB1A-66FF8FF79C6D}" dt="2023-02-15T15:31:42.385" v="241" actId="1076"/>
          <ac:picMkLst>
            <pc:docMk/>
            <pc:sldMk cId="2409928205" sldId="299"/>
            <ac:picMk id="11" creationId="{1A30BD92-B77D-AE81-3B54-9A39551059E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5F9DDB-8BA1-4DE4-A207-EF75F63FCE80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4220263A-2D40-44A1-9E0E-C9EC05C408F8}">
      <dgm:prSet phldrT="[Texte]"/>
      <dgm:spPr/>
      <dgm:t>
        <a:bodyPr/>
        <a:lstStyle/>
        <a:p>
          <a:pPr rtl="0"/>
          <a:r>
            <a:rPr lang="fr-FR" err="1">
              <a:latin typeface="+mn-lt"/>
            </a:rPr>
            <a:t>Initialization</a:t>
          </a:r>
          <a:r>
            <a:rPr lang="fr-FR" b="0" i="0" u="none" strike="noStrike" cap="none" baseline="0" noProof="0">
              <a:solidFill>
                <a:schemeClr val="bg1"/>
              </a:solidFill>
              <a:latin typeface="+mn-lt"/>
              <a:cs typeface="Arial"/>
            </a:rPr>
            <a:t> </a:t>
          </a:r>
        </a:p>
      </dgm:t>
    </dgm:pt>
    <dgm:pt modelId="{CF8D40CB-9BB2-4119-9CCB-27D0762E95DC}" type="parTrans" cxnId="{10B7DA2D-74E8-4CCC-8C68-9AA8D372201B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EA4D61C5-BB4F-44A9-A98C-94FD3B07F2DE}" type="sibTrans" cxnId="{10B7DA2D-74E8-4CCC-8C68-9AA8D372201B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1F18DFBC-ECE5-4073-9F8B-9736A484AC50}">
      <dgm:prSet phldrT="[Texte]"/>
      <dgm:spPr/>
      <dgm:t>
        <a:bodyPr/>
        <a:lstStyle/>
        <a:p>
          <a:pPr rtl="0"/>
          <a:r>
            <a:rPr lang="fr-FR">
              <a:latin typeface="+mn-lt"/>
            </a:rPr>
            <a:t>Model</a:t>
          </a:r>
        </a:p>
      </dgm:t>
    </dgm:pt>
    <dgm:pt modelId="{97EFB4BD-5DA5-4282-BEF7-B2FA4BBFC544}" type="parTrans" cxnId="{F7F55E81-2640-4D7E-858E-633C0178EEAB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0A54680D-DBC6-4BD1-8578-D41FA1893080}" type="sibTrans" cxnId="{F7F55E81-2640-4D7E-858E-633C0178EEAB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D2110DCD-6756-4745-8D86-90B0F6CF9433}">
      <dgm:prSet phldrT="[Texte]"/>
      <dgm:spPr/>
      <dgm:t>
        <a:bodyPr/>
        <a:lstStyle/>
        <a:p>
          <a:pPr rtl="0"/>
          <a:r>
            <a:rPr lang="fr-FR" err="1">
              <a:latin typeface="+mn-lt"/>
              <a:cs typeface="Arial" panose="020B0604020202020204" pitchFamily="34" charset="0"/>
            </a:rPr>
            <a:t>Constraint</a:t>
          </a:r>
          <a:r>
            <a:rPr lang="fr-FR">
              <a:latin typeface="+mn-lt"/>
              <a:cs typeface="Arial" panose="020B0604020202020204" pitchFamily="34" charset="0"/>
            </a:rPr>
            <a:t> checking</a:t>
          </a:r>
        </a:p>
      </dgm:t>
    </dgm:pt>
    <dgm:pt modelId="{059DA381-A575-4082-AB53-D1FF83A2D215}" type="parTrans" cxnId="{9C7C31AE-F72E-4383-AAE1-EBAE35271B15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401651F6-8961-4C96-B1CE-F13F5FB5EC7B}" type="sibTrans" cxnId="{9C7C31AE-F72E-4383-AAE1-EBAE35271B15}">
      <dgm:prSet/>
      <dgm:spPr/>
      <dgm:t>
        <a:bodyPr/>
        <a:lstStyle/>
        <a:p>
          <a:endParaRPr lang="fr-FR">
            <a:latin typeface="+mn-lt"/>
          </a:endParaRPr>
        </a:p>
        <a:p>
          <a:endParaRPr lang="fr-FR">
            <a:latin typeface="+mn-lt"/>
          </a:endParaRPr>
        </a:p>
        <a:p>
          <a:endParaRPr lang="fr-FR">
            <a:latin typeface="+mn-lt"/>
          </a:endParaRPr>
        </a:p>
      </dgm:t>
    </dgm:pt>
    <dgm:pt modelId="{45CEC9EE-1E5A-4858-A4DB-1FF7CBC4E4D3}">
      <dgm:prSet phldr="0"/>
      <dgm:spPr/>
      <dgm:t>
        <a:bodyPr/>
        <a:lstStyle/>
        <a:p>
          <a:pPr rtl="0"/>
          <a:r>
            <a:rPr lang="fr-FR">
              <a:latin typeface="+mn-lt"/>
            </a:rPr>
            <a:t>Pareto front</a:t>
          </a:r>
        </a:p>
      </dgm:t>
    </dgm:pt>
    <dgm:pt modelId="{03193FC1-52BE-41CF-9930-710B3E1CAB4A}" type="parTrans" cxnId="{D3D4A51F-FE02-4044-A612-EB717D21BA2D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6580FCF8-D5E0-4676-89F9-EA9147D264FD}" type="sibTrans" cxnId="{D3D4A51F-FE02-4044-A612-EB717D21BA2D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5EF548E5-0F26-4C64-9E3C-ABDDCCA96FD7}">
      <dgm:prSet phldrT="[Texte]"/>
      <dgm:spPr/>
      <dgm:t>
        <a:bodyPr/>
        <a:lstStyle/>
        <a:p>
          <a:pPr rtl="0"/>
          <a:r>
            <a:rPr lang="fr-FR">
              <a:latin typeface="+mn-lt"/>
            </a:rPr>
            <a:t>Evaluation of the solution</a:t>
          </a:r>
        </a:p>
      </dgm:t>
    </dgm:pt>
    <dgm:pt modelId="{135612C1-14ED-4653-830B-1365D770CE5E}" type="parTrans" cxnId="{CF4BEB66-4EE0-4F28-9E03-370D6B7A5082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9F991966-AA15-45C4-806A-C76C89B51650}" type="sibTrans" cxnId="{CF4BEB66-4EE0-4F28-9E03-370D6B7A5082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5574CCEC-711A-42DD-BC5F-73D1B166C6E1}" type="pres">
      <dgm:prSet presAssocID="{185F9DDB-8BA1-4DE4-A207-EF75F63FCE80}" presName="linearFlow" presStyleCnt="0">
        <dgm:presLayoutVars>
          <dgm:resizeHandles val="exact"/>
        </dgm:presLayoutVars>
      </dgm:prSet>
      <dgm:spPr/>
    </dgm:pt>
    <dgm:pt modelId="{F357DCFD-04C1-469A-AD36-6057DE3A93DC}" type="pres">
      <dgm:prSet presAssocID="{4220263A-2D40-44A1-9E0E-C9EC05C408F8}" presName="node" presStyleLbl="node1" presStyleIdx="0" presStyleCnt="5">
        <dgm:presLayoutVars>
          <dgm:bulletEnabled val="1"/>
        </dgm:presLayoutVars>
      </dgm:prSet>
      <dgm:spPr/>
    </dgm:pt>
    <dgm:pt modelId="{76C3D46D-98DD-452B-817E-27C58998363B}" type="pres">
      <dgm:prSet presAssocID="{EA4D61C5-BB4F-44A9-A98C-94FD3B07F2DE}" presName="sibTrans" presStyleLbl="sibTrans2D1" presStyleIdx="0" presStyleCnt="4"/>
      <dgm:spPr/>
    </dgm:pt>
    <dgm:pt modelId="{CD51DBD2-83E2-4AEF-8CC6-40D3F21EB477}" type="pres">
      <dgm:prSet presAssocID="{EA4D61C5-BB4F-44A9-A98C-94FD3B07F2DE}" presName="connectorText" presStyleLbl="sibTrans2D1" presStyleIdx="0" presStyleCnt="4"/>
      <dgm:spPr/>
    </dgm:pt>
    <dgm:pt modelId="{0AD5D1FA-A840-4596-982B-2F3EF197892E}" type="pres">
      <dgm:prSet presAssocID="{1F18DFBC-ECE5-4073-9F8B-9736A484AC50}" presName="node" presStyleLbl="node1" presStyleIdx="1" presStyleCnt="5">
        <dgm:presLayoutVars>
          <dgm:bulletEnabled val="1"/>
        </dgm:presLayoutVars>
      </dgm:prSet>
      <dgm:spPr/>
    </dgm:pt>
    <dgm:pt modelId="{8E4F097F-E324-4B49-848F-16D21E7CC332}" type="pres">
      <dgm:prSet presAssocID="{0A54680D-DBC6-4BD1-8578-D41FA1893080}" presName="sibTrans" presStyleLbl="sibTrans2D1" presStyleIdx="1" presStyleCnt="4"/>
      <dgm:spPr/>
    </dgm:pt>
    <dgm:pt modelId="{F33EB5C2-2F05-400C-96B8-7319E8A1D44E}" type="pres">
      <dgm:prSet presAssocID="{0A54680D-DBC6-4BD1-8578-D41FA1893080}" presName="connectorText" presStyleLbl="sibTrans2D1" presStyleIdx="1" presStyleCnt="4"/>
      <dgm:spPr/>
    </dgm:pt>
    <dgm:pt modelId="{988A5230-270D-4037-80D1-5F20D82E1308}" type="pres">
      <dgm:prSet presAssocID="{D2110DCD-6756-4745-8D86-90B0F6CF9433}" presName="node" presStyleLbl="node1" presStyleIdx="2" presStyleCnt="5">
        <dgm:presLayoutVars>
          <dgm:bulletEnabled val="1"/>
        </dgm:presLayoutVars>
      </dgm:prSet>
      <dgm:spPr/>
    </dgm:pt>
    <dgm:pt modelId="{4A3C53A5-DFA8-4FD2-AC80-13598C9B6764}" type="pres">
      <dgm:prSet presAssocID="{401651F6-8961-4C96-B1CE-F13F5FB5EC7B}" presName="sibTrans" presStyleLbl="sibTrans2D1" presStyleIdx="2" presStyleCnt="4"/>
      <dgm:spPr/>
    </dgm:pt>
    <dgm:pt modelId="{BD9160A4-4089-423A-9335-F7DED7FAA5BE}" type="pres">
      <dgm:prSet presAssocID="{401651F6-8961-4C96-B1CE-F13F5FB5EC7B}" presName="connectorText" presStyleLbl="sibTrans2D1" presStyleIdx="2" presStyleCnt="4"/>
      <dgm:spPr/>
    </dgm:pt>
    <dgm:pt modelId="{C58B38D9-14AD-4ABA-9BC6-4E945AB3294F}" type="pres">
      <dgm:prSet presAssocID="{5EF548E5-0F26-4C64-9E3C-ABDDCCA96FD7}" presName="node" presStyleLbl="node1" presStyleIdx="3" presStyleCnt="5">
        <dgm:presLayoutVars>
          <dgm:bulletEnabled val="1"/>
        </dgm:presLayoutVars>
      </dgm:prSet>
      <dgm:spPr/>
    </dgm:pt>
    <dgm:pt modelId="{9D27F6B4-D00D-4F80-A452-330520B483CD}" type="pres">
      <dgm:prSet presAssocID="{9F991966-AA15-45C4-806A-C76C89B51650}" presName="sibTrans" presStyleLbl="sibTrans2D1" presStyleIdx="3" presStyleCnt="4"/>
      <dgm:spPr/>
    </dgm:pt>
    <dgm:pt modelId="{E560A526-8CD4-4BF5-B87F-D5F8F9329D80}" type="pres">
      <dgm:prSet presAssocID="{9F991966-AA15-45C4-806A-C76C89B51650}" presName="connectorText" presStyleLbl="sibTrans2D1" presStyleIdx="3" presStyleCnt="4"/>
      <dgm:spPr/>
    </dgm:pt>
    <dgm:pt modelId="{BF95AFFD-8018-433A-B88C-AF795D81CDCF}" type="pres">
      <dgm:prSet presAssocID="{45CEC9EE-1E5A-4858-A4DB-1FF7CBC4E4D3}" presName="node" presStyleLbl="node1" presStyleIdx="4" presStyleCnt="5">
        <dgm:presLayoutVars>
          <dgm:bulletEnabled val="1"/>
        </dgm:presLayoutVars>
      </dgm:prSet>
      <dgm:spPr/>
    </dgm:pt>
  </dgm:ptLst>
  <dgm:cxnLst>
    <dgm:cxn modelId="{1DB31E00-8BB6-43BA-AA11-2033D242CBEB}" type="presOf" srcId="{EA4D61C5-BB4F-44A9-A98C-94FD3B07F2DE}" destId="{76C3D46D-98DD-452B-817E-27C58998363B}" srcOrd="0" destOrd="0" presId="urn:microsoft.com/office/officeart/2005/8/layout/process2"/>
    <dgm:cxn modelId="{8275F309-A6B6-42C6-8050-2650C0E36BE7}" type="presOf" srcId="{9F991966-AA15-45C4-806A-C76C89B51650}" destId="{E560A526-8CD4-4BF5-B87F-D5F8F9329D80}" srcOrd="1" destOrd="0" presId="urn:microsoft.com/office/officeart/2005/8/layout/process2"/>
    <dgm:cxn modelId="{D3D4A51F-FE02-4044-A612-EB717D21BA2D}" srcId="{185F9DDB-8BA1-4DE4-A207-EF75F63FCE80}" destId="{45CEC9EE-1E5A-4858-A4DB-1FF7CBC4E4D3}" srcOrd="4" destOrd="0" parTransId="{03193FC1-52BE-41CF-9930-710B3E1CAB4A}" sibTransId="{6580FCF8-D5E0-4676-89F9-EA9147D264FD}"/>
    <dgm:cxn modelId="{10B7DA2D-74E8-4CCC-8C68-9AA8D372201B}" srcId="{185F9DDB-8BA1-4DE4-A207-EF75F63FCE80}" destId="{4220263A-2D40-44A1-9E0E-C9EC05C408F8}" srcOrd="0" destOrd="0" parTransId="{CF8D40CB-9BB2-4119-9CCB-27D0762E95DC}" sibTransId="{EA4D61C5-BB4F-44A9-A98C-94FD3B07F2DE}"/>
    <dgm:cxn modelId="{5B4E5346-F8BB-4B5F-9E38-C5830F6A5437}" type="presOf" srcId="{401651F6-8961-4C96-B1CE-F13F5FB5EC7B}" destId="{4A3C53A5-DFA8-4FD2-AC80-13598C9B6764}" srcOrd="0" destOrd="0" presId="urn:microsoft.com/office/officeart/2005/8/layout/process2"/>
    <dgm:cxn modelId="{CF4BEB66-4EE0-4F28-9E03-370D6B7A5082}" srcId="{185F9DDB-8BA1-4DE4-A207-EF75F63FCE80}" destId="{5EF548E5-0F26-4C64-9E3C-ABDDCCA96FD7}" srcOrd="3" destOrd="0" parTransId="{135612C1-14ED-4653-830B-1365D770CE5E}" sibTransId="{9F991966-AA15-45C4-806A-C76C89B51650}"/>
    <dgm:cxn modelId="{A4FA4473-36C1-4461-A0E4-2A5128F289E0}" type="presOf" srcId="{45CEC9EE-1E5A-4858-A4DB-1FF7CBC4E4D3}" destId="{BF95AFFD-8018-433A-B88C-AF795D81CDCF}" srcOrd="0" destOrd="0" presId="urn:microsoft.com/office/officeart/2005/8/layout/process2"/>
    <dgm:cxn modelId="{F7F55E81-2640-4D7E-858E-633C0178EEAB}" srcId="{185F9DDB-8BA1-4DE4-A207-EF75F63FCE80}" destId="{1F18DFBC-ECE5-4073-9F8B-9736A484AC50}" srcOrd="1" destOrd="0" parTransId="{97EFB4BD-5DA5-4282-BEF7-B2FA4BBFC544}" sibTransId="{0A54680D-DBC6-4BD1-8578-D41FA1893080}"/>
    <dgm:cxn modelId="{BA262F85-95B1-4E23-A652-4F1C10FF319A}" type="presOf" srcId="{4220263A-2D40-44A1-9E0E-C9EC05C408F8}" destId="{F357DCFD-04C1-469A-AD36-6057DE3A93DC}" srcOrd="0" destOrd="0" presId="urn:microsoft.com/office/officeart/2005/8/layout/process2"/>
    <dgm:cxn modelId="{1401B58D-F1D9-44D6-8377-999D0C5F7B0E}" type="presOf" srcId="{D2110DCD-6756-4745-8D86-90B0F6CF9433}" destId="{988A5230-270D-4037-80D1-5F20D82E1308}" srcOrd="0" destOrd="0" presId="urn:microsoft.com/office/officeart/2005/8/layout/process2"/>
    <dgm:cxn modelId="{4AA56A94-648A-4C7A-A0C2-B1BA6120EA65}" type="presOf" srcId="{0A54680D-DBC6-4BD1-8578-D41FA1893080}" destId="{8E4F097F-E324-4B49-848F-16D21E7CC332}" srcOrd="0" destOrd="0" presId="urn:microsoft.com/office/officeart/2005/8/layout/process2"/>
    <dgm:cxn modelId="{4B19E595-5F35-4873-B4EB-BB0EFF285253}" type="presOf" srcId="{0A54680D-DBC6-4BD1-8578-D41FA1893080}" destId="{F33EB5C2-2F05-400C-96B8-7319E8A1D44E}" srcOrd="1" destOrd="0" presId="urn:microsoft.com/office/officeart/2005/8/layout/process2"/>
    <dgm:cxn modelId="{7869A7A6-1BDC-4F53-9920-4A923F8E4A38}" type="presOf" srcId="{9F991966-AA15-45C4-806A-C76C89B51650}" destId="{9D27F6B4-D00D-4F80-A452-330520B483CD}" srcOrd="0" destOrd="0" presId="urn:microsoft.com/office/officeart/2005/8/layout/process2"/>
    <dgm:cxn modelId="{9C7C31AE-F72E-4383-AAE1-EBAE35271B15}" srcId="{185F9DDB-8BA1-4DE4-A207-EF75F63FCE80}" destId="{D2110DCD-6756-4745-8D86-90B0F6CF9433}" srcOrd="2" destOrd="0" parTransId="{059DA381-A575-4082-AB53-D1FF83A2D215}" sibTransId="{401651F6-8961-4C96-B1CE-F13F5FB5EC7B}"/>
    <dgm:cxn modelId="{F56801B3-9E76-47B2-AFBC-F8371E3CD964}" type="presOf" srcId="{EA4D61C5-BB4F-44A9-A98C-94FD3B07F2DE}" destId="{CD51DBD2-83E2-4AEF-8CC6-40D3F21EB477}" srcOrd="1" destOrd="0" presId="urn:microsoft.com/office/officeart/2005/8/layout/process2"/>
    <dgm:cxn modelId="{5ACEECC9-1117-4C53-B7A2-964C8F881FA0}" type="presOf" srcId="{1F18DFBC-ECE5-4073-9F8B-9736A484AC50}" destId="{0AD5D1FA-A840-4596-982B-2F3EF197892E}" srcOrd="0" destOrd="0" presId="urn:microsoft.com/office/officeart/2005/8/layout/process2"/>
    <dgm:cxn modelId="{1828DBE5-2FE6-438E-8408-3D50F2C2E249}" type="presOf" srcId="{5EF548E5-0F26-4C64-9E3C-ABDDCCA96FD7}" destId="{C58B38D9-14AD-4ABA-9BC6-4E945AB3294F}" srcOrd="0" destOrd="0" presId="urn:microsoft.com/office/officeart/2005/8/layout/process2"/>
    <dgm:cxn modelId="{68757DEC-086F-4C81-BE6E-50C7361150F7}" type="presOf" srcId="{185F9DDB-8BA1-4DE4-A207-EF75F63FCE80}" destId="{5574CCEC-711A-42DD-BC5F-73D1B166C6E1}" srcOrd="0" destOrd="0" presId="urn:microsoft.com/office/officeart/2005/8/layout/process2"/>
    <dgm:cxn modelId="{23F225FC-A69A-4E9B-946F-7443E22E70F1}" type="presOf" srcId="{401651F6-8961-4C96-B1CE-F13F5FB5EC7B}" destId="{BD9160A4-4089-423A-9335-F7DED7FAA5BE}" srcOrd="1" destOrd="0" presId="urn:microsoft.com/office/officeart/2005/8/layout/process2"/>
    <dgm:cxn modelId="{506E4F79-696B-4981-A96B-05FCF40B69F9}" type="presParOf" srcId="{5574CCEC-711A-42DD-BC5F-73D1B166C6E1}" destId="{F357DCFD-04C1-469A-AD36-6057DE3A93DC}" srcOrd="0" destOrd="0" presId="urn:microsoft.com/office/officeart/2005/8/layout/process2"/>
    <dgm:cxn modelId="{0D7CDECE-AB65-4C74-A444-BF5927ADF814}" type="presParOf" srcId="{5574CCEC-711A-42DD-BC5F-73D1B166C6E1}" destId="{76C3D46D-98DD-452B-817E-27C58998363B}" srcOrd="1" destOrd="0" presId="urn:microsoft.com/office/officeart/2005/8/layout/process2"/>
    <dgm:cxn modelId="{F052C142-9D09-4BA9-9DEC-ACEB871009EC}" type="presParOf" srcId="{76C3D46D-98DD-452B-817E-27C58998363B}" destId="{CD51DBD2-83E2-4AEF-8CC6-40D3F21EB477}" srcOrd="0" destOrd="0" presId="urn:microsoft.com/office/officeart/2005/8/layout/process2"/>
    <dgm:cxn modelId="{19591435-4885-4946-B6F8-C7E1CC740684}" type="presParOf" srcId="{5574CCEC-711A-42DD-BC5F-73D1B166C6E1}" destId="{0AD5D1FA-A840-4596-982B-2F3EF197892E}" srcOrd="2" destOrd="0" presId="urn:microsoft.com/office/officeart/2005/8/layout/process2"/>
    <dgm:cxn modelId="{D3EE69FC-6816-4DF6-88E0-B73B115A8F43}" type="presParOf" srcId="{5574CCEC-711A-42DD-BC5F-73D1B166C6E1}" destId="{8E4F097F-E324-4B49-848F-16D21E7CC332}" srcOrd="3" destOrd="0" presId="urn:microsoft.com/office/officeart/2005/8/layout/process2"/>
    <dgm:cxn modelId="{BAA03F31-61F7-4D5F-9F8A-DD2D4B1F0BA8}" type="presParOf" srcId="{8E4F097F-E324-4B49-848F-16D21E7CC332}" destId="{F33EB5C2-2F05-400C-96B8-7319E8A1D44E}" srcOrd="0" destOrd="0" presId="urn:microsoft.com/office/officeart/2005/8/layout/process2"/>
    <dgm:cxn modelId="{1E285E05-575F-490E-AF47-C2E1BE16E085}" type="presParOf" srcId="{5574CCEC-711A-42DD-BC5F-73D1B166C6E1}" destId="{988A5230-270D-4037-80D1-5F20D82E1308}" srcOrd="4" destOrd="0" presId="urn:microsoft.com/office/officeart/2005/8/layout/process2"/>
    <dgm:cxn modelId="{A7E48E76-8867-4714-B048-FD678BBD51ED}" type="presParOf" srcId="{5574CCEC-711A-42DD-BC5F-73D1B166C6E1}" destId="{4A3C53A5-DFA8-4FD2-AC80-13598C9B6764}" srcOrd="5" destOrd="0" presId="urn:microsoft.com/office/officeart/2005/8/layout/process2"/>
    <dgm:cxn modelId="{1D8909C3-1342-45AD-ACBA-FCD7BE599FB5}" type="presParOf" srcId="{4A3C53A5-DFA8-4FD2-AC80-13598C9B6764}" destId="{BD9160A4-4089-423A-9335-F7DED7FAA5BE}" srcOrd="0" destOrd="0" presId="urn:microsoft.com/office/officeart/2005/8/layout/process2"/>
    <dgm:cxn modelId="{1E3DBFA2-D8A8-4DBC-8E69-0B75CE6AD6DF}" type="presParOf" srcId="{5574CCEC-711A-42DD-BC5F-73D1B166C6E1}" destId="{C58B38D9-14AD-4ABA-9BC6-4E945AB3294F}" srcOrd="6" destOrd="0" presId="urn:microsoft.com/office/officeart/2005/8/layout/process2"/>
    <dgm:cxn modelId="{2D8D15AF-A946-4130-B64E-359E53E6FD29}" type="presParOf" srcId="{5574CCEC-711A-42DD-BC5F-73D1B166C6E1}" destId="{9D27F6B4-D00D-4F80-A452-330520B483CD}" srcOrd="7" destOrd="0" presId="urn:microsoft.com/office/officeart/2005/8/layout/process2"/>
    <dgm:cxn modelId="{EA159404-66BB-4525-951D-E74594A0FD85}" type="presParOf" srcId="{9D27F6B4-D00D-4F80-A452-330520B483CD}" destId="{E560A526-8CD4-4BF5-B87F-D5F8F9329D80}" srcOrd="0" destOrd="0" presId="urn:microsoft.com/office/officeart/2005/8/layout/process2"/>
    <dgm:cxn modelId="{6A2710B7-4CD2-4DBE-AA51-1397D012D9AB}" type="presParOf" srcId="{5574CCEC-711A-42DD-BC5F-73D1B166C6E1}" destId="{BF95AFFD-8018-433A-B88C-AF795D81CDCF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7DCFD-04C1-469A-AD36-6057DE3A93DC}">
      <dsp:nvSpPr>
        <dsp:cNvPr id="0" name=""/>
        <dsp:cNvSpPr/>
      </dsp:nvSpPr>
      <dsp:spPr>
        <a:xfrm>
          <a:off x="2254634" y="595"/>
          <a:ext cx="1397008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err="1">
              <a:latin typeface="+mn-lt"/>
            </a:rPr>
            <a:t>Initialization</a:t>
          </a:r>
          <a:r>
            <a:rPr lang="fr-FR" sz="1800" b="0" i="0" u="none" strike="noStrike" kern="1200" cap="none" baseline="0" noProof="0">
              <a:solidFill>
                <a:schemeClr val="bg1"/>
              </a:solidFill>
              <a:latin typeface="+mn-lt"/>
              <a:cs typeface="Arial"/>
            </a:rPr>
            <a:t> </a:t>
          </a:r>
        </a:p>
      </dsp:txBody>
      <dsp:txXfrm>
        <a:off x="2275029" y="20990"/>
        <a:ext cx="1356218" cy="655538"/>
      </dsp:txXfrm>
    </dsp:sp>
    <dsp:sp modelId="{76C3D46D-98DD-452B-817E-27C58998363B}">
      <dsp:nvSpPr>
        <dsp:cNvPr id="0" name=""/>
        <dsp:cNvSpPr/>
      </dsp:nvSpPr>
      <dsp:spPr>
        <a:xfrm rot="5400000">
          <a:off x="2822577" y="714331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>
            <a:latin typeface="+mn-lt"/>
          </a:endParaRPr>
        </a:p>
      </dsp:txBody>
      <dsp:txXfrm rot="-5400000">
        <a:off x="2859135" y="740443"/>
        <a:ext cx="188009" cy="182786"/>
      </dsp:txXfrm>
    </dsp:sp>
    <dsp:sp modelId="{0AD5D1FA-A840-4596-982B-2F3EF197892E}">
      <dsp:nvSpPr>
        <dsp:cNvPr id="0" name=""/>
        <dsp:cNvSpPr/>
      </dsp:nvSpPr>
      <dsp:spPr>
        <a:xfrm>
          <a:off x="2254634" y="1045087"/>
          <a:ext cx="1397008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>
              <a:latin typeface="+mn-lt"/>
            </a:rPr>
            <a:t>Model</a:t>
          </a:r>
        </a:p>
      </dsp:txBody>
      <dsp:txXfrm>
        <a:off x="2275029" y="1065482"/>
        <a:ext cx="1356218" cy="655538"/>
      </dsp:txXfrm>
    </dsp:sp>
    <dsp:sp modelId="{8E4F097F-E324-4B49-848F-16D21E7CC332}">
      <dsp:nvSpPr>
        <dsp:cNvPr id="0" name=""/>
        <dsp:cNvSpPr/>
      </dsp:nvSpPr>
      <dsp:spPr>
        <a:xfrm rot="5400000">
          <a:off x="2822577" y="1758823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>
            <a:latin typeface="+mn-lt"/>
          </a:endParaRPr>
        </a:p>
      </dsp:txBody>
      <dsp:txXfrm rot="-5400000">
        <a:off x="2859135" y="1784935"/>
        <a:ext cx="188009" cy="182786"/>
      </dsp:txXfrm>
    </dsp:sp>
    <dsp:sp modelId="{988A5230-270D-4037-80D1-5F20D82E1308}">
      <dsp:nvSpPr>
        <dsp:cNvPr id="0" name=""/>
        <dsp:cNvSpPr/>
      </dsp:nvSpPr>
      <dsp:spPr>
        <a:xfrm>
          <a:off x="2254634" y="2089579"/>
          <a:ext cx="1397008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err="1">
              <a:latin typeface="+mn-lt"/>
              <a:cs typeface="Arial" panose="020B0604020202020204" pitchFamily="34" charset="0"/>
            </a:rPr>
            <a:t>Constraint</a:t>
          </a:r>
          <a:r>
            <a:rPr lang="fr-FR" sz="1800" kern="1200">
              <a:latin typeface="+mn-lt"/>
              <a:cs typeface="Arial" panose="020B0604020202020204" pitchFamily="34" charset="0"/>
            </a:rPr>
            <a:t> checking</a:t>
          </a:r>
        </a:p>
      </dsp:txBody>
      <dsp:txXfrm>
        <a:off x="2275029" y="2109974"/>
        <a:ext cx="1356218" cy="655538"/>
      </dsp:txXfrm>
    </dsp:sp>
    <dsp:sp modelId="{4A3C53A5-DFA8-4FD2-AC80-13598C9B6764}">
      <dsp:nvSpPr>
        <dsp:cNvPr id="0" name=""/>
        <dsp:cNvSpPr/>
      </dsp:nvSpPr>
      <dsp:spPr>
        <a:xfrm rot="5400000">
          <a:off x="2822577" y="2803315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>
            <a:latin typeface="+mn-lt"/>
          </a:endParaRP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>
            <a:latin typeface="+mn-lt"/>
          </a:endParaRP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>
            <a:latin typeface="+mn-lt"/>
          </a:endParaRPr>
        </a:p>
      </dsp:txBody>
      <dsp:txXfrm rot="-5400000">
        <a:off x="2859135" y="2829427"/>
        <a:ext cx="188009" cy="182786"/>
      </dsp:txXfrm>
    </dsp:sp>
    <dsp:sp modelId="{C58B38D9-14AD-4ABA-9BC6-4E945AB3294F}">
      <dsp:nvSpPr>
        <dsp:cNvPr id="0" name=""/>
        <dsp:cNvSpPr/>
      </dsp:nvSpPr>
      <dsp:spPr>
        <a:xfrm>
          <a:off x="2254634" y="3134071"/>
          <a:ext cx="1397008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>
              <a:latin typeface="+mn-lt"/>
            </a:rPr>
            <a:t>Evaluation of the solution</a:t>
          </a:r>
        </a:p>
      </dsp:txBody>
      <dsp:txXfrm>
        <a:off x="2275029" y="3154466"/>
        <a:ext cx="1356218" cy="655538"/>
      </dsp:txXfrm>
    </dsp:sp>
    <dsp:sp modelId="{9D27F6B4-D00D-4F80-A452-330520B483CD}">
      <dsp:nvSpPr>
        <dsp:cNvPr id="0" name=""/>
        <dsp:cNvSpPr/>
      </dsp:nvSpPr>
      <dsp:spPr>
        <a:xfrm rot="5400000">
          <a:off x="2822577" y="3847807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>
            <a:latin typeface="+mn-lt"/>
          </a:endParaRPr>
        </a:p>
      </dsp:txBody>
      <dsp:txXfrm rot="-5400000">
        <a:off x="2859135" y="3873919"/>
        <a:ext cx="188009" cy="182786"/>
      </dsp:txXfrm>
    </dsp:sp>
    <dsp:sp modelId="{BF95AFFD-8018-433A-B88C-AF795D81CDCF}">
      <dsp:nvSpPr>
        <dsp:cNvPr id="0" name=""/>
        <dsp:cNvSpPr/>
      </dsp:nvSpPr>
      <dsp:spPr>
        <a:xfrm>
          <a:off x="2254634" y="4178563"/>
          <a:ext cx="1397008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>
              <a:latin typeface="+mn-lt"/>
            </a:rPr>
            <a:t>Pareto front</a:t>
          </a:r>
        </a:p>
      </dsp:txBody>
      <dsp:txXfrm>
        <a:off x="2275029" y="4198958"/>
        <a:ext cx="1356218" cy="655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31/03/2023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31/03/2023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0140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6294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71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195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2876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9152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079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7399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17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2573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93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2208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5903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1054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195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845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530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7380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7311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1897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6293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0303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929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21372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1245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28737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16706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78351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7994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4916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28123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500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sldNum="0"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525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 dirty="0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 dirty="0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 dirty="0">
              <a:solidFill>
                <a:schemeClr val="tx2"/>
              </a:solidFill>
              <a:latin typeface="+mj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sz="32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Optimization of an aeronautic propulsion system</a:t>
            </a:r>
            <a:endParaRPr lang="en-US" altLang="de-DE" sz="3200" b="1" dirty="0">
              <a:solidFill>
                <a:srgbClr val="000000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 dirty="0">
              <a:solidFill>
                <a:srgbClr val="1F497D"/>
              </a:solidFill>
              <a:latin typeface="+mj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u="sng" dirty="0">
                <a:latin typeface="+mj-lt"/>
                <a:ea typeface="MS PGothic"/>
                <a:cs typeface="Arial"/>
              </a:rPr>
              <a:t>F. </a:t>
            </a:r>
            <a:r>
              <a:rPr lang="en-US" altLang="de-DE" u="sng" dirty="0" err="1">
                <a:latin typeface="+mj-lt"/>
                <a:ea typeface="MS PGothic"/>
                <a:cs typeface="Arial"/>
              </a:rPr>
              <a:t>Bergerot</a:t>
            </a:r>
            <a:r>
              <a:rPr lang="en-US" altLang="de-DE" u="sng" dirty="0">
                <a:latin typeface="+mj-lt"/>
                <a:ea typeface="MS PGothic"/>
                <a:cs typeface="Arial"/>
              </a:rPr>
              <a:t>, L. Dupont, V. Everest, T. </a:t>
            </a:r>
            <a:r>
              <a:rPr lang="en-US" altLang="de-DE" u="sng" dirty="0" err="1">
                <a:latin typeface="+mj-lt"/>
                <a:ea typeface="MS PGothic"/>
                <a:cs typeface="Arial"/>
              </a:rPr>
              <a:t>Paun</a:t>
            </a:r>
            <a:endParaRPr lang="en-US" altLang="de-DE" u="sng" dirty="0">
              <a:latin typeface="+mj-lt"/>
              <a:ea typeface="MS PGothic"/>
              <a:cs typeface="Arial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baseline="30000" dirty="0">
                <a:latin typeface="+mj-lt"/>
                <a:ea typeface="MS PGothic"/>
                <a:cs typeface="Arial"/>
              </a:rPr>
              <a:t>31/03/2023</a:t>
            </a:r>
            <a:endParaRPr lang="en-US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1800" dirty="0">
              <a:latin typeface="Calibri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Arial" charset="0"/>
              <a:buNone/>
            </a:pPr>
            <a:endParaRPr lang="en-US" altLang="de-DE" sz="18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de-DE" sz="1800" dirty="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/>
              <a:t>Final presentation - Project CS ST7 aeronautic</a:t>
            </a:r>
            <a:endParaRPr lang="fr-FR">
              <a:cs typeface="Calibri"/>
            </a:endParaRPr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D344C1B6-33D4-4000-5A19-F4CA9E8073CA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Content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Context and system presentation</a:t>
            </a: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Superconducting filter </a:t>
            </a: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Optimization of the filter</a:t>
            </a:r>
            <a:endParaRPr lang="en-GB" altLang="ja-JP" sz="2400"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1B3B4336-BE4A-B6C8-8B79-0301343F37E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2127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616869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Context and system presentation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181D323F-EE8D-7983-C852-4DFE1B2508D5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843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>
            <a:extLst>
              <a:ext uri="{FF2B5EF4-FFF2-40B4-BE49-F238E27FC236}">
                <a16:creationId xmlns:a16="http://schemas.microsoft.com/office/drawing/2014/main" id="{5C3DB8F8-9F4D-6E30-5947-11290A57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 algn="l" rtl="0" fontAlgn="base"/>
            <a:r>
              <a:rPr lang="en-US" sz="3200" b="0" i="0" u="none" strike="noStrike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MEA: More Electric Aircraft</a:t>
            </a:r>
            <a:r>
              <a:rPr lang="en-US" sz="3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​​</a:t>
            </a:r>
            <a:endParaRPr lang="en-US" sz="3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s-ES" sz="3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sz="3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/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Aims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at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replacing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hydraulics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pneumatics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or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thermics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motors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and         rotors by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electric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means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fr-FR" sz="24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fr-FR" sz="24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/>
            <a:r>
              <a:rPr lang="fr-FR" sz="24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fr-FR" sz="24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/>
            <a:r>
              <a:rPr lang="fr-FR" sz="2400" err="1">
                <a:solidFill>
                  <a:srgbClr val="000000"/>
                </a:solidFill>
                <a:latin typeface="Calibri" panose="020F0502020204030204" pitchFamily="34" charset="0"/>
              </a:rPr>
              <a:t>Stakes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</a:t>
            </a:r>
            <a:r>
              <a:rPr lang="es-ES" sz="24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sz="24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Lowering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greenhouse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gases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emission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s-ES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Lowering</a:t>
            </a:r>
            <a:r>
              <a:rPr lang="es-ES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ES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operating</a:t>
            </a:r>
            <a:r>
              <a:rPr lang="es-ES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 </a:t>
            </a:r>
            <a:r>
              <a:rPr lang="es-ES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exploiting</a:t>
            </a:r>
            <a:r>
              <a:rPr lang="es-ES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ES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costs</a:t>
            </a:r>
            <a:endParaRPr lang="es-ES" sz="24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s-ES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Safe</a:t>
            </a:r>
            <a:r>
              <a:rPr lang="es-ES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 confortable </a:t>
            </a:r>
            <a:r>
              <a:rPr lang="es-ES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aircrafts</a:t>
            </a:r>
            <a:endParaRPr lang="es-ES" sz="2400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s-E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rtl="0" fontAlgn="base"/>
            <a:r>
              <a:rPr lang="es-ES" sz="24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Issues: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s-ES" sz="2400" err="1">
                <a:solidFill>
                  <a:srgbClr val="000000"/>
                </a:solidFill>
                <a:latin typeface="Calibri" panose="020F0502020204030204" pitchFamily="34" charset="0"/>
              </a:rPr>
              <a:t>Stability</a:t>
            </a:r>
            <a:r>
              <a:rPr lang="es-ES" sz="24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s-ES" sz="2400" err="1">
                <a:solidFill>
                  <a:srgbClr val="000000"/>
                </a:solidFill>
                <a:latin typeface="Calibri" panose="020F0502020204030204" pitchFamily="34" charset="0"/>
              </a:rPr>
              <a:t>issues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EDF9CF-B5FF-2984-5BB3-B65F742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C7B2D99-1261-D377-394C-982B605A8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655" y="3429000"/>
            <a:ext cx="355282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A4033B-B5CD-785C-FD47-3452497CD51D}"/>
              </a:ext>
            </a:extLst>
          </p:cNvPr>
          <p:cNvSpPr txBox="1"/>
          <p:nvPr/>
        </p:nvSpPr>
        <p:spPr>
          <a:xfrm>
            <a:off x="251520" y="6065214"/>
            <a:ext cx="8163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100"/>
              <a:t>[2] </a:t>
            </a:r>
            <a:r>
              <a:rPr lang="fr-FR" sz="1100" b="0" i="0" u="none" strike="noStrike" noProof="0">
                <a:latin typeface="Calibri"/>
              </a:rPr>
              <a:t>A. Russo and A. Cavallo, "</a:t>
            </a:r>
            <a:r>
              <a:rPr lang="fr-FR" sz="1100" b="0" i="0" u="none" strike="noStrike" noProof="0" err="1">
                <a:latin typeface="Calibri"/>
              </a:rPr>
              <a:t>Supercapacitor</a:t>
            </a:r>
            <a:r>
              <a:rPr lang="fr-FR" sz="1100" b="0" i="0" u="none" strike="noStrike" noProof="0">
                <a:latin typeface="Calibri"/>
              </a:rPr>
              <a:t> </a:t>
            </a:r>
            <a:r>
              <a:rPr lang="fr-FR" sz="1100" b="0" i="0" u="none" strike="noStrike" noProof="0" err="1">
                <a:latin typeface="Calibri"/>
              </a:rPr>
              <a:t>stability</a:t>
            </a:r>
            <a:r>
              <a:rPr lang="fr-FR" sz="1100" b="0" i="0" u="none" strike="noStrike" noProof="0">
                <a:latin typeface="Calibri"/>
              </a:rPr>
              <a:t> and control for More Electric Aircraft application," </a:t>
            </a:r>
            <a:r>
              <a:rPr lang="fr-FR" sz="1100" b="0" i="1" u="none" strike="noStrike" noProof="0">
                <a:latin typeface="Calibri"/>
              </a:rPr>
              <a:t>2020 </a:t>
            </a:r>
            <a:r>
              <a:rPr lang="fr-FR" sz="1100" b="0" i="1" u="none" strike="noStrike" noProof="0" err="1">
                <a:latin typeface="Calibri"/>
              </a:rPr>
              <a:t>European</a:t>
            </a:r>
            <a:r>
              <a:rPr lang="fr-FR" sz="1100" b="0" i="1" u="none" strike="noStrike" noProof="0">
                <a:latin typeface="Calibri"/>
              </a:rPr>
              <a:t> Control </a:t>
            </a:r>
            <a:r>
              <a:rPr lang="fr-FR" sz="1100" b="0" i="1" u="none" strike="noStrike" noProof="0" err="1">
                <a:latin typeface="Calibri"/>
              </a:rPr>
              <a:t>Conference</a:t>
            </a:r>
            <a:r>
              <a:rPr lang="fr-FR" sz="1100" b="0" i="1" u="none" strike="noStrike" noProof="0">
                <a:latin typeface="Calibri"/>
              </a:rPr>
              <a:t> (ECC)</a:t>
            </a:r>
            <a:r>
              <a:rPr lang="fr-FR" sz="1100" b="0" i="0" u="none" strike="noStrike" noProof="0">
                <a:latin typeface="Calibri"/>
              </a:rPr>
              <a:t>, St. Petersburg, </a:t>
            </a:r>
            <a:r>
              <a:rPr lang="fr-FR" sz="1100" b="0" i="0" u="none" strike="noStrike" noProof="0" err="1">
                <a:latin typeface="Calibri"/>
              </a:rPr>
              <a:t>Russia</a:t>
            </a:r>
            <a:r>
              <a:rPr lang="fr-FR" sz="1100" b="0" i="0" u="none" strike="noStrike" noProof="0">
                <a:latin typeface="Calibri"/>
              </a:rPr>
              <a:t>, 2020, pp. 1909-1914, </a:t>
            </a:r>
            <a:r>
              <a:rPr lang="fr-FR" sz="1100" b="0" i="0" u="none" strike="noStrike" noProof="0" err="1">
                <a:latin typeface="Calibri"/>
              </a:rPr>
              <a:t>doi</a:t>
            </a:r>
            <a:r>
              <a:rPr lang="fr-FR" sz="1100" b="0" i="0" u="none" strike="noStrike" noProof="0">
                <a:latin typeface="Calibri"/>
              </a:rPr>
              <a:t>: 10.23919/ECC51009.2020.9143927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3935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>
            <a:extLst>
              <a:ext uri="{FF2B5EF4-FFF2-40B4-BE49-F238E27FC236}">
                <a16:creationId xmlns:a16="http://schemas.microsoft.com/office/drawing/2014/main" id="{F7306846-D110-FDE3-BCAD-42622B7E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185653"/>
            <a:ext cx="4301749" cy="2143432"/>
          </a:xfrm>
          <a:prstGeom prst="rect">
            <a:avLst/>
          </a:prstGeom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5C3DB8F8-9F4D-6E30-5947-11290A57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 algn="l" rtl="0" fontAlgn="base"/>
            <a:r>
              <a:rPr lang="en-US" sz="3200" b="0" i="0" u="none" strike="noStrike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Toward an RLC system with a CPL</a:t>
            </a:r>
            <a:r>
              <a:rPr lang="en-US" sz="3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​​</a:t>
            </a:r>
            <a:endParaRPr lang="en-US" sz="3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s-ES" sz="3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sz="3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/>
            <a:r>
              <a:rPr lang="en-US" sz="2400" b="0" i="0">
                <a:effectLst/>
              </a:rPr>
              <a:t>DC microgrids are commonly found in the power systems of aircrafts. They are controlled to maintain constant voltage, current and power and they can be simplified as constant power load (CPL).</a:t>
            </a:r>
            <a:endParaRPr lang="fr-FR" sz="2400" b="0" i="0">
              <a:solidFill>
                <a:srgbClr val="000000"/>
              </a:solidFill>
              <a:effectLst/>
            </a:endParaRPr>
          </a:p>
          <a:p>
            <a:pPr algn="just" rtl="0" fontAlgn="base"/>
            <a:endParaRPr lang="fr-FR" sz="2400" b="0" i="0">
              <a:solidFill>
                <a:srgbClr val="000000"/>
              </a:solidFill>
              <a:effectLst/>
            </a:endParaRPr>
          </a:p>
          <a:p>
            <a:pPr algn="just" rtl="0" fontAlgn="base"/>
            <a:r>
              <a:rPr lang="fr-FR" sz="2400" err="1">
                <a:solidFill>
                  <a:srgbClr val="000000"/>
                </a:solidFill>
              </a:rPr>
              <a:t>Stakes</a:t>
            </a:r>
            <a:r>
              <a:rPr lang="fr-FR" sz="2400" b="0" i="0" u="none" strike="noStrike">
                <a:solidFill>
                  <a:srgbClr val="000000"/>
                </a:solidFill>
                <a:effectLst/>
              </a:rPr>
              <a:t>:</a:t>
            </a:r>
            <a:r>
              <a:rPr lang="es-ES" sz="2400" b="0" i="0">
                <a:solidFill>
                  <a:srgbClr val="000000"/>
                </a:solidFill>
                <a:effectLst/>
              </a:rPr>
              <a:t>​</a:t>
            </a:r>
            <a:endParaRPr lang="es-ES" sz="24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Stability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of the system 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is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2400" b="0" i="0" u="none" strike="noStrike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unsure</a:t>
            </a:r>
            <a:endParaRPr lang="fr-FR" sz="2400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s-E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EDF9CF-B5FF-2984-5BB3-B65F742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4033B-B5CD-785C-FD47-3452497CD51D}"/>
              </a:ext>
            </a:extLst>
          </p:cNvPr>
          <p:cNvSpPr txBox="1"/>
          <p:nvPr/>
        </p:nvSpPr>
        <p:spPr>
          <a:xfrm>
            <a:off x="133533" y="5630827"/>
            <a:ext cx="816323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100"/>
              <a:t>[1] </a:t>
            </a:r>
            <a:r>
              <a:rPr lang="en-GB" sz="11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L. Herrera, W. Zhang and J. Wang, "Stability Analysis and Controller Design of DC Microgrids With Constant Power Loads," in </a:t>
            </a:r>
            <a:r>
              <a:rPr lang="en-GB" sz="11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Transactions on Smart Grid</a:t>
            </a:r>
            <a:r>
              <a:rPr lang="en-GB" sz="11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vol. 8, no. 2, pp. 881-888, March 2017, </a:t>
            </a:r>
            <a:r>
              <a:rPr lang="en-GB" sz="11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</a:t>
            </a:r>
            <a:r>
              <a:rPr lang="en-GB" sz="11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10.1109/TSG.2015.2457909.</a:t>
            </a:r>
          </a:p>
          <a:p>
            <a:r>
              <a:rPr lang="fr-FR" sz="1100"/>
              <a:t>[3] </a:t>
            </a:r>
            <a:r>
              <a:rPr lang="fr-FR" sz="1100" b="0" i="0" u="none" strike="noStrike" noProof="0">
                <a:latin typeface="Calibri"/>
              </a:rPr>
              <a:t>G. </a:t>
            </a:r>
            <a:r>
              <a:rPr lang="fr-FR" sz="1100" b="0" i="0" u="none" strike="noStrike" noProof="0" err="1">
                <a:latin typeface="Calibri"/>
              </a:rPr>
              <a:t>Ensermu</a:t>
            </a:r>
            <a:r>
              <a:rPr lang="fr-FR" sz="1100" b="0" i="0" u="none" strike="noStrike" noProof="0">
                <a:latin typeface="Calibri"/>
              </a:rPr>
              <a:t> and A. Bhattacharya, "Control and </a:t>
            </a:r>
            <a:r>
              <a:rPr lang="fr-FR" sz="1100" b="0" i="0" u="none" strike="noStrike" noProof="0" err="1">
                <a:latin typeface="Calibri"/>
              </a:rPr>
              <a:t>Stability</a:t>
            </a:r>
            <a:r>
              <a:rPr lang="fr-FR" sz="1100" b="0" i="0" u="none" strike="noStrike" noProof="0">
                <a:latin typeface="Calibri"/>
              </a:rPr>
              <a:t> </a:t>
            </a:r>
            <a:r>
              <a:rPr lang="fr-FR" sz="1100" b="0" i="0" u="none" strike="noStrike" noProof="0" err="1">
                <a:latin typeface="Calibri"/>
              </a:rPr>
              <a:t>Analysis</a:t>
            </a:r>
            <a:r>
              <a:rPr lang="fr-FR" sz="1100" b="0" i="0" u="none" strike="noStrike" noProof="0">
                <a:latin typeface="Calibri"/>
              </a:rPr>
              <a:t> of DC Micro-</a:t>
            </a:r>
            <a:r>
              <a:rPr lang="fr-FR" sz="1100" b="0" i="0" u="none" strike="noStrike" noProof="0" err="1">
                <a:latin typeface="Calibri"/>
              </a:rPr>
              <a:t>grids</a:t>
            </a:r>
            <a:r>
              <a:rPr lang="fr-FR" sz="1100" b="0" i="0" u="none" strike="noStrike" noProof="0">
                <a:latin typeface="Calibri"/>
              </a:rPr>
              <a:t> </a:t>
            </a:r>
            <a:r>
              <a:rPr lang="fr-FR" sz="1100" b="0" i="0" u="none" strike="noStrike" noProof="0" err="1">
                <a:latin typeface="Calibri"/>
              </a:rPr>
              <a:t>with</a:t>
            </a:r>
            <a:r>
              <a:rPr lang="fr-FR" sz="1100" b="0" i="0" u="none" strike="noStrike" noProof="0">
                <a:latin typeface="Calibri"/>
              </a:rPr>
              <a:t> Constant Power </a:t>
            </a:r>
            <a:r>
              <a:rPr lang="fr-FR" sz="1100" b="0" i="0" u="none" strike="noStrike" noProof="0" err="1">
                <a:latin typeface="Calibri"/>
              </a:rPr>
              <a:t>Loads</a:t>
            </a:r>
            <a:r>
              <a:rPr lang="fr-FR" sz="1100" b="0" i="0" u="none" strike="noStrike" noProof="0">
                <a:latin typeface="Calibri"/>
              </a:rPr>
              <a:t> and Source </a:t>
            </a:r>
            <a:r>
              <a:rPr lang="fr-FR" sz="1100" b="0" i="0" u="none" strike="noStrike" noProof="0" err="1">
                <a:latin typeface="Calibri"/>
              </a:rPr>
              <a:t>Disturbances</a:t>
            </a:r>
            <a:r>
              <a:rPr lang="fr-FR" sz="1100" b="0" i="0" u="none" strike="noStrike" noProof="0">
                <a:latin typeface="Calibri"/>
              </a:rPr>
              <a:t>," </a:t>
            </a:r>
            <a:r>
              <a:rPr lang="fr-FR" sz="1100" b="0" i="1" u="none" strike="noStrike" noProof="0">
                <a:latin typeface="Calibri"/>
              </a:rPr>
              <a:t>2018 IEEE International </a:t>
            </a:r>
            <a:r>
              <a:rPr lang="fr-FR" sz="1100" b="0" i="1" u="none" strike="noStrike" noProof="0" err="1">
                <a:latin typeface="Calibri"/>
              </a:rPr>
              <a:t>Conference</a:t>
            </a:r>
            <a:r>
              <a:rPr lang="fr-FR" sz="1100" b="0" i="1" u="none" strike="noStrike" noProof="0">
                <a:latin typeface="Calibri"/>
              </a:rPr>
              <a:t> on Power Electronics, Drives and Energy </a:t>
            </a:r>
            <a:r>
              <a:rPr lang="fr-FR" sz="1100" b="0" i="1" u="none" strike="noStrike" noProof="0" err="1">
                <a:latin typeface="Calibri"/>
              </a:rPr>
              <a:t>Systems</a:t>
            </a:r>
            <a:r>
              <a:rPr lang="fr-FR" sz="1100" b="0" i="1" u="none" strike="noStrike" noProof="0">
                <a:latin typeface="Calibri"/>
              </a:rPr>
              <a:t> (PEDES)</a:t>
            </a:r>
            <a:r>
              <a:rPr lang="fr-FR" sz="1100" b="0" i="0" u="none" strike="noStrike" noProof="0">
                <a:latin typeface="Calibri"/>
              </a:rPr>
              <a:t>, Chennai, </a:t>
            </a:r>
            <a:r>
              <a:rPr lang="fr-FR" sz="1100" b="0" i="0" u="none" strike="noStrike" noProof="0" err="1">
                <a:latin typeface="Calibri"/>
              </a:rPr>
              <a:t>India</a:t>
            </a:r>
            <a:r>
              <a:rPr lang="fr-FR" sz="1100" b="0" i="0" u="none" strike="noStrike" noProof="0">
                <a:latin typeface="Calibri"/>
              </a:rPr>
              <a:t>, 2018, pp. 1-6, </a:t>
            </a:r>
            <a:r>
              <a:rPr lang="fr-FR" sz="1100" b="0" i="0" u="none" strike="noStrike" noProof="0" err="1">
                <a:latin typeface="Calibri"/>
              </a:rPr>
              <a:t>doi</a:t>
            </a:r>
            <a:r>
              <a:rPr lang="fr-FR" sz="1100" b="0" i="0" u="none" strike="noStrike" noProof="0">
                <a:latin typeface="Calibri"/>
              </a:rPr>
              <a:t>: 10.1109/PEDES.2018.8707605.</a:t>
            </a:r>
          </a:p>
        </p:txBody>
      </p:sp>
    </p:spTree>
    <p:extLst>
      <p:ext uri="{BB962C8B-B14F-4D97-AF65-F5344CB8AC3E}">
        <p14:creationId xmlns:p14="http://schemas.microsoft.com/office/powerpoint/2010/main" val="138343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Passive solution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Supercapacitor stability for more electric aircraft application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Problem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Some instability can occur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Solution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Using a </a:t>
            </a:r>
            <a:r>
              <a:rPr lang="en-US" altLang="ja-JP" sz="2400">
                <a:solidFill>
                  <a:schemeClr val="accent1"/>
                </a:solidFill>
                <a:ea typeface="Lucida Sans Unicode" charset="0"/>
                <a:cs typeface="Lucida Sans Unicode"/>
              </a:rPr>
              <a:t>bidirectional converter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to regulate the power flow between the power generator and a supercapacitor.</a:t>
            </a:r>
            <a:endParaRPr lang="en-US" altLang="ja-JP" sz="2400">
              <a:solidFill>
                <a:schemeClr val="accent1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ea typeface="Lucida Sans Unicode" charset="0"/>
                <a:cs typeface="Lucida Sans Unicode"/>
              </a:rPr>
              <a:t>Features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soothing action on generator current 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Stability of the open-loop</a:t>
            </a:r>
            <a:endParaRPr lang="en-US" altLang="ja-JP" sz="2400"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r>
              <a:rPr lang="fr-FR">
                <a:cs typeface="Calibri"/>
              </a:rPr>
              <a:t>3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F3306B-B4C3-85C3-7D1C-28A48B880468}"/>
              </a:ext>
            </a:extLst>
          </p:cNvPr>
          <p:cNvSpPr txBox="1"/>
          <p:nvPr/>
        </p:nvSpPr>
        <p:spPr>
          <a:xfrm>
            <a:off x="-491" y="6161415"/>
            <a:ext cx="9145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/>
              <a:t>[2] </a:t>
            </a:r>
            <a:r>
              <a:rPr lang="fr-FR" sz="1000" b="0" i="0" u="none" strike="noStrike" noProof="0">
                <a:latin typeface="Calibri"/>
              </a:rPr>
              <a:t>A. Russo and A. Cavallo, "</a:t>
            </a:r>
            <a:r>
              <a:rPr lang="fr-FR" sz="1000" b="0" i="0" u="none" strike="noStrike" noProof="0" err="1">
                <a:latin typeface="Calibri"/>
              </a:rPr>
              <a:t>Supercapacitor</a:t>
            </a:r>
            <a:r>
              <a:rPr lang="fr-FR" sz="1000" b="0" i="0" u="none" strike="noStrike" noProof="0">
                <a:latin typeface="Calibri"/>
              </a:rPr>
              <a:t> </a:t>
            </a:r>
            <a:r>
              <a:rPr lang="fr-FR" sz="1000" b="0" i="0" u="none" strike="noStrike" noProof="0" err="1">
                <a:latin typeface="Calibri"/>
              </a:rPr>
              <a:t>stability</a:t>
            </a:r>
            <a:r>
              <a:rPr lang="fr-FR" sz="1000" b="0" i="0" u="none" strike="noStrike" noProof="0">
                <a:latin typeface="Calibri"/>
              </a:rPr>
              <a:t> and control for More Electric Aircraft application," </a:t>
            </a:r>
            <a:r>
              <a:rPr lang="fr-FR" sz="1000" b="0" i="1" u="none" strike="noStrike" noProof="0">
                <a:latin typeface="Calibri"/>
              </a:rPr>
              <a:t>2020 </a:t>
            </a:r>
            <a:r>
              <a:rPr lang="fr-FR" sz="1000" b="0" i="1" u="none" strike="noStrike" noProof="0" err="1">
                <a:latin typeface="Calibri"/>
              </a:rPr>
              <a:t>European</a:t>
            </a:r>
            <a:r>
              <a:rPr lang="fr-FR" sz="1000" b="0" i="1" u="none" strike="noStrike" noProof="0">
                <a:latin typeface="Calibri"/>
              </a:rPr>
              <a:t> Control </a:t>
            </a:r>
            <a:r>
              <a:rPr lang="fr-FR" sz="1000" b="0" i="1" u="none" strike="noStrike" noProof="0" err="1">
                <a:latin typeface="Calibri"/>
              </a:rPr>
              <a:t>Conference</a:t>
            </a:r>
            <a:r>
              <a:rPr lang="fr-FR" sz="1000" b="0" i="1" u="none" strike="noStrike" noProof="0">
                <a:latin typeface="Calibri"/>
              </a:rPr>
              <a:t> (ECC)</a:t>
            </a:r>
            <a:r>
              <a:rPr lang="fr-FR" sz="1000" b="0" i="0" u="none" strike="noStrike" noProof="0">
                <a:latin typeface="Calibri"/>
              </a:rPr>
              <a:t>, St. Petersburg, </a:t>
            </a:r>
            <a:r>
              <a:rPr lang="fr-FR" sz="1000" b="0" i="0" u="none" strike="noStrike" noProof="0" err="1">
                <a:latin typeface="Calibri"/>
              </a:rPr>
              <a:t>Russia</a:t>
            </a:r>
            <a:r>
              <a:rPr lang="fr-FR" sz="1000" b="0" i="0" u="none" strike="noStrike" noProof="0">
                <a:latin typeface="Calibri"/>
              </a:rPr>
              <a:t>, 2020, pp. 1909-1914, </a:t>
            </a:r>
            <a:r>
              <a:rPr lang="fr-FR" sz="1000" b="0" i="0" u="none" strike="noStrike" noProof="0" err="1">
                <a:latin typeface="Calibri"/>
              </a:rPr>
              <a:t>doi</a:t>
            </a:r>
            <a:r>
              <a:rPr lang="fr-FR" sz="1000" b="0" i="0" u="none" strike="noStrike" noProof="0">
                <a:latin typeface="Calibri"/>
              </a:rPr>
              <a:t>: 10.23919/ECC51009.2020.9143927</a:t>
            </a:r>
            <a:endParaRPr lang="en-US" sz="1000"/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2587963D-A9D8-E98B-ED22-323523097F6F}"/>
              </a:ext>
            </a:extLst>
          </p:cNvPr>
          <p:cNvSpPr txBox="1"/>
          <p:nvPr/>
        </p:nvSpPr>
        <p:spPr>
          <a:xfrm flipH="1">
            <a:off x="2607803" y="5795611"/>
            <a:ext cx="786355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>
                <a:solidFill>
                  <a:srgbClr val="000000"/>
                </a:solidFill>
                <a:cs typeface="Lucida Sans Unicode"/>
              </a:rPr>
              <a:t>Bidirectional converter with supercapacitor schematic</a:t>
            </a:r>
            <a:endParaRPr lang="en-GB">
              <a:solidFill>
                <a:srgbClr val="000000"/>
              </a:solidFill>
              <a:cs typeface="Lucida Sans Unicode" charset="0"/>
            </a:endParaRP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3DDE5DE8-BADC-DCA0-8363-32B41C857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626" y="3870682"/>
            <a:ext cx="4804374" cy="1975208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7B81BD2-4418-DE29-2D06-92923FE3D8A2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arenthèse ouvrante 7">
            <a:extLst>
              <a:ext uri="{FF2B5EF4-FFF2-40B4-BE49-F238E27FC236}">
                <a16:creationId xmlns:a16="http://schemas.microsoft.com/office/drawing/2014/main" id="{AB90B4E4-5251-68E5-1B1B-113C5613908D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3" name="Parenthèse ouvrante 8">
            <a:extLst>
              <a:ext uri="{FF2B5EF4-FFF2-40B4-BE49-F238E27FC236}">
                <a16:creationId xmlns:a16="http://schemas.microsoft.com/office/drawing/2014/main" id="{DC63130F-8265-5CB0-B1BF-A66142E25325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0">
            <a:extLst>
              <a:ext uri="{FF2B5EF4-FFF2-40B4-BE49-F238E27FC236}">
                <a16:creationId xmlns:a16="http://schemas.microsoft.com/office/drawing/2014/main" id="{A32C3105-E71E-50BF-5D53-33163DB6811D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err="1">
                <a:ea typeface="Calibri"/>
                <a:cs typeface="Calibri"/>
              </a:rPr>
              <a:t>Practical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7" name="ZoneTexte 11">
            <a:extLst>
              <a:ext uri="{FF2B5EF4-FFF2-40B4-BE49-F238E27FC236}">
                <a16:creationId xmlns:a16="http://schemas.microsoft.com/office/drawing/2014/main" id="{93E948FA-2F7E-CDDA-DF01-E1E80DD73315}"/>
              </a:ext>
            </a:extLst>
          </p:cNvPr>
          <p:cNvSpPr txBox="1"/>
          <p:nvPr/>
        </p:nvSpPr>
        <p:spPr>
          <a:xfrm>
            <a:off x="7301993" y="962024"/>
            <a:ext cx="10069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err="1">
                <a:ea typeface="Calibri"/>
                <a:cs typeface="Calibri"/>
              </a:rPr>
              <a:t>Theoretical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9" name="Demi-cadre 9">
            <a:extLst>
              <a:ext uri="{FF2B5EF4-FFF2-40B4-BE49-F238E27FC236}">
                <a16:creationId xmlns:a16="http://schemas.microsoft.com/office/drawing/2014/main" id="{D337F2D3-C9F7-2B1A-AC8A-A56F245A30C0}"/>
              </a:ext>
            </a:extLst>
          </p:cNvPr>
          <p:cNvSpPr/>
          <p:nvPr/>
        </p:nvSpPr>
        <p:spPr>
          <a:xfrm rot="13620000">
            <a:off x="8085992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682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Active solution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>
              <a:solidFill>
                <a:srgbClr val="0070C0"/>
              </a:solidFill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>
                <a:cs typeface="Lucida Sans Unicode"/>
              </a:rPr>
              <a:t>Load voltage control for wireless in-wheel motor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Problem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The system without control is unstable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Solution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Controller method </a:t>
            </a:r>
            <a:endParaRPr lang="en-US" altLang="ja-JP" sz="2400" u="sng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Features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use 2 types of operation modes of the secondary converter (in the wheel part): diode bridge rectifier, to control the transmitting power + feedforward controller + 2 freedom controllers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AAFDC01-E8A6-9A79-5255-C7FBD2FF6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56" y="4015355"/>
            <a:ext cx="4569284" cy="202010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C0627CD-35CC-29EB-0565-F4CA3EBD5E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700"/>
          <a:stretch/>
        </p:blipFill>
        <p:spPr>
          <a:xfrm>
            <a:off x="245270" y="4384455"/>
            <a:ext cx="4342449" cy="168586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EFE8D7D-BEF9-A7E5-45FB-C525761741D8}"/>
              </a:ext>
            </a:extLst>
          </p:cNvPr>
          <p:cNvSpPr txBox="1"/>
          <p:nvPr/>
        </p:nvSpPr>
        <p:spPr>
          <a:xfrm>
            <a:off x="0" y="6142366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00" b="0" i="0" u="none" strike="noStrike" noProof="0">
                <a:latin typeface="Calibri"/>
              </a:rPr>
              <a:t>[7] 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D. </a:t>
            </a:r>
            <a:r>
              <a:rPr lang="en-GB" sz="1000" b="0" i="0" u="none" strike="noStrike" kern="1200" err="1">
                <a:solidFill>
                  <a:schemeClr val="tx1"/>
                </a:solidFill>
                <a:latin typeface="Calibri"/>
                <a:ea typeface="+mn-ea"/>
                <a:cs typeface="+mn-cs"/>
              </a:rPr>
              <a:t>Gunji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, T. </a:t>
            </a:r>
            <a:r>
              <a:rPr lang="en-GB" sz="1000" b="0" i="0" u="none" strike="noStrike" kern="1200" err="1">
                <a:solidFill>
                  <a:schemeClr val="tx1"/>
                </a:solidFill>
                <a:latin typeface="Calibri"/>
                <a:ea typeface="+mn-ea"/>
                <a:cs typeface="+mn-cs"/>
              </a:rPr>
              <a:t>Imura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 and H. Fujimoto, "Stability analysis of constant power load and load voltage control method for Wireless In-Wheel Motor," 2015 9th International Conference on Power Electronics and ECCE Asia (ICPE-ECCE Asia), Seoul, Korea (South), 2015, pp. 1944-1949, </a:t>
            </a:r>
            <a:r>
              <a:rPr lang="en-GB" sz="1000" b="0" i="0" u="none" strike="noStrike" kern="1200" err="1">
                <a:solidFill>
                  <a:schemeClr val="tx1"/>
                </a:solidFill>
                <a:latin typeface="Calibri"/>
                <a:ea typeface="+mn-ea"/>
                <a:cs typeface="+mn-cs"/>
              </a:rPr>
              <a:t>doi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: 10.1109/ICPE.2015.7168044.</a:t>
            </a:r>
            <a:endParaRPr lang="en-US" sz="1000" b="0" i="0" u="none" strike="noStrike" kern="120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8AE852AF-88F2-F589-19DE-3B11874F9D65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arenthèse ouvrante 7">
            <a:extLst>
              <a:ext uri="{FF2B5EF4-FFF2-40B4-BE49-F238E27FC236}">
                <a16:creationId xmlns:a16="http://schemas.microsoft.com/office/drawing/2014/main" id="{F14CAFA1-454A-DC52-92D8-B992B2CA9A8F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5" name="Parenthèse ouvrante 8">
            <a:extLst>
              <a:ext uri="{FF2B5EF4-FFF2-40B4-BE49-F238E27FC236}">
                <a16:creationId xmlns:a16="http://schemas.microsoft.com/office/drawing/2014/main" id="{02CA34C1-33DE-3FD7-D2AC-4385288FA648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Demi-cadre 9">
            <a:extLst>
              <a:ext uri="{FF2B5EF4-FFF2-40B4-BE49-F238E27FC236}">
                <a16:creationId xmlns:a16="http://schemas.microsoft.com/office/drawing/2014/main" id="{B1559FA3-B281-A06A-AE44-4F61C3B36E16}"/>
              </a:ext>
            </a:extLst>
          </p:cNvPr>
          <p:cNvSpPr/>
          <p:nvPr/>
        </p:nvSpPr>
        <p:spPr>
          <a:xfrm rot="13620000">
            <a:off x="8324117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ZoneTexte 10">
            <a:extLst>
              <a:ext uri="{FF2B5EF4-FFF2-40B4-BE49-F238E27FC236}">
                <a16:creationId xmlns:a16="http://schemas.microsoft.com/office/drawing/2014/main" id="{8319B3E1-A5EE-DC1B-06C9-06C26D618369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err="1">
                <a:ea typeface="Calibri"/>
                <a:cs typeface="Calibri"/>
              </a:rPr>
              <a:t>Practical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6" name="ZoneTexte 11">
            <a:extLst>
              <a:ext uri="{FF2B5EF4-FFF2-40B4-BE49-F238E27FC236}">
                <a16:creationId xmlns:a16="http://schemas.microsoft.com/office/drawing/2014/main" id="{3B4ED428-6AFA-280C-5C49-7249AD0F5693}"/>
              </a:ext>
            </a:extLst>
          </p:cNvPr>
          <p:cNvSpPr txBox="1"/>
          <p:nvPr/>
        </p:nvSpPr>
        <p:spPr>
          <a:xfrm>
            <a:off x="7301993" y="962024"/>
            <a:ext cx="10069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err="1">
                <a:ea typeface="Calibri"/>
                <a:cs typeface="Calibri"/>
              </a:rPr>
              <a:t>Theoretical</a:t>
            </a:r>
            <a:endParaRPr lang="fr-FR" sz="1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75842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>
            <a:extLst>
              <a:ext uri="{FF2B5EF4-FFF2-40B4-BE49-F238E27FC236}">
                <a16:creationId xmlns:a16="http://schemas.microsoft.com/office/drawing/2014/main" id="{5C3DB8F8-9F4D-6E30-5947-11290A57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 algn="l" rtl="0" fontAlgn="base"/>
            <a:r>
              <a:rPr lang="en-US" sz="3200" b="0" i="0" u="none" strike="noStrike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Other solution</a:t>
            </a:r>
            <a:r>
              <a:rPr lang="en-US" sz="3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​​</a:t>
            </a:r>
            <a:endParaRPr lang="en-US" sz="3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s-ES" sz="3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sz="3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/>
            <a:r>
              <a:rPr lang="fr-FR" sz="2400" b="0" i="0" err="1">
                <a:effectLst/>
              </a:rPr>
              <a:t>Add</a:t>
            </a:r>
            <a:r>
              <a:rPr lang="fr-FR" sz="2400" b="0" i="0">
                <a:effectLst/>
              </a:rPr>
              <a:t> a </a:t>
            </a:r>
            <a:r>
              <a:rPr lang="fr-FR" sz="2400" b="0" i="0" err="1">
                <a:effectLst/>
              </a:rPr>
              <a:t>superconducting</a:t>
            </a:r>
            <a:r>
              <a:rPr lang="fr-FR" sz="2400" b="0" i="0">
                <a:effectLst/>
              </a:rPr>
              <a:t> </a:t>
            </a:r>
            <a:r>
              <a:rPr lang="fr-FR" sz="2400" b="0" i="0" err="1">
                <a:effectLst/>
              </a:rPr>
              <a:t>filter</a:t>
            </a:r>
            <a:r>
              <a:rPr lang="fr-FR" sz="2400" b="0" i="0">
                <a:effectLst/>
              </a:rPr>
              <a:t> in the circuit to </a:t>
            </a:r>
            <a:r>
              <a:rPr lang="fr-FR" sz="2400" b="0" i="0" err="1">
                <a:effectLst/>
              </a:rPr>
              <a:t>avoid</a:t>
            </a:r>
            <a:r>
              <a:rPr lang="fr-FR" sz="2400" b="0" i="0">
                <a:effectLst/>
              </a:rPr>
              <a:t> </a:t>
            </a:r>
            <a:r>
              <a:rPr lang="fr-FR" sz="2400" b="0" i="0" err="1">
                <a:effectLst/>
              </a:rPr>
              <a:t>instabilities</a:t>
            </a:r>
            <a:endParaRPr lang="fr-FR" sz="2400" b="0" i="0">
              <a:solidFill>
                <a:srgbClr val="000000"/>
              </a:solidFill>
              <a:effectLst/>
            </a:endParaRPr>
          </a:p>
          <a:p>
            <a:pPr algn="just" rtl="0" fontAlgn="base"/>
            <a:endParaRPr lang="fr-FR" sz="2400" b="0" i="0">
              <a:solidFill>
                <a:srgbClr val="000000"/>
              </a:solidFill>
              <a:effectLst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s-E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EDF9CF-B5FF-2984-5BB3-B65F742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064F8C-3A9D-C0CA-2B90-A2D0ACA28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2"/>
          <a:stretch/>
        </p:blipFill>
        <p:spPr>
          <a:xfrm>
            <a:off x="1013406" y="2600824"/>
            <a:ext cx="7117188" cy="325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8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II. Superconducting filter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0F3040C4-CD28-6CFB-CA1D-A2F581296F80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910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Stability condition for a DC circuit under constant power load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Stable if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EDF9CF-B5FF-2984-5BB3-B65F742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424B044-2595-6384-992A-9C13CA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81" y="1691731"/>
            <a:ext cx="6291993" cy="3135110"/>
          </a:xfrm>
          <a:prstGeom prst="rect">
            <a:avLst/>
          </a:prstGeom>
        </p:spPr>
      </p:pic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10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Numerical stability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,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𝑚𝑎𝑥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	Ps = 2 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	 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2.5MW : </a:t>
                </a:r>
                <a:r>
                  <a:rPr lang="en-US" altLang="ja-JP" sz="2400">
                    <a:solidFill>
                      <a:srgbClr val="FF0000"/>
                    </a:solidFill>
                    <a:ea typeface="Lucida Sans Unicode" charset="0"/>
                    <a:cs typeface="Lucida Sans Unicode"/>
                  </a:rPr>
                  <a:t>Unstable  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3MW : </a:t>
                </a:r>
                <a:r>
                  <a:rPr lang="en-US" altLang="ja-JP" sz="2400">
                    <a:solidFill>
                      <a:srgbClr val="FF0000"/>
                    </a:solidFill>
                    <a:ea typeface="Lucida Sans Unicode" charset="0"/>
                    <a:cs typeface="Lucida Sans Unicode"/>
                  </a:rPr>
                  <a:t>Unstable</a:t>
                </a: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2" name="Image 2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789DFE6A-E433-C7F6-AE5A-0AF9F15FB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119"/>
          <a:stretch/>
        </p:blipFill>
        <p:spPr>
          <a:xfrm>
            <a:off x="4572000" y="641011"/>
            <a:ext cx="4362450" cy="1719079"/>
          </a:xfrm>
          <a:prstGeom prst="rect">
            <a:avLst/>
          </a:prstGeom>
        </p:spPr>
      </p:pic>
      <p:pic>
        <p:nvPicPr>
          <p:cNvPr id="11" name="Picture 11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5B35F8D9-C810-91B6-995D-A9B161C87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87" y="3099833"/>
            <a:ext cx="2440880" cy="2789859"/>
          </a:xfrm>
          <a:prstGeom prst="rect">
            <a:avLst/>
          </a:prstGeom>
        </p:spPr>
      </p:pic>
      <p:pic>
        <p:nvPicPr>
          <p:cNvPr id="4" name="Image 11">
            <a:extLst>
              <a:ext uri="{FF2B5EF4-FFF2-40B4-BE49-F238E27FC236}">
                <a16:creationId xmlns:a16="http://schemas.microsoft.com/office/drawing/2014/main" id="{0A88691F-0E10-7E35-98E3-E01BBD3F83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97" t="-885" r="94978" b="1475"/>
          <a:stretch/>
        </p:blipFill>
        <p:spPr>
          <a:xfrm>
            <a:off x="-6350" y="2895599"/>
            <a:ext cx="552237" cy="3198329"/>
          </a:xfrm>
          <a:prstGeom prst="rect">
            <a:avLst/>
          </a:prstGeom>
        </p:spPr>
      </p:pic>
      <p:pic>
        <p:nvPicPr>
          <p:cNvPr id="8" name="Picture 13" descr="A picture containing table&#10;&#10;Description automatically generated">
            <a:extLst>
              <a:ext uri="{FF2B5EF4-FFF2-40B4-BE49-F238E27FC236}">
                <a16:creationId xmlns:a16="http://schemas.microsoft.com/office/drawing/2014/main" id="{C9F7BB90-B01B-C6EB-0FA2-9FEDA9217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1614" y="3099832"/>
            <a:ext cx="2440880" cy="2696376"/>
          </a:xfrm>
          <a:prstGeom prst="rect">
            <a:avLst/>
          </a:prstGeom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6713F1ED-0374-48E8-5BE7-49FCBED1C1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7235" y="3099832"/>
            <a:ext cx="2440881" cy="2696377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2603376-F454-E639-85CB-8044F3590084}"/>
              </a:ext>
            </a:extLst>
          </p:cNvPr>
          <p:cNvCxnSpPr>
            <a:cxnSpLocks/>
          </p:cNvCxnSpPr>
          <p:nvPr/>
        </p:nvCxnSpPr>
        <p:spPr>
          <a:xfrm>
            <a:off x="1524000" y="3241040"/>
            <a:ext cx="1462767" cy="274320"/>
          </a:xfrm>
          <a:prstGeom prst="line">
            <a:avLst/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E3A9719A-A670-2990-BEEE-CA278F2BFC4A}"/>
              </a:ext>
            </a:extLst>
          </p:cNvPr>
          <p:cNvCxnSpPr>
            <a:cxnSpLocks/>
          </p:cNvCxnSpPr>
          <p:nvPr/>
        </p:nvCxnSpPr>
        <p:spPr>
          <a:xfrm flipV="1">
            <a:off x="4378960" y="3241040"/>
            <a:ext cx="1373534" cy="18796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31D6BBD8-0F94-7AC3-78AA-A49DD9A73526}"/>
              </a:ext>
            </a:extLst>
          </p:cNvPr>
          <p:cNvSpPr/>
          <p:nvPr/>
        </p:nvSpPr>
        <p:spPr>
          <a:xfrm rot="8975042">
            <a:off x="6935868" y="2311191"/>
            <a:ext cx="2885533" cy="978745"/>
          </a:xfrm>
          <a:prstGeom prst="arc">
            <a:avLst>
              <a:gd name="adj1" fmla="val 16819023"/>
              <a:gd name="adj2" fmla="val 20943917"/>
            </a:avLst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Espace réservé du numéro de diapositive 6">
            <a:extLst>
              <a:ext uri="{FF2B5EF4-FFF2-40B4-BE49-F238E27FC236}">
                <a16:creationId xmlns:a16="http://schemas.microsoft.com/office/drawing/2014/main" id="{976847F2-B29E-ECE7-EB3D-F27C0DAF3F9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7953DA-BF19-1CF5-BF69-67D20775C3C8}"/>
              </a:ext>
            </a:extLst>
          </p:cNvPr>
          <p:cNvSpPr txBox="1"/>
          <p:nvPr/>
        </p:nvSpPr>
        <p:spPr>
          <a:xfrm rot="16200000">
            <a:off x="49695" y="4679403"/>
            <a:ext cx="552237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/>
              <a:t>[A]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497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Stability condition for a DC circuit under constant power load with superconductor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Stable if: </a:t>
                </a:r>
                <a14:m>
                  <m:oMath xmlns:m="http://schemas.openxmlformats.org/officeDocument/2006/math">
                    <m:r>
                      <a:rPr lang="fr-FR" altLang="ja-JP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 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(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𝑅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+</m:t>
                        </m:r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𝑠𝑢𝑝𝑟𝑎</m:t>
                            </m:r>
                          </m:sub>
                        </m:sSub>
                        <m:d>
                          <m:d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d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𝐼</m:t>
                            </m:r>
                          </m:e>
                        </m:d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)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den>
                    </m:f>
                    <m:sSubSup>
                      <m:sSubSup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Sup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𝑒</m:t>
                        </m:r>
                      </m:sub>
                      <m: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2</m:t>
                        </m:r>
                      </m:sup>
                    </m:sSubSup>
                  </m:oMath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EDF9CF-B5FF-2984-5BB3-B65F742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12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DFAEB7-B2D4-0A14-22ED-24178A394E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62"/>
          <a:stretch/>
        </p:blipFill>
        <p:spPr>
          <a:xfrm>
            <a:off x="1013406" y="1970904"/>
            <a:ext cx="7117188" cy="325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1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 err="1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Avantages</a:t>
                </a: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 of the superconductor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(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</m:ctrlPr>
                            </m:sSubPr>
                            <m:e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𝑠𝑢𝑝𝑟𝑎</m:t>
                              </m:r>
                            </m:sub>
                          </m:sSub>
                          <m:d>
                            <m:dPr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</m:ctrlPr>
                            </m:dPr>
                            <m:e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𝐼</m:t>
                              </m:r>
                            </m:e>
                          </m:d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)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err="1">
                    <a:ea typeface="Lucida Sans Unicode" charset="0"/>
                    <a:cs typeface="Lucida Sans Unicode" charset="0"/>
                  </a:rPr>
                  <a:t>Caracteristic</a:t>
                </a: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 UI of the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superconductor: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ea typeface="Lucida Sans Unicode" charset="0"/>
                  <a:cs typeface="Lucida Sans Unicode" charset="0"/>
                </a:endParaRPr>
              </a:p>
              <a:p>
                <a:pPr marL="342900" indent="-342900">
                  <a:buFont typeface="Symbol" panose="05050102010706020507" pitchFamily="18" charset="2"/>
                  <a:buChar char="Þ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Become resistant at a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certain current</a:t>
                </a: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EDF9CF-B5FF-2984-5BB3-B65F742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DFAEB7-B2D4-0A14-22ED-24178A394E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62"/>
          <a:stretch/>
        </p:blipFill>
        <p:spPr>
          <a:xfrm>
            <a:off x="4662748" y="1441356"/>
            <a:ext cx="3763800" cy="1719341"/>
          </a:xfrm>
          <a:prstGeom prst="rect">
            <a:avLst/>
          </a:prstGeom>
        </p:spPr>
      </p:pic>
      <p:pic>
        <p:nvPicPr>
          <p:cNvPr id="8" name="Image 7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2DB6CF3E-EF5E-B225-408B-0B9D1C671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453" y="3549659"/>
            <a:ext cx="3953021" cy="288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264A2E-7A64-19C9-ADF5-FEF4AE9E3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343" y="3099830"/>
            <a:ext cx="2648606" cy="2696377"/>
          </a:xfrm>
          <a:prstGeom prst="rect">
            <a:avLst/>
          </a:prstGeom>
        </p:spPr>
      </p:pic>
      <p:pic>
        <p:nvPicPr>
          <p:cNvPr id="7" name="Image 6" descr="Une image contenant texte, capture d’écran, document&#10;&#10;Description générée automatiquement">
            <a:extLst>
              <a:ext uri="{FF2B5EF4-FFF2-40B4-BE49-F238E27FC236}">
                <a16:creationId xmlns:a16="http://schemas.microsoft.com/office/drawing/2014/main" id="{B6ABCEEE-D8BA-EF24-3FEC-91AF80908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85" y="3099832"/>
            <a:ext cx="2440881" cy="2696376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BC000EF0-FA14-A1B8-C16F-24AAC073A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522" y="3099831"/>
            <a:ext cx="2494306" cy="26963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Numerical stability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,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𝑚𝑎𝑥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(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</m:ctrlPr>
                            </m:sSubPr>
                            <m:e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𝑠𝑢𝑝𝑟𝑎</m:t>
                              </m:r>
                            </m:sub>
                          </m:s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(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))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	Ps = 2 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	    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2.5MW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</a:t>
                </a:r>
                <a:r>
                  <a:rPr lang="en-US" altLang="ja-JP" sz="2400">
                    <a:solidFill>
                      <a:srgbClr val="FF0000"/>
                    </a:solidFill>
                    <a:ea typeface="Lucida Sans Unicode" charset="0"/>
                    <a:cs typeface="Lucida Sans Unicode"/>
                  </a:rPr>
                  <a:t>      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3MW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</a:t>
                </a: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=&gt; Stability for all power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6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4" name="Image 11">
            <a:extLst>
              <a:ext uri="{FF2B5EF4-FFF2-40B4-BE49-F238E27FC236}">
                <a16:creationId xmlns:a16="http://schemas.microsoft.com/office/drawing/2014/main" id="{0A88691F-0E10-7E35-98E3-E01BBD3F832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97" t="-885" r="94978" b="17076"/>
          <a:stretch/>
        </p:blipFill>
        <p:spPr>
          <a:xfrm>
            <a:off x="-6350" y="2895599"/>
            <a:ext cx="552235" cy="2696377"/>
          </a:xfrm>
          <a:prstGeom prst="rect">
            <a:avLst/>
          </a:prstGeom>
        </p:spPr>
      </p:pic>
      <p:sp>
        <p:nvSpPr>
          <p:cNvPr id="20" name="Arc 19">
            <a:extLst>
              <a:ext uri="{FF2B5EF4-FFF2-40B4-BE49-F238E27FC236}">
                <a16:creationId xmlns:a16="http://schemas.microsoft.com/office/drawing/2014/main" id="{31D6BBD8-0F94-7AC3-78AA-A49DD9A73526}"/>
              </a:ext>
            </a:extLst>
          </p:cNvPr>
          <p:cNvSpPr/>
          <p:nvPr/>
        </p:nvSpPr>
        <p:spPr>
          <a:xfrm rot="10386094">
            <a:off x="6417708" y="2351628"/>
            <a:ext cx="2885533" cy="978745"/>
          </a:xfrm>
          <a:prstGeom prst="arc">
            <a:avLst>
              <a:gd name="adj1" fmla="val 16819023"/>
              <a:gd name="adj2" fmla="val 20943917"/>
            </a:avLst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A15ED4F3-A678-C4A4-4D2F-BB52B5C0347C}"/>
              </a:ext>
            </a:extLst>
          </p:cNvPr>
          <p:cNvSpPr/>
          <p:nvPr/>
        </p:nvSpPr>
        <p:spPr>
          <a:xfrm rot="10386094">
            <a:off x="3276416" y="2405274"/>
            <a:ext cx="2885533" cy="978745"/>
          </a:xfrm>
          <a:prstGeom prst="arc">
            <a:avLst>
              <a:gd name="adj1" fmla="val 18564637"/>
              <a:gd name="adj2" fmla="val 20943917"/>
            </a:avLst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4706080-2AC7-AB3A-6A2B-1CE2D0EDE73A}"/>
              </a:ext>
            </a:extLst>
          </p:cNvPr>
          <p:cNvSpPr/>
          <p:nvPr/>
        </p:nvSpPr>
        <p:spPr>
          <a:xfrm rot="10324199">
            <a:off x="715680" y="2111347"/>
            <a:ext cx="3492750" cy="1632589"/>
          </a:xfrm>
          <a:prstGeom prst="arc">
            <a:avLst>
              <a:gd name="adj1" fmla="val 18079602"/>
              <a:gd name="adj2" fmla="val 21384100"/>
            </a:avLst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C482ECE-55EC-C045-9CD5-DAED1A79E9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4855" y="422802"/>
            <a:ext cx="3891089" cy="1868321"/>
          </a:xfrm>
          <a:prstGeom prst="rect">
            <a:avLst/>
          </a:prstGeom>
        </p:spPr>
      </p:pic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E1B9CBD6-F628-0ADA-AE1C-BDF70858841D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6371728-5451-E5E2-8A57-1B5B5F7572F7}"/>
              </a:ext>
            </a:extLst>
          </p:cNvPr>
          <p:cNvSpPr txBox="1"/>
          <p:nvPr/>
        </p:nvSpPr>
        <p:spPr>
          <a:xfrm rot="16200000">
            <a:off x="49695" y="4679403"/>
            <a:ext cx="552237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/>
              <a:t>[A]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27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148D41A-9A14-7BB4-D549-D0F44BCC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001038-27CB-9A49-434D-191901A3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B8DF647-58A4-AF7F-C933-BF5291DE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ScPF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 behavior (simulated with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Matlab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)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2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		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2.5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		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3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9B3FCC9-5041-1C19-A09F-2BA5FFDD7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44" y="4152445"/>
            <a:ext cx="2674560" cy="189206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86B3D68-C2EA-5937-5931-5BF4AAD7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5" y="1686861"/>
            <a:ext cx="2674559" cy="18920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870FFF9-36C6-9491-94D6-3BFEC8AECC5E}"/>
              </a:ext>
            </a:extLst>
          </p:cNvPr>
          <p:cNvSpPr txBox="1"/>
          <p:nvPr/>
        </p:nvSpPr>
        <p:spPr>
          <a:xfrm rot="-5400000">
            <a:off x="-171152" y="2432834"/>
            <a:ext cx="845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i="1" err="1">
                <a:cs typeface="Calibri"/>
              </a:rPr>
              <a:t>i</a:t>
            </a:r>
            <a:r>
              <a:rPr lang="fr-FR" sz="1000" err="1">
                <a:cs typeface="Calibri"/>
              </a:rPr>
              <a:t>ScPF</a:t>
            </a:r>
            <a:r>
              <a:rPr lang="fr-FR" sz="1000">
                <a:cs typeface="Calibri"/>
              </a:rPr>
              <a:t> </a:t>
            </a:r>
            <a:r>
              <a:rPr lang="fr-FR" sz="2000">
                <a:cs typeface="Calibri"/>
              </a:rPr>
              <a:t>[A]</a:t>
            </a:r>
            <a:endParaRPr lang="fr-FR">
              <a:cs typeface="Calibri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DB9A30B-7768-39CB-F115-D546CCE98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377" y="1686861"/>
            <a:ext cx="2674560" cy="189206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DDD37C9-16A0-68C6-9886-641BAF150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377" y="4152445"/>
            <a:ext cx="2674560" cy="189206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6BB45B0-0AA7-5878-44F1-9C5E112BD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910" y="1686861"/>
            <a:ext cx="2674559" cy="189205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FAA88E3-0010-E5FA-6A0B-28E12F438F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909" y="4152445"/>
            <a:ext cx="2674560" cy="189206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40BCDE3-C33D-FCA7-F7A4-92078CB5EAC4}"/>
              </a:ext>
            </a:extLst>
          </p:cNvPr>
          <p:cNvSpPr txBox="1"/>
          <p:nvPr/>
        </p:nvSpPr>
        <p:spPr>
          <a:xfrm rot="-5400000">
            <a:off x="-209252" y="4898420"/>
            <a:ext cx="9215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i="1" err="1">
                <a:cs typeface="Calibri"/>
              </a:rPr>
              <a:t>r</a:t>
            </a:r>
            <a:r>
              <a:rPr lang="fr-FR" sz="1000" err="1">
                <a:cs typeface="Calibri"/>
              </a:rPr>
              <a:t>ScPF</a:t>
            </a:r>
            <a:r>
              <a:rPr lang="fr-FR" sz="1000">
                <a:cs typeface="Calibri"/>
              </a:rPr>
              <a:t> </a:t>
            </a:r>
            <a:r>
              <a:rPr lang="fr-FR" sz="2000">
                <a:cs typeface="Calibri"/>
              </a:rPr>
              <a:t>[Ω]</a:t>
            </a:r>
            <a:endParaRPr lang="fr-FR">
              <a:cs typeface="Calibri"/>
            </a:endParaRPr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FB5ECAA-7B76-C679-B568-4DE85FE67798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243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7B8DF647-58A4-AF7F-C933-BF5291DE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ScPF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 behavior (simulated with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Matlab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)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2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		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2.5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		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3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703B99F-EA6B-EB72-7214-58F692C1D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47" y="1686859"/>
            <a:ext cx="2674560" cy="1892061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148D41A-9A14-7BB4-D549-D0F44BCC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001038-27CB-9A49-434D-191901A3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74E1D0A-4CC8-C067-2FD6-7566C01C4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47" y="4165177"/>
            <a:ext cx="2674560" cy="18920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A700E68-E71B-084B-7A70-933AC86F7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270" y="1686858"/>
            <a:ext cx="2674561" cy="189206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BB40B70-94EE-65EC-F3A2-77E2CD8C3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271" y="4165177"/>
            <a:ext cx="2674560" cy="189206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E655673-C8F5-9A73-02EB-8E468449E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194" y="1686859"/>
            <a:ext cx="2674560" cy="189206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D2BDFE1-5C47-46CC-BB06-95E3F424A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193" y="4165176"/>
            <a:ext cx="2674561" cy="189206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8D5B06A-8F0F-75F2-412A-9C479666BEA6}"/>
              </a:ext>
            </a:extLst>
          </p:cNvPr>
          <p:cNvSpPr txBox="1"/>
          <p:nvPr/>
        </p:nvSpPr>
        <p:spPr>
          <a:xfrm rot="-5400000">
            <a:off x="-171151" y="2312690"/>
            <a:ext cx="845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i="1">
                <a:cs typeface="Calibri"/>
              </a:rPr>
              <a:t>T</a:t>
            </a:r>
            <a:r>
              <a:rPr lang="fr-FR" sz="1000">
                <a:cs typeface="Calibri"/>
              </a:rPr>
              <a:t>SC </a:t>
            </a:r>
            <a:r>
              <a:rPr lang="fr-FR" sz="2000">
                <a:cs typeface="Calibri"/>
              </a:rPr>
              <a:t>[K]</a:t>
            </a:r>
            <a:endParaRPr lang="fr-FR"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C4C9A205-2A6C-AAB9-03AD-91CA64A7D9F0}"/>
                  </a:ext>
                </a:extLst>
              </p:cNvPr>
              <p:cNvSpPr txBox="1"/>
              <p:nvPr/>
            </p:nvSpPr>
            <p:spPr>
              <a:xfrm rot="-5400000">
                <a:off x="-1148021" y="4628486"/>
                <a:ext cx="2799082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  <a:cs typeface="Calibri"/>
                      </a:rPr>
                      <m:t>𝑃𝑜𝑤𝑒</m:t>
                    </m:r>
                    <m:sSub>
                      <m:sSubPr>
                        <m:ctrlPr>
                          <a:rPr lang="fr-FR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  <a:cs typeface="Calibri"/>
                          </a:rPr>
                          <m:t>𝑟</m:t>
                        </m:r>
                      </m:e>
                      <m:sub>
                        <m:r>
                          <a:rPr lang="fr-FR" i="1" dirty="0" smtClean="0">
                            <a:latin typeface="Cambria Math" panose="02040503050406030204" pitchFamily="18" charset="0"/>
                            <a:cs typeface="Calibri"/>
                          </a:rPr>
                          <m:t>𝑠𝑢𝑝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𝑒𝑟</m:t>
                        </m:r>
                        <m:r>
                          <a:rPr lang="fr-FR" sz="1000" i="1" dirty="0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</m:sub>
                    </m:sSub>
                  </m:oMath>
                </a14:m>
                <a:r>
                  <a:rPr lang="fr-FR" sz="2000">
                    <a:cs typeface="Calibri"/>
                  </a:rPr>
                  <a:t>, </a:t>
                </a:r>
                <a:r>
                  <a:rPr lang="fr-FR" sz="2000" err="1">
                    <a:cs typeface="Calibri"/>
                  </a:rPr>
                  <a:t>CPcoil</a:t>
                </a:r>
                <a:r>
                  <a:rPr lang="fr-FR" sz="2000">
                    <a:cs typeface="Calibri"/>
                  </a:rPr>
                  <a:t> [W]</a:t>
                </a:r>
                <a:endParaRPr lang="fr-FR">
                  <a:cs typeface="Calibri"/>
                </a:endParaRPr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C4C9A205-2A6C-AAB9-03AD-91CA64A7D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5400000">
                <a:off x="-1148021" y="4628486"/>
                <a:ext cx="2799082" cy="400110"/>
              </a:xfrm>
              <a:prstGeom prst="rect">
                <a:avLst/>
              </a:prstGeom>
              <a:blipFill>
                <a:blip r:embed="rId8"/>
                <a:stretch>
                  <a:fillRect l="-9091" r="-242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31FAD628-91B4-E009-5112-C814465BA72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4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</a:t>
            </a:r>
            <a:r>
              <a:rPr lang="en-GB" sz="3200" b="1">
                <a:ea typeface="ＭＳ Ｐゴシック"/>
              </a:rPr>
              <a:t>Filter’s optimization</a:t>
            </a:r>
            <a:endParaRPr lang="en-US" sz="3200" b="1">
              <a:solidFill>
                <a:srgbClr val="000000"/>
              </a:solidFill>
              <a:ea typeface="ＭＳ Ｐゴシック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BA1D77D-D071-2B5A-0674-FB38AB35A8D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>
            <a:extLst>
              <a:ext uri="{FF2B5EF4-FFF2-40B4-BE49-F238E27FC236}">
                <a16:creationId xmlns:a16="http://schemas.microsoft.com/office/drawing/2014/main" id="{3909E233-F596-CB67-5D39-4C5F5C85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Coupling between MOPSO and Simulink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D226DCA-1CFC-8984-7B31-52FF8FEB5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700" y="4081891"/>
            <a:ext cx="4879780" cy="2382220"/>
          </a:xfrm>
          <a:prstGeom prst="rect">
            <a:avLst/>
          </a:prstGeom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59AFECF6-E8A9-AB92-F866-E0137C8AD2A0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18</a:t>
            </a:fld>
            <a:endParaRPr lang="fr-FR"/>
          </a:p>
        </p:txBody>
      </p:sp>
      <p:graphicFrame>
        <p:nvGraphicFramePr>
          <p:cNvPr id="4" name="Diagramme 5">
            <a:extLst>
              <a:ext uri="{FF2B5EF4-FFF2-40B4-BE49-F238E27FC236}">
                <a16:creationId xmlns:a16="http://schemas.microsoft.com/office/drawing/2014/main" id="{1061485C-FB14-098E-073B-1E09999816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230269"/>
              </p:ext>
            </p:extLst>
          </p:nvPr>
        </p:nvGraphicFramePr>
        <p:xfrm>
          <a:off x="-779680" y="1584999"/>
          <a:ext cx="5906278" cy="487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7" name="Groupe 6">
            <a:extLst>
              <a:ext uri="{FF2B5EF4-FFF2-40B4-BE49-F238E27FC236}">
                <a16:creationId xmlns:a16="http://schemas.microsoft.com/office/drawing/2014/main" id="{35FA0F36-F9A2-DAF4-1326-E77693993470}"/>
              </a:ext>
            </a:extLst>
          </p:cNvPr>
          <p:cNvGrpSpPr/>
          <p:nvPr/>
        </p:nvGrpSpPr>
        <p:grpSpPr>
          <a:xfrm>
            <a:off x="5258783" y="2571855"/>
            <a:ext cx="3102897" cy="673669"/>
            <a:chOff x="1482024" y="1103964"/>
            <a:chExt cx="2942228" cy="735557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80788BE-6B24-0C94-2ED8-F275956D3ED6}"/>
                </a:ext>
              </a:extLst>
            </p:cNvPr>
            <p:cNvSpPr/>
            <p:nvPr/>
          </p:nvSpPr>
          <p:spPr>
            <a:xfrm>
              <a:off x="1482024" y="1103964"/>
              <a:ext cx="2942228" cy="7355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angle : coins arrondis 4">
              <a:extLst>
                <a:ext uri="{FF2B5EF4-FFF2-40B4-BE49-F238E27FC236}">
                  <a16:creationId xmlns:a16="http://schemas.microsoft.com/office/drawing/2014/main" id="{9496AC1A-AC0B-F333-3184-6BDB9C6B586E}"/>
                </a:ext>
              </a:extLst>
            </p:cNvPr>
            <p:cNvSpPr txBox="1"/>
            <p:nvPr/>
          </p:nvSpPr>
          <p:spPr>
            <a:xfrm>
              <a:off x="1503568" y="1125508"/>
              <a:ext cx="2899140" cy="692469"/>
            </a:xfrm>
            <a:prstGeom prst="rect">
              <a:avLst/>
            </a:prstGeom>
            <a:solidFill>
              <a:srgbClr val="C00000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600" kern="1200"/>
                <a:t>Simulink</a:t>
              </a:r>
            </a:p>
          </p:txBody>
        </p:sp>
      </p:grpSp>
      <p:sp>
        <p:nvSpPr>
          <p:cNvPr id="12" name="Flèche : courbe vers la gauche 11">
            <a:extLst>
              <a:ext uri="{FF2B5EF4-FFF2-40B4-BE49-F238E27FC236}">
                <a16:creationId xmlns:a16="http://schemas.microsoft.com/office/drawing/2014/main" id="{14E47CE5-967F-4BB5-25FD-26E8593CD0DF}"/>
              </a:ext>
            </a:extLst>
          </p:cNvPr>
          <p:cNvSpPr/>
          <p:nvPr/>
        </p:nvSpPr>
        <p:spPr>
          <a:xfrm rot="5400000">
            <a:off x="4710529" y="1032613"/>
            <a:ext cx="877577" cy="5199191"/>
          </a:xfrm>
          <a:prstGeom prst="curvedLeftArrow">
            <a:avLst>
              <a:gd name="adj1" fmla="val 15571"/>
              <a:gd name="adj2" fmla="val 50000"/>
              <a:gd name="adj3" fmla="val 25278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Flèche : virage 22">
            <a:extLst>
              <a:ext uri="{FF2B5EF4-FFF2-40B4-BE49-F238E27FC236}">
                <a16:creationId xmlns:a16="http://schemas.microsoft.com/office/drawing/2014/main" id="{AA33CB69-4DCD-8098-AC46-8E4F0355D2EE}"/>
              </a:ext>
            </a:extLst>
          </p:cNvPr>
          <p:cNvSpPr/>
          <p:nvPr/>
        </p:nvSpPr>
        <p:spPr>
          <a:xfrm>
            <a:off x="627609" y="2652900"/>
            <a:ext cx="681135" cy="2459239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Signe Moins 23">
            <a:extLst>
              <a:ext uri="{FF2B5EF4-FFF2-40B4-BE49-F238E27FC236}">
                <a16:creationId xmlns:a16="http://schemas.microsoft.com/office/drawing/2014/main" id="{95C60FC9-2AF0-CE88-58F7-B3A212CF926A}"/>
              </a:ext>
            </a:extLst>
          </p:cNvPr>
          <p:cNvSpPr/>
          <p:nvPr/>
        </p:nvSpPr>
        <p:spPr>
          <a:xfrm>
            <a:off x="482985" y="4618653"/>
            <a:ext cx="970384" cy="783772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courbe vers la gauche 14">
            <a:extLst>
              <a:ext uri="{FF2B5EF4-FFF2-40B4-BE49-F238E27FC236}">
                <a16:creationId xmlns:a16="http://schemas.microsoft.com/office/drawing/2014/main" id="{A28BC024-FC45-E28C-D0A3-ABB98D73E349}"/>
              </a:ext>
            </a:extLst>
          </p:cNvPr>
          <p:cNvSpPr/>
          <p:nvPr/>
        </p:nvSpPr>
        <p:spPr>
          <a:xfrm rot="16200000">
            <a:off x="4696536" y="-432821"/>
            <a:ext cx="1043612" cy="5199191"/>
          </a:xfrm>
          <a:prstGeom prst="curvedLeftArrow">
            <a:avLst>
              <a:gd name="adj1" fmla="val 15571"/>
              <a:gd name="adj2" fmla="val 50000"/>
              <a:gd name="adj3" fmla="val 25278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997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R and -L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/>
                  </a:rPr>
                  <a:t>Goal: check the coupling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/>
                  </a:rPr>
                  <a:t>- No concrete physical interpretation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Variables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𝑅</m:t>
                    </m:r>
                    <m:r>
                      <a:rPr lang="fr-FR" altLang="ja-JP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∈[</m:t>
                    </m:r>
                    <m:sSup>
                      <m:sSup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pPr>
                      <m:e>
                        <m:r>
                          <a:rPr lang="fr-FR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30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⋅</m:t>
                        </m:r>
                        <m:r>
                          <a:rPr lang="fr-FR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10</m:t>
                        </m:r>
                      </m:e>
                      <m:sup>
                        <m:r>
                          <a:rPr lang="fr-FR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−3</m:t>
                        </m:r>
                      </m:sup>
                    </m:sSup>
                    <m:r>
                      <a:rPr lang="fr-FR" altLang="ja-JP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;</m:t>
                    </m:r>
                    <m:sSup>
                      <m:sSup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pPr>
                      <m:e>
                        <m:r>
                          <a:rPr lang="fr-FR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50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⋅</m:t>
                        </m:r>
                        <m:r>
                          <a:rPr lang="fr-FR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10</m:t>
                        </m:r>
                      </m:e>
                      <m:sup>
                        <m:r>
                          <a:rPr lang="fr-FR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−3</m:t>
                        </m:r>
                      </m:sup>
                    </m:sSup>
                    <m:r>
                      <a:rPr lang="fr-FR" altLang="ja-JP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]</m:t>
                    </m:r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ja-JP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Ω</m:t>
                    </m:r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𝐿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∈[</m:t>
                    </m:r>
                    <m:sSup>
                      <m:sSup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p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0.2⋅10</m:t>
                        </m:r>
                      </m:e>
                      <m: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−3</m:t>
                        </m:r>
                      </m:sup>
                    </m:sSup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;</m:t>
                    </m:r>
                    <m:sSup>
                      <m:sSup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p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0.8⋅10</m:t>
                        </m:r>
                      </m:e>
                      <m: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−3</m:t>
                        </m:r>
                      </m:sup>
                    </m:sSup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]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[H]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Objectives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altLang="ja-JP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Lucida Sans Unicode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</m:ctrlPr>
                                </m:eqArrPr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𝑅</m:t>
                                  </m:r>
                                </m:e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−</m:t>
                                  </m:r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𝐿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2173459" y="6532336"/>
            <a:ext cx="4797083" cy="306000"/>
          </a:xfrm>
        </p:spPr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32336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E5C11466-342A-872F-5135-0FB652B47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757812"/>
            <a:ext cx="394208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chemeClr val="accent1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chemeClr val="accent1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chemeClr val="accent1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b="0" err="1">
                <a:solidFill>
                  <a:schemeClr val="accent1"/>
                </a:solidFill>
                <a:ea typeface="Lucida Sans Unicode" charset="0"/>
                <a:cs typeface="Lucida Sans Unicode"/>
              </a:rPr>
              <a:t>Constraints</a:t>
            </a:r>
            <a:r>
              <a:rPr lang="fr-FR" altLang="ja-JP" sz="2400" b="0">
                <a:solidFill>
                  <a:schemeClr val="accent1"/>
                </a:solidFill>
                <a:ea typeface="Lucida Sans Unicode" charset="0"/>
                <a:cs typeface="Lucida Sans Unicode"/>
              </a:rPr>
              <a:t> </a:t>
            </a:r>
          </a:p>
          <a:p>
            <a:pPr marL="342900" indent="-342900">
              <a:buFontTx/>
              <a:buChar char="-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b="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Stability</a:t>
            </a:r>
            <a:r>
              <a:rPr lang="fr-FR" altLang="ja-JP" sz="2400" b="0">
                <a:solidFill>
                  <a:srgbClr val="000000"/>
                </a:solidFill>
                <a:ea typeface="Lucida Sans Unicode" charset="0"/>
                <a:cs typeface="Lucida Sans Unicode"/>
              </a:rPr>
              <a:t> for P = 2.33 MW</a:t>
            </a:r>
          </a:p>
          <a:p>
            <a:pPr marL="342900" indent="-342900">
              <a:buFontTx/>
              <a:buChar char="-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342900" indent="-342900">
              <a:buFontTx/>
              <a:buChar char="-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b="0" err="1">
                <a:solidFill>
                  <a:schemeClr val="accent1"/>
                </a:solidFill>
                <a:ea typeface="Lucida Sans Unicode" charset="0"/>
                <a:cs typeface="Lucida Sans Unicode"/>
              </a:rPr>
              <a:t>Parameters</a:t>
            </a:r>
            <a:r>
              <a:rPr lang="fr-FR" altLang="ja-JP" sz="2400" b="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b="0">
                <a:solidFill>
                  <a:srgbClr val="000000"/>
                </a:solidFill>
                <a:ea typeface="Lucida Sans Unicode" charset="0"/>
                <a:cs typeface="Lucida Sans Unicode"/>
              </a:rPr>
              <a:t>30 </a:t>
            </a:r>
            <a:r>
              <a:rPr lang="fr-FR" altLang="ja-JP" sz="2400" b="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particles</a:t>
            </a:r>
            <a:r>
              <a:rPr lang="fr-FR" altLang="ja-JP" sz="2400" b="0">
                <a:solidFill>
                  <a:srgbClr val="000000"/>
                </a:solidFill>
                <a:ea typeface="Lucida Sans Unicode" charset="0"/>
                <a:cs typeface="Lucida Sans Unicode"/>
              </a:rPr>
              <a:t>, </a:t>
            </a:r>
            <a:r>
              <a:rPr lang="fr-FR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100 </a:t>
            </a:r>
            <a:r>
              <a:rPr lang="fr-FR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iterations</a:t>
            </a: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A699A114-8F26-3889-F266-ABFED0BF003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99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R et -L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=&gt; Coupling between </a:t>
                </a:r>
                <a:r>
                  <a:rPr lang="en-US" altLang="ja-JP" sz="2400" err="1">
                    <a:ea typeface="Lucida Sans Unicode" charset="0"/>
                    <a:cs typeface="Lucida Sans Unicode" charset="0"/>
                  </a:rPr>
                  <a:t>Matlab</a:t>
                </a: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 and Simulink : Ok for the test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3" name="Image 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A638DD00-547D-59ED-FDEF-2DDA83767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838" y="1381011"/>
            <a:ext cx="5616804" cy="4496942"/>
          </a:xfrm>
          <a:prstGeom prst="rect">
            <a:avLst/>
          </a:prstGeom>
        </p:spPr>
      </p:pic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49D20658-796B-C444-887C-E3A7AE8B3CE0}"/>
              </a:ext>
            </a:extLst>
          </p:cNvPr>
          <p:cNvSpPr/>
          <p:nvPr/>
        </p:nvSpPr>
        <p:spPr>
          <a:xfrm rot="16200000">
            <a:off x="3728720" y="2164079"/>
            <a:ext cx="2966720" cy="3271520"/>
          </a:xfrm>
          <a:prstGeom prst="rt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AE2E47DE-FECC-C41E-6FCD-BE2420A40DAA}"/>
              </a:ext>
            </a:extLst>
          </p:cNvPr>
          <p:cNvSpPr/>
          <p:nvPr/>
        </p:nvSpPr>
        <p:spPr>
          <a:xfrm rot="5400000">
            <a:off x="3596640" y="2123440"/>
            <a:ext cx="2966720" cy="3271520"/>
          </a:xfrm>
          <a:prstGeom prst="rtTriangl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Image 7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A9813C41-F403-E73B-E4E2-DE16B741E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838" y="1264209"/>
            <a:ext cx="5616804" cy="4496942"/>
          </a:xfrm>
          <a:prstGeom prst="rect">
            <a:avLst/>
          </a:prstGeom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2AC100D7-5527-7AFD-A2A1-1A0225623EEC}"/>
              </a:ext>
            </a:extLst>
          </p:cNvPr>
          <p:cNvSpPr/>
          <p:nvPr/>
        </p:nvSpPr>
        <p:spPr>
          <a:xfrm rot="16200000">
            <a:off x="3707518" y="2065039"/>
            <a:ext cx="2966720" cy="3271520"/>
          </a:xfrm>
          <a:prstGeom prst="rt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err="1"/>
              <a:t>Feasible</a:t>
            </a:r>
            <a:r>
              <a:rPr lang="fr-FR"/>
              <a:t> </a:t>
            </a:r>
            <a:r>
              <a:rPr lang="fr-FR" err="1"/>
              <a:t>domain</a:t>
            </a:r>
            <a:endParaRPr lang="en-GB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93605C91-15F6-429C-4DB1-C7C084967576}"/>
              </a:ext>
            </a:extLst>
          </p:cNvPr>
          <p:cNvSpPr/>
          <p:nvPr/>
        </p:nvSpPr>
        <p:spPr>
          <a:xfrm rot="5400000">
            <a:off x="3596640" y="2006638"/>
            <a:ext cx="2966720" cy="3271520"/>
          </a:xfrm>
          <a:prstGeom prst="rtTriangl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err="1"/>
              <a:t>Unfeasible</a:t>
            </a:r>
            <a:r>
              <a:rPr lang="fr-FR"/>
              <a:t> </a:t>
            </a:r>
            <a:r>
              <a:rPr lang="fr-FR" err="1"/>
              <a:t>domain</a:t>
            </a:r>
            <a:endParaRPr lang="en-GB"/>
          </a:p>
        </p:txBody>
      </p:sp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2E24A6E0-EA88-3EBC-8A79-0514E7B33A8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3800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1. Optimization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Cost_copper</a:t>
            </a:r>
            <a:r>
              <a:rPr lang="en-US" sz="3200" b="1">
                <a:solidFill>
                  <a:srgbClr val="000000"/>
                </a:solidFill>
                <a:ea typeface="ＭＳ Ｐゴシック"/>
              </a:rPr>
              <a:t> /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Cost_super</a:t>
            </a:r>
            <a:endParaRPr lang="en-US" sz="3200" b="1">
              <a:solidFill>
                <a:srgbClr val="000000"/>
              </a:solidFill>
              <a:ea typeface="ＭＳ Ｐゴシック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5854994E-F7E7-4045-62AC-B4A771E2E90E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5959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Cost_copper VS </a:t>
                </a:r>
                <a:r>
                  <a:rPr lang="en-US" altLang="ja-JP" sz="3200" err="1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Cost_super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/>
                  <a:t>Goal: Compromise </a:t>
                </a:r>
                <a:r>
                  <a:rPr lang="fr-FR" altLang="ja-JP" sz="2400" err="1"/>
                  <a:t>between</a:t>
                </a:r>
                <a:r>
                  <a:rPr lang="fr-FR" altLang="ja-JP" sz="2400"/>
                  <a:t>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the </a:t>
                </a:r>
                <a:r>
                  <a:rPr lang="fr-FR" altLang="ja-JP" sz="2400" err="1"/>
                  <a:t>material</a:t>
                </a:r>
                <a:endParaRPr lang="fr-FR" altLang="ja-JP" sz="2400"/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/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altLang="ja-JP" sz="2400" i="1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  <m:r>
                      <a:rPr lang="fr-FR" altLang="ja-JP" sz="2400" i="1">
                        <a:latin typeface="Cambria Math" panose="02040503050406030204" pitchFamily="18" charset="0"/>
                      </a:rPr>
                      <m:t>=100</m:t>
                    </m:r>
                    <m:r>
                      <a:rPr lang="fr-FR" altLang="ja-JP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sub>
                    </m:sSub>
                  </m:oMath>
                </a14:m>
                <a:r>
                  <a:rPr lang="fr-FR" altLang="ja-JP" sz="2400"/>
                  <a:t> </a:t>
                </a:r>
                <a:r>
                  <a:rPr lang="fr-FR" altLang="ja-JP" sz="2400" err="1"/>
                  <a:t>with</a:t>
                </a:r>
                <a:r>
                  <a:rPr lang="fr-FR" altLang="ja-JP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altLang="ja-JP" sz="2400" i="1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fr-FR" altLang="ja-JP" sz="2400"/>
                  <a:t> </a:t>
                </a:r>
                <a:r>
                  <a:rPr lang="fr-FR" altLang="ja-JP" sz="2400" err="1"/>
                  <a:t>price</a:t>
                </a:r>
                <a:r>
                  <a:rPr lang="fr-FR" altLang="ja-JP" sz="2400"/>
                  <a:t> per </a:t>
                </a:r>
                <a:r>
                  <a:rPr lang="fr-FR" altLang="ja-JP" sz="2400" err="1"/>
                  <a:t>meter</a:t>
                </a:r>
                <a:r>
                  <a:rPr lang="fr-FR" altLang="ja-JP" sz="2400"/>
                  <a:t> of the </a:t>
                </a:r>
                <a:r>
                  <a:rPr lang="fr-FR" altLang="ja-JP" sz="2400" err="1"/>
                  <a:t>superconductor</a:t>
                </a:r>
                <a:r>
                  <a:rPr lang="fr-FR" altLang="ja-JP" sz="24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sub>
                    </m:sSub>
                  </m:oMath>
                </a14:m>
                <a:r>
                  <a:rPr lang="fr-FR" altLang="ja-JP" sz="2400"/>
                  <a:t> </a:t>
                </a:r>
                <a:r>
                  <a:rPr lang="fr-FR" altLang="ja-JP" sz="2400" err="1"/>
                  <a:t>price</a:t>
                </a:r>
                <a:r>
                  <a:rPr lang="fr-FR" altLang="ja-JP" sz="2400"/>
                  <a:t> per </a:t>
                </a:r>
                <a:r>
                  <a:rPr lang="fr-FR" altLang="ja-JP" sz="2400" err="1"/>
                  <a:t>meter</a:t>
                </a:r>
                <a:r>
                  <a:rPr lang="fr-FR" altLang="ja-JP" sz="2400"/>
                  <a:t> of the </a:t>
                </a:r>
                <a:r>
                  <a:rPr lang="fr-FR" altLang="ja-JP" sz="2400" err="1"/>
                  <a:t>copper</a:t>
                </a:r>
                <a:endParaRPr lang="fr-FR" altLang="ja-JP" sz="2400"/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/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/>
                  <a:t>Optimization</a:t>
                </a:r>
                <a:r>
                  <a:rPr lang="fr-FR" altLang="ja-JP" sz="240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  <m:r>
                      <a:rPr lang="fr-FR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  <m:r>
                      <a:rPr lang="fr-FR" altLang="ja-JP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altLang="ja-JP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altLang="ja-JP"/>
                  <a:t> </a:t>
                </a:r>
                <a:r>
                  <a:rPr lang="fr-FR" altLang="ja-JP" sz="24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𝑐𝑢</m:t>
                        </m:r>
                      </m:sub>
                    </m:sSub>
                    <m:r>
                      <a:rPr lang="fr-FR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𝑐𝑜𝑝𝑝𝑒𝑟</m:t>
                        </m:r>
                      </m:sub>
                    </m:sSub>
                    <m:r>
                      <a:rPr lang="fr-FR" altLang="ja-JP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sub>
                    </m:sSub>
                  </m:oMath>
                </a14:m>
                <a:endParaRPr lang="fr-FR" altLang="ja-JP"/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275537F1-53C0-66D7-65B5-1028AC247D65}"/>
              </a:ext>
            </a:extLst>
          </p:cNvPr>
          <p:cNvGrpSpPr/>
          <p:nvPr/>
        </p:nvGrpSpPr>
        <p:grpSpPr>
          <a:xfrm>
            <a:off x="1348680" y="4063367"/>
            <a:ext cx="6446640" cy="2036820"/>
            <a:chOff x="838080" y="3597411"/>
            <a:chExt cx="6446640" cy="2036820"/>
          </a:xfrm>
        </p:grpSpPr>
        <p:sp>
          <p:nvSpPr>
            <p:cNvPr id="2" name="Cylindre 1">
              <a:extLst>
                <a:ext uri="{FF2B5EF4-FFF2-40B4-BE49-F238E27FC236}">
                  <a16:creationId xmlns:a16="http://schemas.microsoft.com/office/drawing/2014/main" id="{98CE50FB-132C-BED2-D63D-FC81543BE414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76A2CF1C-FEDB-24A6-FD69-6B3220F714AB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F09E3896-F694-952D-AA88-522466B7C259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1158CCD3-3460-DE28-FAF3-5E335E4BA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23FB5D54-700E-E52E-9E63-003FA55117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AC1D86B-11DD-BB46-839E-BEDCBBC8B1C9}"/>
                </a:ext>
              </a:extLst>
            </p:cNvPr>
            <p:cNvCxnSpPr>
              <a:cxnSpLocks/>
              <a:endCxn id="2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450159A5-D693-3BC4-11E5-8AE819D0B9C9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F9CE75F6-65D8-7B34-6CD9-165D19ADC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041DAF0E-75FC-D9EB-23E7-A8885B1DD784}"/>
                    </a:ext>
                  </a:extLst>
                </p:cNvPr>
                <p:cNvSpPr txBox="1"/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/>
                    <a:t>Rsh (length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𝑐𝑜𝑝𝑝𝑒𝑟</m:t>
                          </m:r>
                        </m:sub>
                      </m:sSub>
                    </m:oMath>
                  </a14:m>
                  <a:r>
                    <a:rPr lang="en-GB"/>
                    <a:t>)</a:t>
                  </a:r>
                </a:p>
              </p:txBody>
            </p:sp>
          </mc:Choice>
          <mc:Fallback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041DAF0E-75FC-D9EB-23E7-A8885B1DD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blipFill>
                  <a:blip r:embed="rId4"/>
                  <a:stretch>
                    <a:fillRect l="-2108" t="-7813" b="-2031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1BF7E142-D564-0AD8-30E3-9CB72E4B2059}"/>
                    </a:ext>
                  </a:extLst>
                </p:cNvPr>
                <p:cNvSpPr txBox="1"/>
                <p:nvPr/>
              </p:nvSpPr>
              <p:spPr>
                <a:xfrm>
                  <a:off x="2640171" y="4919403"/>
                  <a:ext cx="31707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/>
                    <a:t>superconductor (</a:t>
                  </a:r>
                  <a:r>
                    <a:rPr lang="fr-FR" err="1"/>
                    <a:t>length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1BF7E142-D564-0AD8-30E3-9CB72E4B20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171" y="4919403"/>
                  <a:ext cx="3170747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385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6E37CC19-B8B0-7F69-3175-67B2E8C395C1}"/>
                </a:ext>
              </a:extLst>
            </p:cNvPr>
            <p:cNvCxnSpPr/>
            <p:nvPr/>
          </p:nvCxnSpPr>
          <p:spPr>
            <a:xfrm>
              <a:off x="1555529" y="4919403"/>
              <a:ext cx="353525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466F7BE0-75C1-0F12-8628-F65559B44198}"/>
                </a:ext>
              </a:extLst>
            </p:cNvPr>
            <p:cNvSpPr txBox="1"/>
            <p:nvPr/>
          </p:nvSpPr>
          <p:spPr>
            <a:xfrm>
              <a:off x="1586990" y="4928571"/>
              <a:ext cx="892204" cy="4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>
                  <a:solidFill>
                    <a:schemeClr val="tx2"/>
                  </a:solidFill>
                </a:rPr>
                <a:t>Ic</a:t>
              </a:r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62262A46-FAB6-EE1F-83C3-EA1572530C2E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3C412209-B6E9-5E9D-9EB9-2A0E143F906C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074DBFF-9460-DD9B-8ECC-7FA39F9E1DC6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63034338-454C-7299-8C00-0E9D881F2B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7CCA865D-6F58-2AC4-F3B6-4BA63DB14E9E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Espace réservé du numéro de diapositive 6">
            <a:extLst>
              <a:ext uri="{FF2B5EF4-FFF2-40B4-BE49-F238E27FC236}">
                <a16:creationId xmlns:a16="http://schemas.microsoft.com/office/drawing/2014/main" id="{7C97AFD6-D147-4251-22CA-9872B97CD006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6415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 err="1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L_copper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𝑐𝑜𝑝𝑝𝑒𝑟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𝑠h</m:t>
                            </m:r>
                          </m:sub>
                        </m:s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𝑆</m:t>
                        </m:r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𝜌</m:t>
                        </m:r>
                      </m:den>
                    </m:f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with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S the section of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wire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and </a:t>
                </a: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𝜌</m:t>
                    </m:r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resistivity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of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copper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𝑆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𝐼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𝐽</m:t>
                        </m:r>
                      </m:den>
                    </m:f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with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𝐽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=2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A/mm²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=300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A</a:t>
                </a: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 </m:t>
                    </m:r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(maximum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current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into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superconductor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)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359CF26B-F6BE-D79C-AC49-F3A0309DD0B0}"/>
              </a:ext>
            </a:extLst>
          </p:cNvPr>
          <p:cNvGrpSpPr/>
          <p:nvPr/>
        </p:nvGrpSpPr>
        <p:grpSpPr>
          <a:xfrm>
            <a:off x="1348680" y="4266930"/>
            <a:ext cx="6446640" cy="2036820"/>
            <a:chOff x="838080" y="3597411"/>
            <a:chExt cx="6446640" cy="2036820"/>
          </a:xfrm>
        </p:grpSpPr>
        <p:sp>
          <p:nvSpPr>
            <p:cNvPr id="27" name="Cylindre 26">
              <a:extLst>
                <a:ext uri="{FF2B5EF4-FFF2-40B4-BE49-F238E27FC236}">
                  <a16:creationId xmlns:a16="http://schemas.microsoft.com/office/drawing/2014/main" id="{31C8FD87-9BD5-1AB1-5305-1EEB94BD9FCF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46E2497D-46E3-759A-AFEC-042616B66908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71FE629E-5817-0B98-5FAD-B8047370835A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713E90FF-AEC8-0C91-C0B0-2F1A39739E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CBB0648-9B94-CBFE-008F-773DFEAF3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FC21E3A7-4011-48C9-39BE-2EA74C734E58}"/>
                </a:ext>
              </a:extLst>
            </p:cNvPr>
            <p:cNvCxnSpPr>
              <a:cxnSpLocks/>
              <a:endCxn id="27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FEDD5D9E-DC4A-2E4E-917F-206860F89907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265F9B8A-D828-0F73-0338-A376F0484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7ECE6F2E-EA53-A41A-2844-3AD08AC25B3F}"/>
                    </a:ext>
                  </a:extLst>
                </p:cNvPr>
                <p:cNvSpPr txBox="1"/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/>
                    <a:t>Rsh (length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𝑐𝑜𝑝𝑝𝑒𝑟</m:t>
                          </m:r>
                        </m:sub>
                      </m:sSub>
                    </m:oMath>
                  </a14:m>
                  <a:r>
                    <a:rPr lang="en-GB"/>
                    <a:t>)</a:t>
                  </a:r>
                </a:p>
              </p:txBody>
            </p:sp>
          </mc:Choice>
          <mc:Fallback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7ECE6F2E-EA53-A41A-2844-3AD08AC25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blipFill>
                  <a:blip r:embed="rId4"/>
                  <a:stretch>
                    <a:fillRect l="-2108" t="-7813" b="-2031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BB214416-CF3E-8BB7-AF32-09FE3DB64B59}"/>
                    </a:ext>
                  </a:extLst>
                </p:cNvPr>
                <p:cNvSpPr txBox="1"/>
                <p:nvPr/>
              </p:nvSpPr>
              <p:spPr>
                <a:xfrm>
                  <a:off x="2640171" y="4919403"/>
                  <a:ext cx="31707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err="1"/>
                    <a:t>superconductor</a:t>
                  </a:r>
                  <a:r>
                    <a:rPr lang="fr-FR"/>
                    <a:t> (</a:t>
                  </a:r>
                  <a:r>
                    <a:rPr lang="fr-FR" err="1"/>
                    <a:t>length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BB214416-CF3E-8BB7-AF32-09FE3DB64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171" y="4919403"/>
                  <a:ext cx="3170747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r="-385" b="-2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7AD72F0B-97A9-48B0-766E-F46A5A82C869}"/>
                </a:ext>
              </a:extLst>
            </p:cNvPr>
            <p:cNvCxnSpPr/>
            <p:nvPr/>
          </p:nvCxnSpPr>
          <p:spPr>
            <a:xfrm>
              <a:off x="1555529" y="4919403"/>
              <a:ext cx="353525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ECBB6B36-1E46-AE84-BA09-9685AA9C09AB}"/>
                </a:ext>
              </a:extLst>
            </p:cNvPr>
            <p:cNvSpPr txBox="1"/>
            <p:nvPr/>
          </p:nvSpPr>
          <p:spPr>
            <a:xfrm>
              <a:off x="1586990" y="4928571"/>
              <a:ext cx="892204" cy="4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>
                  <a:solidFill>
                    <a:schemeClr val="tx2"/>
                  </a:solidFill>
                </a:rPr>
                <a:t>Ic</a:t>
              </a:r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36B440D7-852A-6701-F502-EADF5ED2F9A1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11A45C47-7817-5E3D-C7DA-3AF1534F5076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cteur droit 40">
              <a:extLst>
                <a:ext uri="{FF2B5EF4-FFF2-40B4-BE49-F238E27FC236}">
                  <a16:creationId xmlns:a16="http://schemas.microsoft.com/office/drawing/2014/main" id="{479706AC-F9B5-CD1E-8C49-ED7170B626D7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BE1B364F-93A1-8190-024E-B0FB83A7EE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E7C2291C-9722-AF44-21BC-95FDAFE12380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Espace réservé du numéro de diapositive 6">
            <a:extLst>
              <a:ext uri="{FF2B5EF4-FFF2-40B4-BE49-F238E27FC236}">
                <a16:creationId xmlns:a16="http://schemas.microsoft.com/office/drawing/2014/main" id="{126D83E3-A9D6-5565-D5C1-262D1838837A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7132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045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e>
                      <m:sub>
                        <m:r>
                          <a:rPr lang="fr-FR" altLang="ja-JP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𝑐𝑢</m:t>
                        </m:r>
                      </m:sub>
                    </m:sSub>
                  </m:oMath>
                </a14:m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e>
                      <m:sub>
                        <m:r>
                          <a:rPr lang="fr-FR" altLang="ja-JP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</m:oMath>
                </a14:m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Variables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𝑛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𝑡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∈</m:t>
                      </m:r>
                      <m:d>
                        <m:dPr>
                          <m:begChr m:val="⟦"/>
                          <m:endChr m:val="⟧"/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</m:ctrlPr>
                        </m:d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  <m:t>1;3</m:t>
                          </m:r>
                        </m:e>
                      </m:d>
                    </m:oMath>
                  </m:oMathPara>
                </a14:m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∈[1;100]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[m]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𝑅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𝑠h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p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0.1⋅10</m:t>
                            </m:r>
                          </m:e>
                          <m:sup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−3</m:t>
                            </m:r>
                          </m:sup>
                        </m:s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;1</m:t>
                        </m:r>
                      </m:e>
                    </m:d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ja-JP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Ω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Objectives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altLang="ja-JP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Lucida Sans Unicode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altLang="ja-JP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fr-FR" altLang="ja-JP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Lucida Sans Unicod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altLang="ja-JP" sz="24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Lucida Sans Unicode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altLang="ja-JP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Lucida Sans Unicode"/>
                                        </a:rPr>
                                        <m:t>𝑠𝑐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fr-FR" altLang="ja-JP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Lucida Sans Unicod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altLang="ja-JP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Lucida Sans Unicode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altLang="ja-JP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Lucida Sans Unicode"/>
                                        </a:rPr>
                                        <m:t>𝑐𝑢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045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93" t="-2039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0" y="757812"/>
                <a:ext cx="467360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Constraints</a:t>
                </a: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Stability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for </a:t>
                </a:r>
                <a14:m>
                  <m:oMath xmlns:m="http://schemas.openxmlformats.org/officeDocument/2006/math"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𝑃</m:t>
                    </m:r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 = 1.2⋅170.5 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kW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0≤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𝑠𝑢𝑝𝑟𝑎</m:t>
                        </m:r>
                      </m:sub>
                    </m:sSub>
                    <m:d>
                      <m:d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Parameters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100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particles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, 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100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iterations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=650 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V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630 A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=90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K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757812"/>
                <a:ext cx="4673600" cy="5677385"/>
              </a:xfrm>
              <a:prstGeom prst="rect">
                <a:avLst/>
              </a:prstGeom>
              <a:blipFill>
                <a:blip r:embed="rId4"/>
                <a:stretch>
                  <a:fillRect l="-4042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58D63B40-C820-FDFE-D6FB-08B6CC97558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9139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>
            <a:extLst>
              <a:ext uri="{FF2B5EF4-FFF2-40B4-BE49-F238E27FC236}">
                <a16:creationId xmlns:a16="http://schemas.microsoft.com/office/drawing/2014/main" id="{3909E233-F596-CB67-5D39-4C5F5C85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Parameters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b="0" i="1">
                <a:solidFill>
                  <a:schemeClr val="accent1"/>
                </a:solidFill>
                <a:latin typeface="Cambria Math" panose="02040503050406030204" pitchFamily="18" charset="0"/>
                <a:ea typeface="Lucida Sans Unicode" charset="0"/>
                <a:cs typeface="Lucida Sans Unicode"/>
              </a:rPr>
              <a:t> 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i="1">
              <a:solidFill>
                <a:schemeClr val="accent1"/>
              </a:solidFill>
              <a:latin typeface="Cambria Math" panose="02040503050406030204" pitchFamily="18" charset="0"/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25DC8F7-E829-E8BC-A1CC-5534C6DA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32" y="1137778"/>
            <a:ext cx="5951736" cy="28577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7">
                <a:extLst>
                  <a:ext uri="{FF2B5EF4-FFF2-40B4-BE49-F238E27FC236}">
                    <a16:creationId xmlns:a16="http://schemas.microsoft.com/office/drawing/2014/main" id="{0D24DA9C-B253-366F-7E2D-FA5C27B4B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5293401"/>
                  </p:ext>
                </p:extLst>
              </p:nvPr>
            </p:nvGraphicFramePr>
            <p:xfrm>
              <a:off x="1047135" y="4112328"/>
              <a:ext cx="7049732" cy="189464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762433">
                      <a:extLst>
                        <a:ext uri="{9D8B030D-6E8A-4147-A177-3AD203B41FA5}">
                          <a16:colId xmlns:a16="http://schemas.microsoft.com/office/drawing/2014/main" val="1000906530"/>
                        </a:ext>
                      </a:extLst>
                    </a:gridCol>
                    <a:gridCol w="1762433">
                      <a:extLst>
                        <a:ext uri="{9D8B030D-6E8A-4147-A177-3AD203B41FA5}">
                          <a16:colId xmlns:a16="http://schemas.microsoft.com/office/drawing/2014/main" val="732166547"/>
                        </a:ext>
                      </a:extLst>
                    </a:gridCol>
                    <a:gridCol w="1762433">
                      <a:extLst>
                        <a:ext uri="{9D8B030D-6E8A-4147-A177-3AD203B41FA5}">
                          <a16:colId xmlns:a16="http://schemas.microsoft.com/office/drawing/2014/main" val="2285753278"/>
                        </a:ext>
                      </a:extLst>
                    </a:gridCol>
                    <a:gridCol w="1762433">
                      <a:extLst>
                        <a:ext uri="{9D8B030D-6E8A-4147-A177-3AD203B41FA5}">
                          <a16:colId xmlns:a16="http://schemas.microsoft.com/office/drawing/2014/main" val="660540245"/>
                        </a:ext>
                      </a:extLst>
                    </a:gridCol>
                  </a:tblGrid>
                  <a:tr h="471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Name (unit)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dirty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fr-FR" b="1" dirty="0" smtClean="0">
                                      <a:latin typeface="Cambria Math" panose="02040503050406030204" pitchFamily="18" charset="0"/>
                                    </a:rPr>
                                    <m:t>𝒂𝒙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/>
                            <a:t>(V)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fr-FR" b="1" smtClean="0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/>
                            <a:t> (A)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fr-FR" dirty="0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/>
                            <a:t> (W)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3467123"/>
                      </a:ext>
                    </a:extLst>
                  </a:tr>
                  <a:tr h="9518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120%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fr-FR" b="0" dirty="0" smtClean="0">
                                      <a:latin typeface="Cambria Math" panose="02040503050406030204" pitchFamily="18" charset="0"/>
                                    </a:rPr>
                                    <m:t>𝑛𝑜𝑚</m:t>
                                  </m:r>
                                </m:sub>
                              </m:sSub>
                            </m:oMath>
                          </a14:m>
                          <a:endParaRPr lang="fr-FR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=120%⋅ 540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smtClean="0">
                                    <a:latin typeface="Cambria Math" panose="02040503050406030204" pitchFamily="18" charset="0"/>
                                  </a:rPr>
                                  <m:t>200%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b="0" smtClean="0">
                                        <a:latin typeface="Cambria Math" panose="02040503050406030204" pitchFamily="18" charset="0"/>
                                      </a:rPr>
                                      <m:t>𝑛𝑜𝑚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/>
                        </a:p>
                        <a:p>
                          <a:pPr algn="ctr"/>
                          <a:r>
                            <a:rPr lang="fr-FR"/>
                            <a:t>= </a:t>
                          </a:r>
                          <a14:m>
                            <m:oMath xmlns:m="http://schemas.openxmlformats.org/officeDocument/2006/math">
                              <m:r>
                                <a:rPr lang="fr-FR" b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fr-FR" b="0" smtClean="0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fr-FR" b="0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FR" b="0" smtClean="0">
                                          <a:latin typeface="Cambria Math" panose="02040503050406030204" pitchFamily="18" charset="0"/>
                                        </a:rPr>
                                        <m:t>𝑛𝑜𝑚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altLang="ja-JP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altLang="ja-JP" sz="1800" b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num>
                                  <m:den>
                                    <m:r>
                                      <a:rPr lang="fr-FR" altLang="ja-JP" sz="1800" b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Sup>
                                  <m:sSubSupPr>
                                    <m:ctrlPr>
                                      <a:rPr lang="fr-FR" altLang="ja-JP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altLang="ja-JP" sz="1800" b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altLang="ja-JP" sz="1800" b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  <m:sup>
                                    <m:r>
                                      <a:rPr lang="fr-FR" altLang="ja-JP" sz="1800" b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808016"/>
                      </a:ext>
                    </a:extLst>
                  </a:tr>
                  <a:tr h="471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650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630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170 500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59178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7">
                <a:extLst>
                  <a:ext uri="{FF2B5EF4-FFF2-40B4-BE49-F238E27FC236}">
                    <a16:creationId xmlns:a16="http://schemas.microsoft.com/office/drawing/2014/main" id="{0D24DA9C-B253-366F-7E2D-FA5C27B4B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5293401"/>
                  </p:ext>
                </p:extLst>
              </p:nvPr>
            </p:nvGraphicFramePr>
            <p:xfrm>
              <a:off x="1047135" y="4112328"/>
              <a:ext cx="7049732" cy="189464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762433">
                      <a:extLst>
                        <a:ext uri="{9D8B030D-6E8A-4147-A177-3AD203B41FA5}">
                          <a16:colId xmlns:a16="http://schemas.microsoft.com/office/drawing/2014/main" val="1000906530"/>
                        </a:ext>
                      </a:extLst>
                    </a:gridCol>
                    <a:gridCol w="1762433">
                      <a:extLst>
                        <a:ext uri="{9D8B030D-6E8A-4147-A177-3AD203B41FA5}">
                          <a16:colId xmlns:a16="http://schemas.microsoft.com/office/drawing/2014/main" val="732166547"/>
                        </a:ext>
                      </a:extLst>
                    </a:gridCol>
                    <a:gridCol w="1762433">
                      <a:extLst>
                        <a:ext uri="{9D8B030D-6E8A-4147-A177-3AD203B41FA5}">
                          <a16:colId xmlns:a16="http://schemas.microsoft.com/office/drawing/2014/main" val="2285753278"/>
                        </a:ext>
                      </a:extLst>
                    </a:gridCol>
                    <a:gridCol w="1762433">
                      <a:extLst>
                        <a:ext uri="{9D8B030D-6E8A-4147-A177-3AD203B41FA5}">
                          <a16:colId xmlns:a16="http://schemas.microsoft.com/office/drawing/2014/main" val="660540245"/>
                        </a:ext>
                      </a:extLst>
                    </a:gridCol>
                  </a:tblGrid>
                  <a:tr h="471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Name (unit)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46" t="-6410" r="-200692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655" t="-6410" r="-100000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692" t="-6410" r="-346" b="-3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467123"/>
                      </a:ext>
                    </a:extLst>
                  </a:tr>
                  <a:tr h="9518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46" t="-53205" r="-200692" b="-50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655" t="-53205" r="-100000" b="-50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692" t="-53205" r="-346" b="-506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1808016"/>
                      </a:ext>
                    </a:extLst>
                  </a:tr>
                  <a:tr h="471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650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630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170 500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59178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56C5B8FD-1129-A34F-2799-9EFF2B76366C}"/>
                  </a:ext>
                </a:extLst>
              </p:cNvPr>
              <p:cNvSpPr txBox="1"/>
              <p:nvPr/>
            </p:nvSpPr>
            <p:spPr>
              <a:xfrm>
                <a:off x="6768980" y="548603"/>
                <a:ext cx="2123500" cy="944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altLang="ja-JP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0≤</m:t>
                      </m:r>
                      <m:sSub>
                        <m:sSubPr>
                          <m:ctrlP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𝐶𝑃𝐿</m:t>
                          </m:r>
                        </m:sub>
                      </m:sSub>
                      <m:d>
                        <m:dPr>
                          <m:ctrlP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dPr>
                        <m:e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𝑡</m:t>
                          </m:r>
                        </m:e>
                      </m:d>
                      <m:r>
                        <a:rPr lang="fr-FR" altLang="ja-JP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sSub>
                        <m:sSubPr>
                          <m:ctrlP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fr-FR" altLang="ja-JP" sz="18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</m:e>
                        <m:sub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𝐶𝑃𝐿</m:t>
                          </m:r>
                        </m:sub>
                      </m:sSub>
                      <m:d>
                        <m:dPr>
                          <m:ctrlP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dPr>
                        <m:e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𝑡</m:t>
                          </m:r>
                        </m:e>
                      </m:d>
                      <m:r>
                        <a:rPr lang="fr-FR" altLang="ja-JP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sSub>
                        <m:sSubPr>
                          <m:ctrlP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</m:e>
                        <m:sub>
                          <m:r>
                            <a:rPr lang="fr-FR" altLang="ja-JP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fr-FR" altLang="ja-JP" sz="18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GB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56C5B8FD-1129-A34F-2799-9EFF2B763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980" y="548603"/>
                <a:ext cx="2123500" cy="944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16B034EE-1338-3667-2C62-6E2839636C38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15413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6E932F-BAC9-02B4-C806-D7A15841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E8E8B-12B5-EB77-B669-CF9601E6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910F47-CF7E-E1EB-7C8F-8D496639E3FD}"/>
                  </a:ext>
                </a:extLst>
              </p:cNvPr>
              <p:cNvSpPr txBox="1"/>
              <p:nvPr/>
            </p:nvSpPr>
            <p:spPr>
              <a:xfrm>
                <a:off x="272845" y="606345"/>
                <a:ext cx="572483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32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32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e>
                      <m:sub>
                        <m:r>
                          <a:rPr lang="fr-FR" altLang="ja-JP" sz="32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32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32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e>
                      <m:sub>
                        <m:r>
                          <a:rPr lang="fr-FR" altLang="ja-JP" sz="32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𝑐𝑢</m:t>
                        </m:r>
                      </m:sub>
                    </m:sSub>
                  </m:oMath>
                </a14:m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910F47-CF7E-E1EB-7C8F-8D496639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45" y="606345"/>
                <a:ext cx="5724832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6">
            <a:extLst>
              <a:ext uri="{FF2B5EF4-FFF2-40B4-BE49-F238E27FC236}">
                <a16:creationId xmlns:a16="http://schemas.microsoft.com/office/drawing/2014/main" id="{F9746D44-B50B-31AE-13D1-408DC59C96CD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26</a:t>
            </a:fld>
            <a:endParaRPr lang="fr-FR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AC4BC3F-129C-D64A-3310-79FDF16E3499}"/>
              </a:ext>
            </a:extLst>
          </p:cNvPr>
          <p:cNvGrpSpPr/>
          <p:nvPr/>
        </p:nvGrpSpPr>
        <p:grpSpPr>
          <a:xfrm>
            <a:off x="354125" y="1288572"/>
            <a:ext cx="6026355" cy="5089402"/>
            <a:chOff x="865238" y="1128449"/>
            <a:chExt cx="6980903" cy="5342039"/>
          </a:xfrm>
        </p:grpSpPr>
        <p:pic>
          <p:nvPicPr>
            <p:cNvPr id="14" name="Picture 13" descr="Chart&#10;&#10;Description automatically generated">
              <a:extLst>
                <a:ext uri="{FF2B5EF4-FFF2-40B4-BE49-F238E27FC236}">
                  <a16:creationId xmlns:a16="http://schemas.microsoft.com/office/drawing/2014/main" id="{F3FB25A0-4D11-EEBB-60F6-A79624C662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394" r="7279"/>
            <a:stretch/>
          </p:blipFill>
          <p:spPr>
            <a:xfrm>
              <a:off x="865238" y="1128449"/>
              <a:ext cx="6980903" cy="5342039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1C4AF4B8-B9CE-384B-ECF8-0EBE13242D2D}"/>
                </a:ext>
              </a:extLst>
            </p:cNvPr>
            <p:cNvSpPr/>
            <p:nvPr/>
          </p:nvSpPr>
          <p:spPr>
            <a:xfrm>
              <a:off x="2173459" y="4379967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7C4E875-5E72-EC62-8C65-FFFCA04208DF}"/>
                </a:ext>
              </a:extLst>
            </p:cNvPr>
            <p:cNvSpPr/>
            <p:nvPr/>
          </p:nvSpPr>
          <p:spPr>
            <a:xfrm>
              <a:off x="1868659" y="1828800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F8DDBCAF-FE8F-3469-46F7-63412C2DC74E}"/>
                </a:ext>
              </a:extLst>
            </p:cNvPr>
            <p:cNvSpPr/>
            <p:nvPr/>
          </p:nvSpPr>
          <p:spPr>
            <a:xfrm>
              <a:off x="7499265" y="4673831"/>
              <a:ext cx="189561" cy="153807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DED57A9D-5360-3BC4-5E09-FD481D5E3064}"/>
                </a:ext>
              </a:extLst>
            </p:cNvPr>
            <p:cNvSpPr txBox="1"/>
            <p:nvPr/>
          </p:nvSpPr>
          <p:spPr>
            <a:xfrm>
              <a:off x="2092960" y="1720334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1D4A8359-2F37-8FDE-DD89-347F5DB09C21}"/>
                </a:ext>
              </a:extLst>
            </p:cNvPr>
            <p:cNvSpPr txBox="1"/>
            <p:nvPr/>
          </p:nvSpPr>
          <p:spPr>
            <a:xfrm>
              <a:off x="2397760" y="4102106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236AD04-C11C-57E9-7E6D-79CD80088749}"/>
                </a:ext>
              </a:extLst>
            </p:cNvPr>
            <p:cNvSpPr txBox="1"/>
            <p:nvPr/>
          </p:nvSpPr>
          <p:spPr>
            <a:xfrm>
              <a:off x="7261325" y="4314396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  <a:endParaRPr lang="en-GB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2">
                <a:extLst>
                  <a:ext uri="{FF2B5EF4-FFF2-40B4-BE49-F238E27FC236}">
                    <a16:creationId xmlns:a16="http://schemas.microsoft.com/office/drawing/2014/main" id="{6A86FCD5-35E3-6576-03D9-661321CC81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666207"/>
                  </p:ext>
                </p:extLst>
              </p:nvPr>
            </p:nvGraphicFramePr>
            <p:xfrm>
              <a:off x="3453394" y="872071"/>
              <a:ext cx="5417761" cy="2152657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686560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36144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178560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191201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76189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761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761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/>
                            <a:t> [m]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4.24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59.12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243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  <m:t>𝑠h</m:t>
                                  </m:r>
                                </m:sub>
                              </m:sSub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0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</m:oMath>
                          </a14:m>
                          <a:r>
                            <a:rPr lang="fr-FR"/>
                            <a:t>Ω]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2.0⋅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5.7⋅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4.0⋅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178124"/>
                      </a:ext>
                    </a:extLst>
                  </a:tr>
                  <a:tr h="658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Objectif</a:t>
                          </a:r>
                        </a:p>
                        <a:p>
                          <a:pPr algn="ctr"/>
                          <a:r>
                            <a:rPr lang="fr-FR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  <m:t>𝑠𝑐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/>
                            <a:t>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b="0" i="1" dirty="0" smtClean="0">
                                      <a:latin typeface="Cambria Math" panose="02040503050406030204" pitchFamily="18" charset="0"/>
                                    </a:rPr>
                                    <m:t>𝑐𝑢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/>
                            <a:t>) [€;€]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(100 ; 1449.67)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(423.8 ; 418.86 )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(5912.12 ; 291.907)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2">
                <a:extLst>
                  <a:ext uri="{FF2B5EF4-FFF2-40B4-BE49-F238E27FC236}">
                    <a16:creationId xmlns:a16="http://schemas.microsoft.com/office/drawing/2014/main" id="{6A86FCD5-35E3-6576-03D9-661321CC81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666207"/>
                  </p:ext>
                </p:extLst>
              </p:nvPr>
            </p:nvGraphicFramePr>
            <p:xfrm>
              <a:off x="3453394" y="872071"/>
              <a:ext cx="5417761" cy="2152657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686560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36144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178560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191201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76189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761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1" t="-108065" r="-222383" b="-3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761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1" t="-208065" r="-222383" b="-2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4.24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59.12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1" t="-318333" r="-22238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4107" t="-318333" r="-175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0104" t="-318333" r="-10310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54592" t="-318333" r="-153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178124"/>
                      </a:ext>
                    </a:extLst>
                  </a:tr>
                  <a:tr h="6583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1" t="-232407" r="-22238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(100 ; 1449.67)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(423.8 ; 418.86 )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(5912.12 ; 291.907)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44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Particular points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4" name="Espace réservé du numéro de diapositive 6">
            <a:extLst>
              <a:ext uri="{FF2B5EF4-FFF2-40B4-BE49-F238E27FC236}">
                <a16:creationId xmlns:a16="http://schemas.microsoft.com/office/drawing/2014/main" id="{55EB2700-28E8-2729-EA3B-9812DEB8AB5D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27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4035920-A4FE-03EA-7CDC-561D567E628D}"/>
              </a:ext>
            </a:extLst>
          </p:cNvPr>
          <p:cNvGrpSpPr/>
          <p:nvPr/>
        </p:nvGrpSpPr>
        <p:grpSpPr>
          <a:xfrm>
            <a:off x="21085" y="1279453"/>
            <a:ext cx="8996099" cy="5192895"/>
            <a:chOff x="21085" y="1279453"/>
            <a:chExt cx="8996099" cy="5192895"/>
          </a:xfrm>
        </p:grpSpPr>
        <p:pic>
          <p:nvPicPr>
            <p:cNvPr id="27" name="Image 26" descr="Une image contenant diagramme&#10;&#10;Description générée automatiquement">
              <a:extLst>
                <a:ext uri="{FF2B5EF4-FFF2-40B4-BE49-F238E27FC236}">
                  <a16:creationId xmlns:a16="http://schemas.microsoft.com/office/drawing/2014/main" id="{2CC3240B-AD23-EA1E-75F1-67A34E10C5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658" r="8716"/>
            <a:stretch/>
          </p:blipFill>
          <p:spPr>
            <a:xfrm>
              <a:off x="336064" y="1279453"/>
              <a:ext cx="8681120" cy="5192895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C3D1A452-A9E5-0129-8E37-D984BEEF377D}"/>
                </a:ext>
              </a:extLst>
            </p:cNvPr>
            <p:cNvSpPr txBox="1"/>
            <p:nvPr/>
          </p:nvSpPr>
          <p:spPr>
            <a:xfrm rot="16200000">
              <a:off x="-271113" y="2097198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A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A74854D-84A9-EB94-079D-764F63AD273C}"/>
                </a:ext>
              </a:extLst>
            </p:cNvPr>
            <p:cNvSpPr txBox="1"/>
            <p:nvPr/>
          </p:nvSpPr>
          <p:spPr>
            <a:xfrm rot="16200000">
              <a:off x="-271114" y="3558309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B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1427BFE-C15C-E60E-9DD5-10B0E51F12C6}"/>
                </a:ext>
              </a:extLst>
            </p:cNvPr>
            <p:cNvSpPr txBox="1"/>
            <p:nvPr/>
          </p:nvSpPr>
          <p:spPr>
            <a:xfrm rot="16200000">
              <a:off x="-271114" y="5142854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C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70D8E37-DE88-D4A6-C35A-F5BD2CEA05DE}"/>
              </a:ext>
            </a:extLst>
          </p:cNvPr>
          <p:cNvGrpSpPr/>
          <p:nvPr/>
        </p:nvGrpSpPr>
        <p:grpSpPr>
          <a:xfrm>
            <a:off x="7430911" y="106591"/>
            <a:ext cx="1556737" cy="1302216"/>
            <a:chOff x="865238" y="1128449"/>
            <a:chExt cx="6980903" cy="5342039"/>
          </a:xfrm>
        </p:grpSpPr>
        <p:pic>
          <p:nvPicPr>
            <p:cNvPr id="13" name="Picture 13" descr="Chart&#10;&#10;Description automatically generated">
              <a:extLst>
                <a:ext uri="{FF2B5EF4-FFF2-40B4-BE49-F238E27FC236}">
                  <a16:creationId xmlns:a16="http://schemas.microsoft.com/office/drawing/2014/main" id="{34D7879B-0DD1-B6E0-48F1-1ED6C06688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394" r="7279"/>
            <a:stretch/>
          </p:blipFill>
          <p:spPr>
            <a:xfrm>
              <a:off x="865238" y="1128449"/>
              <a:ext cx="6980903" cy="5342039"/>
            </a:xfrm>
            <a:prstGeom prst="rect">
              <a:avLst/>
            </a:prstGeom>
          </p:spPr>
        </p:pic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969A1DC8-2663-9B99-FD13-47D3B1FE68B6}"/>
                </a:ext>
              </a:extLst>
            </p:cNvPr>
            <p:cNvSpPr/>
            <p:nvPr/>
          </p:nvSpPr>
          <p:spPr>
            <a:xfrm>
              <a:off x="2173459" y="4379967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2CDAC9F-BCFF-0219-FE60-0922109872D3}"/>
                </a:ext>
              </a:extLst>
            </p:cNvPr>
            <p:cNvSpPr/>
            <p:nvPr/>
          </p:nvSpPr>
          <p:spPr>
            <a:xfrm>
              <a:off x="1868659" y="1828800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0F645027-8DD3-3E8B-BBB3-EAD3A3706F04}"/>
                </a:ext>
              </a:extLst>
            </p:cNvPr>
            <p:cNvSpPr/>
            <p:nvPr/>
          </p:nvSpPr>
          <p:spPr>
            <a:xfrm>
              <a:off x="7499265" y="4673831"/>
              <a:ext cx="189561" cy="153807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E30FB30C-FBE2-F305-77E5-96E92D458815}"/>
                </a:ext>
              </a:extLst>
            </p:cNvPr>
            <p:cNvSpPr txBox="1"/>
            <p:nvPr/>
          </p:nvSpPr>
          <p:spPr>
            <a:xfrm>
              <a:off x="2092960" y="1720334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0B54D17D-A2EC-4525-0EF1-878B566927A7}"/>
                </a:ext>
              </a:extLst>
            </p:cNvPr>
            <p:cNvSpPr txBox="1"/>
            <p:nvPr/>
          </p:nvSpPr>
          <p:spPr>
            <a:xfrm>
              <a:off x="2397760" y="4102106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AE406E86-1A9E-0AB6-4415-7B52B33AF916}"/>
                </a:ext>
              </a:extLst>
            </p:cNvPr>
            <p:cNvSpPr txBox="1"/>
            <p:nvPr/>
          </p:nvSpPr>
          <p:spPr>
            <a:xfrm>
              <a:off x="6777640" y="3434030"/>
              <a:ext cx="427499" cy="1515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  <a:endParaRPr lang="en-GB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5824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3" name="Text Box 1"/>
              <p:cNvSpPr txBox="1">
                <a:spLocks noChangeArrowheads="1"/>
              </p:cNvSpPr>
              <p:nvPr/>
            </p:nvSpPr>
            <p:spPr bwMode="auto">
              <a:xfrm>
                <a:off x="260792" y="1611616"/>
                <a:ext cx="8640000" cy="362426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90000" tIns="46800" rIns="90000" bIns="46800" anchor="ctr"/>
              <a:lstStyle/>
              <a:p>
                <a:pPr algn="ctr"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sz="3200" b="1">
                    <a:solidFill>
                      <a:srgbClr val="000000"/>
                    </a:solidFill>
                    <a:ea typeface="ＭＳ Ｐゴシック"/>
                  </a:rPr>
                  <a:t>III. 2. Optimization CAPEX / </a:t>
                </a:r>
                <a14:m>
                  <m:oMath xmlns:m="http://schemas.openxmlformats.org/officeDocument/2006/math">
                    <m:r>
                      <a:rPr lang="fr-FR" sz="32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/>
                      </a:rPr>
                      <m:t>𝐏𝐨𝐰𝐞</m:t>
                    </m:r>
                    <m:sSub>
                      <m:sSubPr>
                        <m:ctrlPr>
                          <a:rPr lang="fr-FR" sz="32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/>
                          </a:rPr>
                        </m:ctrlPr>
                      </m:sSubPr>
                      <m:e>
                        <m:r>
                          <a:rPr lang="fr-FR" sz="32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/>
                          </a:rPr>
                          <m:t>𝐫</m:t>
                        </m:r>
                      </m:e>
                      <m:sub>
                        <m:r>
                          <a:rPr lang="fr-FR" sz="32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/>
                          </a:rPr>
                          <m:t>𝐂𝐏𝐋</m:t>
                        </m:r>
                      </m:sub>
                    </m:sSub>
                  </m:oMath>
                </a14:m>
                <a:endParaRPr lang="en-US" sz="3200" b="1">
                  <a:solidFill>
                    <a:srgbClr val="000000"/>
                  </a:solidFill>
                  <a:latin typeface="+mj-lt"/>
                  <a:ea typeface="ＭＳ Ｐゴシック"/>
                </a:endParaRPr>
              </a:p>
            </p:txBody>
          </p:sp>
        </mc:Choice>
        <mc:Fallback>
          <p:sp>
            <p:nvSpPr>
              <p:cNvPr id="3073" name="Text 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792" y="1611616"/>
                <a:ext cx="8640000" cy="36242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8BEFE32-FEAE-BCCA-A8C9-A317CFD020D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5013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>
            <a:extLst>
              <a:ext uri="{FF2B5EF4-FFF2-40B4-BE49-F238E27FC236}">
                <a16:creationId xmlns:a16="http://schemas.microsoft.com/office/drawing/2014/main" id="{3909E233-F596-CB67-5D39-4C5F5C85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Interests to increase the power of the CPL 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FontTx/>
              <a:buChar char="-"/>
            </a:pPr>
            <a:r>
              <a:rPr lang="fr-FR" sz="2400"/>
              <a:t>A break of one </a:t>
            </a:r>
            <a:r>
              <a:rPr lang="fr-FR" sz="2400" err="1"/>
              <a:t>reactor</a:t>
            </a:r>
            <a:r>
              <a:rPr lang="fr-FR" sz="2400"/>
              <a:t>: how </a:t>
            </a:r>
            <a:r>
              <a:rPr lang="fr-FR" sz="2400" err="1"/>
              <a:t>many</a:t>
            </a:r>
            <a:r>
              <a:rPr lang="fr-FR" sz="2400"/>
              <a:t> power can </a:t>
            </a:r>
            <a:r>
              <a:rPr lang="fr-FR" sz="2400" err="1"/>
              <a:t>we</a:t>
            </a:r>
            <a:r>
              <a:rPr lang="fr-FR" sz="2400"/>
              <a:t> have with </a:t>
            </a:r>
            <a:r>
              <a:rPr lang="fr-FR" sz="2400" err="1"/>
              <a:t>another</a:t>
            </a:r>
            <a:r>
              <a:rPr lang="fr-FR" sz="2400"/>
              <a:t> one?</a:t>
            </a:r>
          </a:p>
          <a:p>
            <a:pPr marL="342900" indent="-342900">
              <a:buFontTx/>
              <a:buChar char="-"/>
            </a:pPr>
            <a:endParaRPr lang="fr-FR" sz="2400"/>
          </a:p>
          <a:p>
            <a:pPr marL="342900" indent="-342900">
              <a:buFontTx/>
              <a:buChar char="-"/>
            </a:pPr>
            <a:r>
              <a:rPr lang="fr-FR" sz="2400"/>
              <a:t>Pressurisation </a:t>
            </a:r>
            <a:r>
              <a:rPr lang="fr-FR" sz="2400" err="1"/>
              <a:t>problem</a:t>
            </a:r>
            <a:r>
              <a:rPr lang="fr-FR" sz="2400"/>
              <a:t>, climatisation </a:t>
            </a:r>
          </a:p>
          <a:p>
            <a:pPr marL="342900" indent="-342900">
              <a:buFontTx/>
              <a:buChar char="-"/>
            </a:pPr>
            <a:endParaRPr lang="fr-FR" sz="2400"/>
          </a:p>
          <a:p>
            <a:pPr marL="342900" indent="-342900">
              <a:buFontTx/>
              <a:buChar char="-"/>
            </a:pPr>
            <a:r>
              <a:rPr lang="fr-FR" sz="2400" err="1"/>
              <a:t>During</a:t>
            </a:r>
            <a:r>
              <a:rPr lang="fr-FR" sz="2400"/>
              <a:t> the landing and the take-off: more power </a:t>
            </a:r>
            <a:r>
              <a:rPr lang="fr-FR" sz="2400" err="1"/>
              <a:t>needed</a:t>
            </a:r>
            <a:r>
              <a:rPr lang="fr-FR" sz="2400"/>
              <a:t> in the plane </a:t>
            </a:r>
          </a:p>
          <a:p>
            <a:pPr marL="342900" indent="-342900">
              <a:buFontTx/>
              <a:buChar char="-"/>
            </a:pPr>
            <a:endParaRPr lang="fr-FR" sz="2400"/>
          </a:p>
          <a:p>
            <a:r>
              <a:rPr lang="fr-FR" sz="2400"/>
              <a:t>=&gt; How the CAPEX influence the </a:t>
            </a:r>
            <a:r>
              <a:rPr lang="fr-FR" sz="2400" err="1"/>
              <a:t>overpower</a:t>
            </a:r>
            <a:r>
              <a:rPr lang="fr-FR" sz="2400"/>
              <a:t> </a:t>
            </a:r>
            <a:r>
              <a:rPr lang="fr-FR" sz="2400" err="1"/>
              <a:t>allowed</a:t>
            </a:r>
            <a:r>
              <a:rPr lang="fr-FR" sz="2400"/>
              <a:t>? 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FEA30BC-BA56-8305-EFE3-F61809357AEE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3199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CAPEX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CAPEX = Capital expenditure</a:t>
                </a: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Formula</a:t>
                </a: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𝐶𝐴𝑃𝐸𝑋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𝑠𝑐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𝑐𝑢</m:t>
                          </m:r>
                        </m:sub>
                      </m:sSub>
                    </m:oMath>
                  </m:oMathPara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Hypothesis</a:t>
                </a:r>
                <a:endParaRPr lang="fr-FR" altLang="ja-JP" sz="240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=100⋅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𝑐𝑜𝑝𝑝𝑒𝑟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𝑠h</m:t>
                            </m:r>
                          </m:sub>
                        </m:s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𝑆</m:t>
                        </m:r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𝜌</m:t>
                        </m:r>
                      </m:den>
                    </m:f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𝑆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𝐼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𝐽</m:t>
                        </m:r>
                      </m:den>
                    </m:f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8C5C74E-4CA7-2FDB-8309-1A8F3155E34C}"/>
              </a:ext>
            </a:extLst>
          </p:cNvPr>
          <p:cNvGrpSpPr/>
          <p:nvPr/>
        </p:nvGrpSpPr>
        <p:grpSpPr>
          <a:xfrm>
            <a:off x="2641600" y="3830320"/>
            <a:ext cx="6250877" cy="2340993"/>
            <a:chOff x="838080" y="3597411"/>
            <a:chExt cx="6446640" cy="2036820"/>
          </a:xfrm>
        </p:grpSpPr>
        <p:sp>
          <p:nvSpPr>
            <p:cNvPr id="19" name="Cylindre 18">
              <a:extLst>
                <a:ext uri="{FF2B5EF4-FFF2-40B4-BE49-F238E27FC236}">
                  <a16:creationId xmlns:a16="http://schemas.microsoft.com/office/drawing/2014/main" id="{BEE1CF88-3FE7-58FE-7839-4FC687B2F4BC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AFEAE3EA-42FB-AC24-1AE1-E60E38ADDD4D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DE31379-6F16-F1DD-E187-F936850EDF21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50F44451-7B27-8D6B-A4CB-FED35A5A5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33240FF-EBCB-5EA9-D619-1CA9672AD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46DA3575-9FF0-7C99-C958-F4879C7654E7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5E728223-CB0D-C4C5-08E5-AED247862282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C9AEBDD5-B3F0-E75E-2F69-AA903E6B8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93F6EFC6-6CF4-C444-B9CE-72C67F474B39}"/>
                    </a:ext>
                  </a:extLst>
                </p:cNvPr>
                <p:cNvSpPr txBox="1"/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/>
                    <a:t>Rsh (length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𝑐𝑜𝑝𝑝𝑒𝑟</m:t>
                          </m:r>
                        </m:sub>
                      </m:sSub>
                    </m:oMath>
                  </a14:m>
                  <a:r>
                    <a:rPr lang="en-GB"/>
                    <a:t>)</a:t>
                  </a:r>
                </a:p>
              </p:txBody>
            </p:sp>
          </mc:Choice>
          <mc:Fallback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93F6EFC6-6CF4-C444-B9CE-72C67F474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blipFill>
                  <a:blip r:embed="rId4"/>
                  <a:stretch>
                    <a:fillRect l="-1928" t="-5405" b="-40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/>
                <p:nvPr/>
              </p:nvSpPr>
              <p:spPr>
                <a:xfrm>
                  <a:off x="2352720" y="4895818"/>
                  <a:ext cx="3606771" cy="3241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/>
                    <a:t>superconductor (</a:t>
                  </a:r>
                  <a:r>
                    <a:rPr lang="fr-FR" err="1"/>
                    <a:t>length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2720" y="4895818"/>
                  <a:ext cx="3606771" cy="324158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5859D1E5-CC6C-C290-29CC-8D8A1302536A}"/>
                </a:ext>
              </a:extLst>
            </p:cNvPr>
            <p:cNvCxnSpPr/>
            <p:nvPr/>
          </p:nvCxnSpPr>
          <p:spPr>
            <a:xfrm>
              <a:off x="1555529" y="4919403"/>
              <a:ext cx="353525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341C4171-3FFD-4D56-4936-0FEC00411E02}"/>
                </a:ext>
              </a:extLst>
            </p:cNvPr>
            <p:cNvSpPr txBox="1"/>
            <p:nvPr/>
          </p:nvSpPr>
          <p:spPr>
            <a:xfrm>
              <a:off x="1586990" y="4928571"/>
              <a:ext cx="892204" cy="4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>
                  <a:solidFill>
                    <a:schemeClr val="tx2"/>
                  </a:solidFill>
                </a:rPr>
                <a:t>Ic</a:t>
              </a:r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F799BD91-BDC0-569C-3554-6EEB2E6F9AE1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5EF00786-41FB-026F-B46F-504E5411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E38C90F9-E990-D462-A90E-CF88B0FD65BB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4DD7904D-22B7-F18D-BF8C-82D83925B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139473B9-25F7-51E5-BB2B-CDF410846168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Espace réservé du numéro de diapositive 6">
            <a:extLst>
              <a:ext uri="{FF2B5EF4-FFF2-40B4-BE49-F238E27FC236}">
                <a16:creationId xmlns:a16="http://schemas.microsoft.com/office/drawing/2014/main" id="{EA0848CA-3ED1-10C1-1C10-B8EB2A9D4E8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2547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75398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CAPEX and power of the constant power load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Variables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𝑛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𝑡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∈</m:t>
                      </m:r>
                      <m:d>
                        <m:dPr>
                          <m:begChr m:val="⟦"/>
                          <m:endChr m:val="⟧"/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</m:ctrlPr>
                        </m:d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  <m:t>1;3</m:t>
                          </m:r>
                        </m:e>
                      </m:d>
                    </m:oMath>
                  </m:oMathPara>
                </a14:m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∈[1;100]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[m]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𝑅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𝑠h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0.1⋅</m:t>
                        </m:r>
                        <m:sSup>
                          <m:sSup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p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10</m:t>
                            </m:r>
                          </m:e>
                          <m:sup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−3</m:t>
                            </m:r>
                          </m:sup>
                        </m:s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;1</m:t>
                        </m:r>
                      </m:e>
                    </m:d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ja-JP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Ω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]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𝛼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∈[1;2.5]</m:t>
                      </m:r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Objectives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altLang="ja-JP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Lucida Sans Unicode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</m:ctrlPr>
                                </m:eqArrPr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−</m:t>
                                  </m:r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𝛼</m:t>
                                  </m:r>
                                </m:e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𝐶𝐴𝑃𝐸𝑋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75398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 r="-77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0" y="757812"/>
                <a:ext cx="457200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Constraints</a:t>
                </a: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Stability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r>
                      <a:rPr lang="fr-FR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𝛼</m:t>
                    </m:r>
                    <m:r>
                      <a:rPr lang="fr-FR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⋅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170.5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kW</a:t>
                </a:r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0≤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𝑠𝑢𝑝𝑟𝑎</m:t>
                        </m:r>
                      </m:sub>
                    </m:sSub>
                    <m:d>
                      <m:d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Parameters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50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particules, 20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0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iterations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=650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V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=630 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A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=90 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K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757812"/>
                <a:ext cx="4572000" cy="5677385"/>
              </a:xfrm>
              <a:prstGeom prst="rect">
                <a:avLst/>
              </a:prstGeom>
              <a:blipFill>
                <a:blip r:embed="rId4"/>
                <a:stretch>
                  <a:fillRect l="-4133" r="-800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A93D8CC8-7D47-2CC4-276D-0044C4B3378B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3375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F9C18C15-0D77-4EE3-1396-1AAFA62089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CAPEX – </a:t>
                </a:r>
                <a14:m>
                  <m:oMath xmlns:m="http://schemas.openxmlformats.org/officeDocument/2006/math">
                    <m:r>
                      <a:rPr lang="fr-FR" altLang="ja-JP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−</m:t>
                    </m:r>
                    <m:r>
                      <a:rPr lang="fr-FR" altLang="ja-JP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𝛼</m:t>
                    </m:r>
                  </m:oMath>
                </a14:m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F9C18C15-0D77-4EE3-1396-1AAFA6208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039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0597B9F-5D09-D2ED-FA97-D67D5C60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EF062B-ACCE-2FA9-C67E-7A154E66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9595F3-5F4C-B28F-C5C6-D47252743795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32</a:t>
            </a:fld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15A8A13-8716-BD45-D16C-16DACDF6E106}"/>
              </a:ext>
            </a:extLst>
          </p:cNvPr>
          <p:cNvGrpSpPr/>
          <p:nvPr/>
        </p:nvGrpSpPr>
        <p:grpSpPr>
          <a:xfrm>
            <a:off x="110906" y="1294759"/>
            <a:ext cx="6666667" cy="5000000"/>
            <a:chOff x="110906" y="1294759"/>
            <a:chExt cx="6666667" cy="5000000"/>
          </a:xfrm>
        </p:grpSpPr>
        <p:pic>
          <p:nvPicPr>
            <p:cNvPr id="6" name="Image 5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5A4E128C-5D94-76E5-9C3A-4ACD6E535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06" y="1294759"/>
              <a:ext cx="6666667" cy="50000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871FA9B-3426-E72E-30BA-6DA9DFB748C7}"/>
                </a:ext>
              </a:extLst>
            </p:cNvPr>
            <p:cNvSpPr/>
            <p:nvPr/>
          </p:nvSpPr>
          <p:spPr>
            <a:xfrm>
              <a:off x="1493202" y="546671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834F0F6-99E1-4537-E3E2-2A51123E544B}"/>
                </a:ext>
              </a:extLst>
            </p:cNvPr>
            <p:cNvSpPr/>
            <p:nvPr/>
          </p:nvSpPr>
          <p:spPr>
            <a:xfrm>
              <a:off x="882748" y="176275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CFB06C4-4351-F8E4-35DF-25323E1F9FCD}"/>
                </a:ext>
              </a:extLst>
            </p:cNvPr>
            <p:cNvSpPr/>
            <p:nvPr/>
          </p:nvSpPr>
          <p:spPr>
            <a:xfrm>
              <a:off x="5842782" y="556387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35D23A7-D0DE-39DC-C7E2-C8354BFF52BA}"/>
                </a:ext>
              </a:extLst>
            </p:cNvPr>
            <p:cNvSpPr txBox="1"/>
            <p:nvPr/>
          </p:nvSpPr>
          <p:spPr>
            <a:xfrm>
              <a:off x="1167692" y="171017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151FE9CF-656F-6308-9969-E9EC2BEEA387}"/>
                </a:ext>
              </a:extLst>
            </p:cNvPr>
            <p:cNvSpPr txBox="1"/>
            <p:nvPr/>
          </p:nvSpPr>
          <p:spPr>
            <a:xfrm>
              <a:off x="1595192" y="5132212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C11D243-D403-9276-5188-78E2D914572F}"/>
                </a:ext>
              </a:extLst>
            </p:cNvPr>
            <p:cNvSpPr txBox="1"/>
            <p:nvPr/>
          </p:nvSpPr>
          <p:spPr>
            <a:xfrm>
              <a:off x="5799016" y="5216242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  <a:endParaRPr lang="en-GB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FA50DCCE-F820-F104-820A-77CCE2F574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9482254"/>
                  </p:ext>
                </p:extLst>
              </p:nvPr>
            </p:nvGraphicFramePr>
            <p:xfrm>
              <a:off x="3485038" y="1180606"/>
              <a:ext cx="5437763" cy="27432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544320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351280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262003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62736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627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𝑠h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1.0⋅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2.0⋅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1.1⋅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27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</m:oMath>
                          </a14:m>
                          <a:r>
                            <a:rPr lang="fr-FR"/>
                            <a:t>m]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10.3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56.2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27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3627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𝑎𝑙𝑝h𝑎</m:t>
                              </m:r>
                            </m:oMath>
                          </a14:m>
                          <a:r>
                            <a:rPr lang="fr-FR"/>
                            <a:t>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1.03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1.67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1.68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178124"/>
                      </a:ext>
                    </a:extLst>
                  </a:tr>
                  <a:tr h="634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Objectif</a:t>
                          </a:r>
                        </a:p>
                        <a:p>
                          <a:pPr algn="ctr"/>
                          <a:r>
                            <a:rPr lang="fr-FR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fr-FR"/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𝐶𝐴𝑃𝐸𝑋</m:t>
                              </m:r>
                            </m:oMath>
                          </a14:m>
                          <a:r>
                            <a:rPr lang="fr-FR"/>
                            <a:t>) [-;€]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(-1.03 ; 107.29)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(-1.67 ; 2502.45 )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(-1.68 ; 19276)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FA50DCCE-F820-F104-820A-77CCE2F574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9482254"/>
                  </p:ext>
                </p:extLst>
              </p:nvPr>
            </p:nvGraphicFramePr>
            <p:xfrm>
              <a:off x="3485038" y="1180606"/>
              <a:ext cx="5437763" cy="27432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544320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351280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262003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108333" r="-252756" b="-5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1429" t="-108333" r="-205714" b="-5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9459" t="-108333" r="-94595" b="-5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31884" t="-108333" r="-1449" b="-57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208333" r="-252756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1429" t="-208333" r="-205714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9459" t="-208333" r="-94595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31884" t="-208333" r="-1449" b="-47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303279" r="-252756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1429" t="-303279" r="-205714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9459" t="-303279" r="-94595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31884" t="-303279" r="-1449" b="-3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410000" r="-252756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1429" t="-410000" r="-205714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9459" t="-410000" r="-94595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31884" t="-410000" r="-1449" b="-27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17812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204000" r="-252756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(-1.03 ; 107.29)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(-1.67 ; 2502.45 )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(-1.68 ; 19276)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45138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Particular points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17EBB9B6-A333-3771-3208-E9F5AFEC8FEB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33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44A1DA3-C637-2737-1EA8-5255DE30DDA4}"/>
              </a:ext>
            </a:extLst>
          </p:cNvPr>
          <p:cNvGrpSpPr/>
          <p:nvPr/>
        </p:nvGrpSpPr>
        <p:grpSpPr>
          <a:xfrm>
            <a:off x="21085" y="1269902"/>
            <a:ext cx="9071103" cy="5198061"/>
            <a:chOff x="21085" y="1269902"/>
            <a:chExt cx="9071103" cy="5198061"/>
          </a:xfrm>
        </p:grpSpPr>
        <p:pic>
          <p:nvPicPr>
            <p:cNvPr id="21" name="Image 20" descr="Une image contenant diagramme&#10;&#10;Description générée automatiquement">
              <a:extLst>
                <a:ext uri="{FF2B5EF4-FFF2-40B4-BE49-F238E27FC236}">
                  <a16:creationId xmlns:a16="http://schemas.microsoft.com/office/drawing/2014/main" id="{D21E541C-F7E7-790A-F901-AB4BF4AEF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64" r="8874"/>
            <a:stretch/>
          </p:blipFill>
          <p:spPr>
            <a:xfrm>
              <a:off x="355413" y="1269902"/>
              <a:ext cx="8736775" cy="5198061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867CD19-B3BA-36E6-1725-037BC75A7A18}"/>
                </a:ext>
              </a:extLst>
            </p:cNvPr>
            <p:cNvSpPr txBox="1"/>
            <p:nvPr/>
          </p:nvSpPr>
          <p:spPr>
            <a:xfrm rot="16200000">
              <a:off x="-271113" y="2097198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A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6624F1F3-44FA-B7F8-52BE-EF16952A3A5D}"/>
                </a:ext>
              </a:extLst>
            </p:cNvPr>
            <p:cNvSpPr txBox="1"/>
            <p:nvPr/>
          </p:nvSpPr>
          <p:spPr>
            <a:xfrm rot="16200000">
              <a:off x="-271113" y="3611387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B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9F7B387-616E-BB66-EFBF-BC7A22061A6B}"/>
                </a:ext>
              </a:extLst>
            </p:cNvPr>
            <p:cNvSpPr txBox="1"/>
            <p:nvPr/>
          </p:nvSpPr>
          <p:spPr>
            <a:xfrm rot="16200000">
              <a:off x="-271114" y="5125576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C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B381C97-D006-5BDE-E6DB-A30514D89262}"/>
              </a:ext>
            </a:extLst>
          </p:cNvPr>
          <p:cNvGrpSpPr/>
          <p:nvPr/>
        </p:nvGrpSpPr>
        <p:grpSpPr>
          <a:xfrm>
            <a:off x="7528560" y="284479"/>
            <a:ext cx="1465520" cy="1127761"/>
            <a:chOff x="110906" y="1294759"/>
            <a:chExt cx="6666667" cy="5000000"/>
          </a:xfrm>
        </p:grpSpPr>
        <p:pic>
          <p:nvPicPr>
            <p:cNvPr id="13" name="Image 12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C72051A0-DB52-EC2D-CB21-5A01603CB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906" y="1294759"/>
              <a:ext cx="6666667" cy="5000000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A5951E1E-8B30-48AD-55D1-DB74869D0072}"/>
                </a:ext>
              </a:extLst>
            </p:cNvPr>
            <p:cNvSpPr/>
            <p:nvPr/>
          </p:nvSpPr>
          <p:spPr>
            <a:xfrm>
              <a:off x="1493202" y="546671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CB8991D-26AA-DCFC-8585-C6F1C2F01DB3}"/>
                </a:ext>
              </a:extLst>
            </p:cNvPr>
            <p:cNvSpPr/>
            <p:nvPr/>
          </p:nvSpPr>
          <p:spPr>
            <a:xfrm>
              <a:off x="882748" y="176275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73B891CC-F7E4-E1C2-CB4C-66DC63583EA4}"/>
                </a:ext>
              </a:extLst>
            </p:cNvPr>
            <p:cNvSpPr/>
            <p:nvPr/>
          </p:nvSpPr>
          <p:spPr>
            <a:xfrm>
              <a:off x="5842782" y="556387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D5A20738-3B36-552B-89A8-B212F15E908D}"/>
                </a:ext>
              </a:extLst>
            </p:cNvPr>
            <p:cNvSpPr txBox="1"/>
            <p:nvPr/>
          </p:nvSpPr>
          <p:spPr>
            <a:xfrm>
              <a:off x="1167692" y="171017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1B39448-AFEB-3C89-D9DC-A24FD14362E2}"/>
                </a:ext>
              </a:extLst>
            </p:cNvPr>
            <p:cNvSpPr txBox="1"/>
            <p:nvPr/>
          </p:nvSpPr>
          <p:spPr>
            <a:xfrm>
              <a:off x="1595192" y="5132212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95259CD-284D-4AD2-20D4-6F809205CA48}"/>
                </a:ext>
              </a:extLst>
            </p:cNvPr>
            <p:cNvSpPr txBox="1"/>
            <p:nvPr/>
          </p:nvSpPr>
          <p:spPr>
            <a:xfrm>
              <a:off x="5799016" y="5216242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  <a:endParaRPr lang="en-GB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81942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3. Optimization CAPEX / OPEX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4EBC1C00-13A1-64C8-EFD1-C6F6EFFE23B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7609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895FD4-8E86-2D62-E043-D8CD3450CC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3" t="1933" r="3878" b="2444"/>
          <a:stretch/>
        </p:blipFill>
        <p:spPr>
          <a:xfrm>
            <a:off x="5227171" y="757812"/>
            <a:ext cx="3665309" cy="32045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Life-cycle approach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3200" noProof="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kumimoji="0" lang="en-US" altLang="ja-JP" sz="3200" b="0" i="1" u="none" strike="noStrike" kern="1200" cap="none" spc="0" normalizeH="0" baseline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noProof="0"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•</a:t>
                </a:r>
                <a:r>
                  <a:rPr lang="en-US" altLang="ja-JP" sz="2400" i="1" noProof="0">
                    <a:solidFill>
                      <a:srgbClr val="0070C0"/>
                    </a:solidFill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𝐶𝐴𝑃𝐸𝑋</m:t>
                    </m:r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Capital cost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/>
                </a:pPr>
                <a:r>
                  <a:rPr kumimoji="0" lang="en-US" altLang="ja-JP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•</a:t>
                </a:r>
                <a:r>
                  <a:rPr kumimoji="0" lang="en-US" altLang="ja-JP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𝑂𝑃𝐸𝑋</m:t>
                    </m:r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Operation and maintenance cost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/>
                  <a:t>• </a:t>
                </a:r>
                <a:r>
                  <a:rPr lang="fr-FR" altLang="ja-JP" sz="2400" b="1" u="sng"/>
                  <a:t>Goal:</a:t>
                </a:r>
                <a:r>
                  <a:rPr lang="fr-FR" altLang="ja-JP" sz="2400"/>
                  <a:t> Have an </a:t>
                </a:r>
                <a:r>
                  <a:rPr lang="fr-FR" altLang="ja-JP" sz="2400" err="1"/>
                  <a:t>overview</a:t>
                </a:r>
                <a:r>
                  <a:rPr lang="fr-FR" altLang="ja-JP" sz="2400"/>
                  <a:t> of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the system </a:t>
                </a:r>
                <a:r>
                  <a:rPr lang="fr-FR" altLang="ja-JP" sz="2400" err="1"/>
                  <a:t>during</a:t>
                </a:r>
                <a:r>
                  <a:rPr lang="fr-FR" altLang="ja-JP" sz="2400"/>
                  <a:t> </a:t>
                </a:r>
                <a:r>
                  <a:rPr lang="fr-FR" altLang="ja-JP" sz="2400" err="1"/>
                  <a:t>its</a:t>
                </a:r>
                <a:r>
                  <a:rPr lang="fr-FR" altLang="ja-JP" sz="2400"/>
                  <a:t> full life-cycle and </a:t>
                </a:r>
                <a:r>
                  <a:rPr lang="fr-FR" altLang="ja-JP" sz="2400" err="1"/>
                  <a:t>find</a:t>
                </a:r>
                <a:r>
                  <a:rPr lang="fr-FR" altLang="ja-JP" sz="2400"/>
                  <a:t> a compromise </a:t>
                </a:r>
                <a:r>
                  <a:rPr lang="fr-FR" altLang="ja-JP" sz="2400" err="1"/>
                  <a:t>between</a:t>
                </a:r>
                <a:r>
                  <a:rPr lang="fr-FR" altLang="ja-JP" sz="2400"/>
                  <a:t>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maintenance and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</a:t>
                </a:r>
                <a:r>
                  <a:rPr lang="fr-FR" altLang="ja-JP" sz="2400" err="1"/>
                  <a:t>investment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4"/>
                <a:stretch>
                  <a:fillRect l="-2821" t="-2146" r="-282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CF99DCBC-4C08-29A8-A0B4-B3109C75DC7A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4895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OPEX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Formula</a:t>
                </a: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𝑂𝑃𝐸𝑋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𝐶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𝑐𝑜𝑖𝑙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𝑆𝑐𝑃𝐹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⋅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𝑆𝑐𝑃𝐹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⋅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Hypothesis</a:t>
                </a:r>
                <a:endParaRPr lang="fr-FR" altLang="ja-JP" sz="240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Mean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value of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sum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CPcoil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: power use by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cooling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system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1537763-4480-CA8D-DC4C-544ABCE1A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024" y="3793238"/>
            <a:ext cx="5623951" cy="2700361"/>
          </a:xfrm>
          <a:prstGeom prst="rect">
            <a:avLst/>
          </a:prstGeom>
        </p:spPr>
      </p:pic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E0C34938-5C9C-2827-BA78-028C3CF36830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246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CAPEX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Formula</a:t>
                </a: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𝐶𝐴𝑃𝐸𝑋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𝑠𝑐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𝑐𝑢</m:t>
                          </m:r>
                        </m:sub>
                      </m:sSub>
                    </m:oMath>
                  </m:oMathPara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Hypothesis</a:t>
                </a:r>
                <a:endParaRPr lang="fr-FR" altLang="ja-JP" sz="240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=100⋅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𝑙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𝑛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𝑊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8C5C74E-4CA7-2FDB-8309-1A8F3155E34C}"/>
              </a:ext>
            </a:extLst>
          </p:cNvPr>
          <p:cNvGrpSpPr/>
          <p:nvPr/>
        </p:nvGrpSpPr>
        <p:grpSpPr>
          <a:xfrm>
            <a:off x="2641600" y="3830320"/>
            <a:ext cx="6250877" cy="2340993"/>
            <a:chOff x="838080" y="3597411"/>
            <a:chExt cx="6446640" cy="2036820"/>
          </a:xfrm>
        </p:grpSpPr>
        <p:sp>
          <p:nvSpPr>
            <p:cNvPr id="19" name="Cylindre 18">
              <a:extLst>
                <a:ext uri="{FF2B5EF4-FFF2-40B4-BE49-F238E27FC236}">
                  <a16:creationId xmlns:a16="http://schemas.microsoft.com/office/drawing/2014/main" id="{BEE1CF88-3FE7-58FE-7839-4FC687B2F4BC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AFEAE3EA-42FB-AC24-1AE1-E60E38ADDD4D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DE31379-6F16-F1DD-E187-F936850EDF21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50F44451-7B27-8D6B-A4CB-FED35A5A5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33240FF-EBCB-5EA9-D619-1CA9672AD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46DA3575-9FF0-7C99-C958-F4879C7654E7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5E728223-CB0D-C4C5-08E5-AED247862282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C9AEBDD5-B3F0-E75E-2F69-AA903E6B8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93F6EFC6-6CF4-C444-B9CE-72C67F474B39}"/>
                    </a:ext>
                  </a:extLst>
                </p:cNvPr>
                <p:cNvSpPr txBox="1"/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/>
                    <a:t>Rsh (length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𝑐𝑜𝑝𝑝𝑒𝑟</m:t>
                          </m:r>
                        </m:sub>
                      </m:sSub>
                    </m:oMath>
                  </a14:m>
                  <a:r>
                    <a:rPr lang="en-GB"/>
                    <a:t>)</a:t>
                  </a:r>
                </a:p>
              </p:txBody>
            </p:sp>
          </mc:Choice>
          <mc:Fallback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93F6EFC6-6CF4-C444-B9CE-72C67F474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blipFill>
                  <a:blip r:embed="rId4"/>
                  <a:stretch>
                    <a:fillRect l="-1928" t="-5405" b="-40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/>
                <p:nvPr/>
              </p:nvSpPr>
              <p:spPr>
                <a:xfrm>
                  <a:off x="2106612" y="4948565"/>
                  <a:ext cx="4541752" cy="321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err="1"/>
                    <a:t>superconductor</a:t>
                  </a:r>
                  <a:r>
                    <a:rPr lang="fr-FR"/>
                    <a:t> (length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, </a:t>
                  </a:r>
                  <a:r>
                    <a:rPr lang="fr-FR" err="1"/>
                    <a:t>width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𝑠𝑐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6612" y="4948565"/>
                  <a:ext cx="4541752" cy="321343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5859D1E5-CC6C-C290-29CC-8D8A1302536A}"/>
                </a:ext>
              </a:extLst>
            </p:cNvPr>
            <p:cNvCxnSpPr/>
            <p:nvPr/>
          </p:nvCxnSpPr>
          <p:spPr>
            <a:xfrm>
              <a:off x="1555529" y="4919403"/>
              <a:ext cx="353525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341C4171-3FFD-4D56-4936-0FEC00411E02}"/>
                </a:ext>
              </a:extLst>
            </p:cNvPr>
            <p:cNvSpPr txBox="1"/>
            <p:nvPr/>
          </p:nvSpPr>
          <p:spPr>
            <a:xfrm>
              <a:off x="1461951" y="4459692"/>
              <a:ext cx="892204" cy="4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>
                  <a:solidFill>
                    <a:schemeClr val="tx2"/>
                  </a:solidFill>
                </a:rPr>
                <a:t>Ic</a:t>
              </a:r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F799BD91-BDC0-569C-3554-6EEB2E6F9AE1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5EF00786-41FB-026F-B46F-504E5411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E38C90F9-E990-D462-A90E-CF88B0FD65BB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4DD7904D-22B7-F18D-BF8C-82D83925B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139473B9-25F7-51E5-BB2B-CDF410846168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Espace réservé du numéro de diapositive 6">
            <a:extLst>
              <a:ext uri="{FF2B5EF4-FFF2-40B4-BE49-F238E27FC236}">
                <a16:creationId xmlns:a16="http://schemas.microsoft.com/office/drawing/2014/main" id="{EA0848CA-3ED1-10C1-1C10-B8EB2A9D4E8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721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CAPEX and OPEX 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Variables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𝑛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𝑡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∈</m:t>
                      </m:r>
                      <m:d>
                        <m:dPr>
                          <m:begChr m:val="⟦"/>
                          <m:endChr m:val="⟧"/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</m:ctrlPr>
                        </m:d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  <m:t>1;3</m:t>
                          </m:r>
                        </m:e>
                      </m:d>
                    </m:oMath>
                  </m:oMathPara>
                </a14:m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∈[1;100]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[m]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𝑅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𝑠h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p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0.1⋅10</m:t>
                            </m:r>
                          </m:e>
                          <m:sup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−3</m:t>
                            </m:r>
                          </m:sup>
                        </m:s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;1</m:t>
                        </m:r>
                      </m:e>
                    </m:d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ja-JP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Ω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Superconductor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type :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Objectives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altLang="ja-JP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Lucida Sans Unicode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</m:ctrlPr>
                                </m:eqArrPr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𝑂𝑃𝐸𝑋</m:t>
                                  </m:r>
                                </m:e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𝐶𝐴𝑃𝐸𝑋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0" y="757812"/>
                <a:ext cx="467360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Constraints</a:t>
                </a: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Stability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for </a:t>
                </a:r>
                <a14:m>
                  <m:oMath xmlns:m="http://schemas.openxmlformats.org/officeDocument/2006/math"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𝑃</m:t>
                    </m:r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 = 1.2⋅170.5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kW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0≤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𝑠𝑢𝑝𝑟𝑎</m:t>
                        </m:r>
                      </m:sub>
                    </m:sSub>
                    <m:d>
                      <m:d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Parameters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40 </a:t>
                </a: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particles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, 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180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iterations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=650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V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630 A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90 K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757812"/>
                <a:ext cx="4673600" cy="5677385"/>
              </a:xfrm>
              <a:prstGeom prst="rect">
                <a:avLst/>
              </a:prstGeom>
              <a:blipFill>
                <a:blip r:embed="rId4"/>
                <a:stretch>
                  <a:fillRect l="-4042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5C6D1794-1A09-BFB0-588C-355928860C5F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38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6">
                <a:extLst>
                  <a:ext uri="{FF2B5EF4-FFF2-40B4-BE49-F238E27FC236}">
                    <a16:creationId xmlns:a16="http://schemas.microsoft.com/office/drawing/2014/main" id="{B5B444A2-6240-FED3-1955-7A6B203C5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643761"/>
                  </p:ext>
                </p:extLst>
              </p:nvPr>
            </p:nvGraphicFramePr>
            <p:xfrm>
              <a:off x="251520" y="3343787"/>
              <a:ext cx="3967362" cy="73660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566766">
                      <a:extLst>
                        <a:ext uri="{9D8B030D-6E8A-4147-A177-3AD203B41FA5}">
                          <a16:colId xmlns:a16="http://schemas.microsoft.com/office/drawing/2014/main" val="726389177"/>
                        </a:ext>
                      </a:extLst>
                    </a:gridCol>
                    <a:gridCol w="440243">
                      <a:extLst>
                        <a:ext uri="{9D8B030D-6E8A-4147-A177-3AD203B41FA5}">
                          <a16:colId xmlns:a16="http://schemas.microsoft.com/office/drawing/2014/main" val="2094915371"/>
                        </a:ext>
                      </a:extLst>
                    </a:gridCol>
                    <a:gridCol w="693289">
                      <a:extLst>
                        <a:ext uri="{9D8B030D-6E8A-4147-A177-3AD203B41FA5}">
                          <a16:colId xmlns:a16="http://schemas.microsoft.com/office/drawing/2014/main" val="560937565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1782016288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572774949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2646603502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3570900732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6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112.5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225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450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8787366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𝑠𝑐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6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92724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6">
                <a:extLst>
                  <a:ext uri="{FF2B5EF4-FFF2-40B4-BE49-F238E27FC236}">
                    <a16:creationId xmlns:a16="http://schemas.microsoft.com/office/drawing/2014/main" id="{B5B444A2-6240-FED3-1955-7A6B203C5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643761"/>
                  </p:ext>
                </p:extLst>
              </p:nvPr>
            </p:nvGraphicFramePr>
            <p:xfrm>
              <a:off x="251520" y="3343787"/>
              <a:ext cx="3967362" cy="73660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566766">
                      <a:extLst>
                        <a:ext uri="{9D8B030D-6E8A-4147-A177-3AD203B41FA5}">
                          <a16:colId xmlns:a16="http://schemas.microsoft.com/office/drawing/2014/main" val="726389177"/>
                        </a:ext>
                      </a:extLst>
                    </a:gridCol>
                    <a:gridCol w="440243">
                      <a:extLst>
                        <a:ext uri="{9D8B030D-6E8A-4147-A177-3AD203B41FA5}">
                          <a16:colId xmlns:a16="http://schemas.microsoft.com/office/drawing/2014/main" val="2094915371"/>
                        </a:ext>
                      </a:extLst>
                    </a:gridCol>
                    <a:gridCol w="693289">
                      <a:extLst>
                        <a:ext uri="{9D8B030D-6E8A-4147-A177-3AD203B41FA5}">
                          <a16:colId xmlns:a16="http://schemas.microsoft.com/office/drawing/2014/main" val="560937565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1782016288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572774949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2646603502"/>
                        </a:ext>
                      </a:extLst>
                    </a:gridCol>
                    <a:gridCol w="566766">
                      <a:extLst>
                        <a:ext uri="{9D8B030D-6E8A-4147-A177-3AD203B41FA5}">
                          <a16:colId xmlns:a16="http://schemas.microsoft.com/office/drawing/2014/main" val="3570900732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3279" r="-603226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112.5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225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450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8787366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103279" r="-603226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b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92724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62285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F92BE3A0-2B1B-8925-F80F-2447D7B84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CAPEX - OPEX 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0597B9F-5D09-D2ED-FA97-D67D5C60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EF062B-ACCE-2FA9-C67E-7A154E66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B37BDF28-4555-CC20-48BC-5A9C441156A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39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F51CF99-C9AB-EA9C-4C27-5BB025AEA0F2}"/>
              </a:ext>
            </a:extLst>
          </p:cNvPr>
          <p:cNvGrpSpPr/>
          <p:nvPr/>
        </p:nvGrpSpPr>
        <p:grpSpPr>
          <a:xfrm>
            <a:off x="30480" y="1459310"/>
            <a:ext cx="7080190" cy="5073758"/>
            <a:chOff x="575322" y="1361440"/>
            <a:chExt cx="7080190" cy="5073758"/>
          </a:xfrm>
        </p:grpSpPr>
        <p:pic>
          <p:nvPicPr>
            <p:cNvPr id="27" name="Image 26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206DA2B9-4A7E-AA17-B44E-37087056CA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81" t="6727"/>
            <a:stretch/>
          </p:blipFill>
          <p:spPr>
            <a:xfrm>
              <a:off x="575322" y="1361440"/>
              <a:ext cx="7080190" cy="5073758"/>
            </a:xfrm>
            <a:prstGeom prst="rect">
              <a:avLst/>
            </a:prstGeom>
          </p:spPr>
        </p:pic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52E9563-F466-E7CC-08F4-A410669C5401}"/>
                </a:ext>
              </a:extLst>
            </p:cNvPr>
            <p:cNvSpPr/>
            <p:nvPr/>
          </p:nvSpPr>
          <p:spPr>
            <a:xfrm>
              <a:off x="1295467" y="2924540"/>
              <a:ext cx="281056" cy="221226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F427BBB-952F-B5F0-E09F-60479C05C9E0}"/>
                </a:ext>
              </a:extLst>
            </p:cNvPr>
            <p:cNvSpPr txBox="1"/>
            <p:nvPr/>
          </p:nvSpPr>
          <p:spPr>
            <a:xfrm>
              <a:off x="1855743" y="266272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161609FC-F950-6168-8024-CD5043B3656A}"/>
                </a:ext>
              </a:extLst>
            </p:cNvPr>
            <p:cNvSpPr/>
            <p:nvPr/>
          </p:nvSpPr>
          <p:spPr>
            <a:xfrm>
              <a:off x="1396964" y="4689964"/>
              <a:ext cx="242722" cy="221226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38A58F55-71C6-38BA-E6E7-57D4211C46C9}"/>
                </a:ext>
              </a:extLst>
            </p:cNvPr>
            <p:cNvSpPr txBox="1"/>
            <p:nvPr/>
          </p:nvSpPr>
          <p:spPr>
            <a:xfrm>
              <a:off x="1546043" y="435341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AFB67E18-AC3A-BF95-EAD9-EF91E7EC462E}"/>
                </a:ext>
              </a:extLst>
            </p:cNvPr>
            <p:cNvSpPr txBox="1"/>
            <p:nvPr/>
          </p:nvSpPr>
          <p:spPr>
            <a:xfrm>
              <a:off x="6660842" y="4699469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73DA425F-FE48-8843-461C-4665A871E11A}"/>
                </a:ext>
              </a:extLst>
            </p:cNvPr>
            <p:cNvSpPr/>
            <p:nvPr/>
          </p:nvSpPr>
          <p:spPr>
            <a:xfrm>
              <a:off x="6694331" y="5016589"/>
              <a:ext cx="242722" cy="221226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80AB31D9-5346-2BD5-CB1C-FD8D150B73AD}"/>
                </a:ext>
              </a:extLst>
            </p:cNvPr>
            <p:cNvSpPr/>
            <p:nvPr/>
          </p:nvSpPr>
          <p:spPr>
            <a:xfrm>
              <a:off x="1681444" y="5025244"/>
              <a:ext cx="242722" cy="221226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D8C159E-78FB-D83D-5036-0E79BD37F599}"/>
                </a:ext>
              </a:extLst>
            </p:cNvPr>
            <p:cNvSpPr txBox="1"/>
            <p:nvPr/>
          </p:nvSpPr>
          <p:spPr>
            <a:xfrm>
              <a:off x="1812406" y="4726002"/>
              <a:ext cx="54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317470FA-1917-FB12-A0BD-7385B1959B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033341"/>
                  </p:ext>
                </p:extLst>
              </p:nvPr>
            </p:nvGraphicFramePr>
            <p:xfrm>
              <a:off x="2887518" y="659943"/>
              <a:ext cx="6144572" cy="3295856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278082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25984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209040">
                      <a:extLst>
                        <a:ext uri="{9D8B030D-6E8A-4147-A177-3AD203B41FA5}">
                          <a16:colId xmlns:a16="http://schemas.microsoft.com/office/drawing/2014/main" val="1276473276"/>
                        </a:ext>
                      </a:extLst>
                    </a:gridCol>
                    <a:gridCol w="1178410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66764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B’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𝑠h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2.3⋅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1.0⋅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1.6⋅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5.9⋅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</m:oMath>
                          </a14:m>
                          <a:r>
                            <a:rPr lang="fr-FR"/>
                            <a:t>m]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22.3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3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𝐼𝑐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𝑠𝑐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fr-FR" b="0" i="0">
                              <a:latin typeface="+mj-lt"/>
                            </a:rPr>
                            <a:t> [A</a:t>
                          </a:r>
                          <a:r>
                            <a:rPr lang="fr-FR" b="0" i="0" baseline="0">
                              <a:latin typeface="+mj-lt"/>
                            </a:rPr>
                            <a:t>; </a:t>
                          </a:r>
                          <a:r>
                            <a:rPr lang="fr-FR" b="0" i="0">
                              <a:latin typeface="+mj-lt"/>
                            </a:rPr>
                            <a:t>mm]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(75;2)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(75;2)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(112.5; 3)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(112.5; 3)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178124"/>
                      </a:ext>
                    </a:extLst>
                  </a:tr>
                  <a:tr h="9169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Objectif</a:t>
                          </a:r>
                        </a:p>
                        <a:p>
                          <a:pPr algn="ctr"/>
                          <a:r>
                            <a:rPr lang="fr-FR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𝑂𝑃𝐸𝑋</m:t>
                              </m:r>
                            </m:oMath>
                          </a14:m>
                          <a:r>
                            <a:rPr lang="fr-FR"/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𝐶𝐴𝑃𝐸𝑋</m:t>
                              </m:r>
                            </m:oMath>
                          </a14:m>
                          <a:r>
                            <a:rPr lang="fr-FR"/>
                            <a:t>) [W;€]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(1997;59.6)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(1677;949)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(1625; 3349) 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(1617 ; 49905)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317470FA-1917-FB12-A0BD-7385B1959B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033341"/>
                  </p:ext>
                </p:extLst>
              </p:nvPr>
            </p:nvGraphicFramePr>
            <p:xfrm>
              <a:off x="2887518" y="659943"/>
              <a:ext cx="6144572" cy="3295856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278082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25984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209040">
                      <a:extLst>
                        <a:ext uri="{9D8B030D-6E8A-4147-A177-3AD203B41FA5}">
                          <a16:colId xmlns:a16="http://schemas.microsoft.com/office/drawing/2014/main" val="1276473276"/>
                        </a:ext>
                      </a:extLst>
                    </a:gridCol>
                    <a:gridCol w="1178410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66764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B’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6" t="-108333" r="-381905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932" t="-108333" r="-287440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000" t="-108333" r="-197500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2121" t="-108333" r="-99495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619" t="-108333" r="-1546" b="-7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6" t="-204918" r="-381905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932" t="-204918" r="-287440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000" t="-204918" r="-197500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22.3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67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6" t="-310000" r="-3819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932" t="-310000" r="-28744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000" t="-310000" r="-1975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3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6" t="-234286" r="-381905" b="-2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932" t="-234286" r="-287440" b="-2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000" t="-234286" r="-197500" b="-2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(112.5; 3)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(112.5; 3)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178124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6" t="-180000" r="-381905" b="-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(1997;59.6)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(1677;949)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(1625; 3349) 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(1617 ; 49905)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178158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4FE3B971-AD8E-686C-9B2B-C8DD544493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14" r="7499"/>
          <a:stretch/>
        </p:blipFill>
        <p:spPr>
          <a:xfrm>
            <a:off x="347870" y="1425055"/>
            <a:ext cx="8653518" cy="4993027"/>
          </a:xfrm>
          <a:prstGeom prst="rect">
            <a:avLst/>
          </a:prstGeom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DEAB4FFB-490E-AC91-56AF-2589B8C0F9C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40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994085C-3881-5F74-3727-FB7A0FA039DE}"/>
              </a:ext>
            </a:extLst>
          </p:cNvPr>
          <p:cNvGrpSpPr/>
          <p:nvPr/>
        </p:nvGrpSpPr>
        <p:grpSpPr>
          <a:xfrm>
            <a:off x="7033733" y="209442"/>
            <a:ext cx="1978597" cy="1483947"/>
            <a:chOff x="6096258" y="422802"/>
            <a:chExt cx="1978597" cy="1483947"/>
          </a:xfrm>
        </p:grpSpPr>
        <p:pic>
          <p:nvPicPr>
            <p:cNvPr id="26" name="Image 25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6D9594FC-C072-9D83-B84D-1A4E1F377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258" y="422802"/>
              <a:ext cx="1978597" cy="1483947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B9C719D9-ABDE-3B0A-F67D-D023E9952B3B}"/>
                </a:ext>
              </a:extLst>
            </p:cNvPr>
            <p:cNvSpPr/>
            <p:nvPr/>
          </p:nvSpPr>
          <p:spPr>
            <a:xfrm>
              <a:off x="6351639" y="985210"/>
              <a:ext cx="64819" cy="55125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C85DABB-D801-4056-2161-BF06217F415D}"/>
                </a:ext>
              </a:extLst>
            </p:cNvPr>
            <p:cNvSpPr txBox="1"/>
            <p:nvPr/>
          </p:nvSpPr>
          <p:spPr>
            <a:xfrm>
              <a:off x="6386662" y="835601"/>
              <a:ext cx="6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FDCE871-1C3A-6DA0-F4B7-D530C9B6BC16}"/>
                </a:ext>
              </a:extLst>
            </p:cNvPr>
            <p:cNvSpPr/>
            <p:nvPr/>
          </p:nvSpPr>
          <p:spPr>
            <a:xfrm>
              <a:off x="6402610" y="1445411"/>
              <a:ext cx="51618" cy="45719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D2A400A9-5884-F5DF-1EB5-A114BEF8C73E}"/>
                </a:ext>
              </a:extLst>
            </p:cNvPr>
            <p:cNvSpPr txBox="1"/>
            <p:nvPr/>
          </p:nvSpPr>
          <p:spPr>
            <a:xfrm>
              <a:off x="6540778" y="1164775"/>
              <a:ext cx="65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BB8CE953-9BC1-FA11-78AB-0800BB83183D}"/>
                </a:ext>
              </a:extLst>
            </p:cNvPr>
            <p:cNvSpPr txBox="1"/>
            <p:nvPr/>
          </p:nvSpPr>
          <p:spPr>
            <a:xfrm>
              <a:off x="7965774" y="1240389"/>
              <a:ext cx="65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D1A7CFC0-3781-A8DD-6037-DC8DAB0C3372}"/>
                </a:ext>
              </a:extLst>
            </p:cNvPr>
            <p:cNvSpPr/>
            <p:nvPr/>
          </p:nvSpPr>
          <p:spPr>
            <a:xfrm>
              <a:off x="7788396" y="1514527"/>
              <a:ext cx="51618" cy="45719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11C1EBAF-F94F-16D6-1881-D7580D104D87}"/>
              </a:ext>
            </a:extLst>
          </p:cNvPr>
          <p:cNvSpPr txBox="1"/>
          <p:nvPr/>
        </p:nvSpPr>
        <p:spPr>
          <a:xfrm rot="16200000">
            <a:off x="-253217" y="2097200"/>
            <a:ext cx="95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Point A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246742A-C155-CAC3-36B0-5872B9443B40}"/>
              </a:ext>
            </a:extLst>
          </p:cNvPr>
          <p:cNvSpPr txBox="1"/>
          <p:nvPr/>
        </p:nvSpPr>
        <p:spPr>
          <a:xfrm rot="16200000">
            <a:off x="-259339" y="3601324"/>
            <a:ext cx="95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Point B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6508853-900F-C204-C71E-22D8E9D191C8}"/>
              </a:ext>
            </a:extLst>
          </p:cNvPr>
          <p:cNvSpPr txBox="1"/>
          <p:nvPr/>
        </p:nvSpPr>
        <p:spPr>
          <a:xfrm rot="16200000">
            <a:off x="-259339" y="5105448"/>
            <a:ext cx="95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Point C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C0EC2EF2-87B3-E209-36F7-24EC460B0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Particular points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289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IV. Conclusion</a:t>
            </a:r>
            <a:endParaRPr lang="en-US" sz="3200" b="1">
              <a:solidFill>
                <a:srgbClr val="000000"/>
              </a:solidFill>
              <a:latin typeface="+mj-lt"/>
              <a:ea typeface="ＭＳ Ｐゴシック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8BEFE32-FEAE-BCCA-A8C9-A317CFD020D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042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8D882A31-682D-F414-D27A-F3C4DAC91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Conclusion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/>
                  </a:rPr>
                  <a:t>5 parameters to optimize through 3 optimization problems different</a:t>
                </a:r>
              </a:p>
              <a:p>
                <a:pPr lvl="1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𝐶𝑜𝑠</m:t>
                    </m:r>
                    <m:sSub>
                      <m:sSubPr>
                        <m:ctrlPr>
                          <a:rPr lang="en-US" altLang="ja-JP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en-US" altLang="ja-JP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  <m:sub>
                        <m:r>
                          <a:rPr lang="fr-FR" altLang="ja-JP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𝑐𝑜𝑝𝑝𝑒𝑟</m:t>
                        </m:r>
                      </m:sub>
                    </m:sSub>
                  </m:oMath>
                </a14:m>
                <a:endParaRPr lang="fr-FR" altLang="ja-JP" sz="240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 lvl="1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𝐶𝑜𝑠</m:t>
                    </m:r>
                    <m:sSub>
                      <m:sSubPr>
                        <m:ctrlPr>
                          <a:rPr lang="en-US" altLang="ja-JP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en-US" altLang="ja-JP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  <m:sub>
                        <m:r>
                          <a:rPr lang="en-US" altLang="ja-JP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𝑠𝑢𝑝𝑒𝑟𝑐𝑜𝑛𝑑𝑢𝑐𝑡𝑜𝑟</m:t>
                        </m:r>
                      </m:sub>
                    </m:sSub>
                  </m:oMath>
                </a14:m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			</a:t>
                </a:r>
              </a:p>
              <a:p>
                <a:pPr lvl="1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- </a:t>
                </a:r>
                <a14:m>
                  <m:oMath xmlns:m="http://schemas.openxmlformats.org/officeDocument/2006/math"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𝛼</m:t>
                    </m:r>
                  </m:oMath>
                </a14:m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: load power</a:t>
                </a:r>
              </a:p>
              <a:p>
                <a:pPr lvl="1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- CAPEX	</a:t>
                </a:r>
              </a:p>
              <a:p>
                <a:pPr lvl="1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- OPEX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8D882A31-682D-F414-D27A-F3C4DAC91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1FE9F4-1F25-5D22-A6E9-A37BEAB0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730E3-2718-F750-76C8-C0B74C8E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126CC9-31C9-E504-E9DE-772ECF8D5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74" y="3128081"/>
            <a:ext cx="6189906" cy="2972106"/>
          </a:xfrm>
          <a:prstGeom prst="rect">
            <a:avLst/>
          </a:prstGeom>
        </p:spPr>
      </p:pic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AB3F9133-9AA9-36C5-4226-4C10041F2718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332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Thank you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7860819-971E-BAD6-6A18-9CA803C8CEB2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43</a:t>
            </a:fld>
            <a:endParaRPr lang="fr-F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References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/>
        </p:nvGraphicFramePr>
        <p:xfrm>
          <a:off x="356607" y="1288335"/>
          <a:ext cx="8321401" cy="5583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1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sz="1200"/>
                        <a:t>[1] 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 Herrera, W. Zhang and J. Wang, "Stability Analysis and Controller Design of DC Microgrids With Constant Power Loads," in </a:t>
                      </a:r>
                      <a:r>
                        <a:rPr lang="en-GB" sz="1200" b="0" i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Transactions on Smart Grid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 8, no. 2, pp. 881-888, March 2017, </a:t>
                      </a:r>
                      <a:r>
                        <a:rPr lang="en-GB" sz="1200" b="0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doi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10.1109/TSG.2015.2457909.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sz="1200"/>
                        <a:t>[2]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A. Russo and A. Cavallo,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Supercapacitor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control for More Electric Aircraft application," 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2020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European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Control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(ECC)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St. Petersburg,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Russia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2020, pp. 1909-1914,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10.23919/ECC51009.2020.9143927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23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[3]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G.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Ensermu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A. Bhattacharya, "Control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Analysis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of DC Micro-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grids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Constant Power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Loads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Source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Disturbances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," 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2018 IEEE International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on Power Electronics, Drives and Energy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Systems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(PEDES)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Chennai,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India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2018, pp. 1-6,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10.1109/PEDES.2018.8707605.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[4]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Dehghani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Ghiasi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GhasemiGarpachi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T.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Niknam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A.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Kavousi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-Fard and H.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Shirazi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Stabilization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of DC/DC Converter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Constant Power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Load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using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Exact Feedback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Linearization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Method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based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on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Backstepping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Sliding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Mode Control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Nonlinear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Disturbance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Observer," 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2021 12th Power Electronics, Drive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Systems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, and Technologies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(PEDSTC)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Tabriz, Iran, 2021, pp. 1-6,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10.1109/PEDSTC52094.2021.9405916.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[5]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J. G.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Ciezki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R. W. Ashton,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Selection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issues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associated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navy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shipboard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DC zonal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electric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distribution system," in 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IEEE Transactions on Power Delivery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vol. 15, no. 2, pp. 665-669, April 2000,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10.1109/61.853002.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2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noProof="0">
                          <a:latin typeface="Calibri"/>
                        </a:rPr>
                        <a:t>[6] </a:t>
                      </a:r>
                      <a:r>
                        <a:rPr lang="fr-FR" sz="1200" b="0" i="0" u="none" strike="noStrike" noProof="0"/>
                        <a:t>A. </a:t>
                      </a:r>
                      <a:r>
                        <a:rPr lang="fr-FR" sz="1200" b="0" i="0" u="none" strike="noStrike" noProof="0" err="1"/>
                        <a:t>Kwasinski</a:t>
                      </a:r>
                      <a:r>
                        <a:rPr lang="fr-FR" sz="1200" b="0" i="0" u="none" strike="noStrike" noProof="0"/>
                        <a:t> and C. N. </a:t>
                      </a:r>
                      <a:r>
                        <a:rPr lang="fr-FR" sz="1200" b="0" i="0" u="none" strike="noStrike" noProof="0" err="1"/>
                        <a:t>Onwuchekwa</a:t>
                      </a:r>
                      <a:r>
                        <a:rPr lang="fr-FR" sz="1200" b="0" i="0" u="none" strike="noStrike" noProof="0"/>
                        <a:t>, "Dynamic </a:t>
                      </a:r>
                      <a:r>
                        <a:rPr lang="fr-FR" sz="1200" b="0" i="0" u="none" strike="noStrike" noProof="0" err="1"/>
                        <a:t>Behavior</a:t>
                      </a:r>
                      <a:r>
                        <a:rPr lang="fr-FR" sz="1200" b="0" i="0" u="none" strike="noStrike" noProof="0"/>
                        <a:t> and </a:t>
                      </a:r>
                      <a:r>
                        <a:rPr lang="fr-FR" sz="1200" b="0" i="0" u="none" strike="noStrike" noProof="0" err="1"/>
                        <a:t>Stabilization</a:t>
                      </a:r>
                      <a:r>
                        <a:rPr lang="fr-FR" sz="1200" b="0" i="0" u="none" strike="noStrike" noProof="0"/>
                        <a:t> of DC </a:t>
                      </a:r>
                      <a:r>
                        <a:rPr lang="fr-FR" sz="1200" b="0" i="0" u="none" strike="noStrike" noProof="0" err="1"/>
                        <a:t>Microgrids</a:t>
                      </a:r>
                      <a:r>
                        <a:rPr lang="fr-FR" sz="1200" b="0" i="0" u="none" strike="noStrike" noProof="0"/>
                        <a:t> </a:t>
                      </a:r>
                      <a:r>
                        <a:rPr lang="fr-FR" sz="1200" b="0" i="0" u="none" strike="noStrike" noProof="0" err="1"/>
                        <a:t>With</a:t>
                      </a:r>
                      <a:r>
                        <a:rPr lang="fr-FR" sz="1200" b="0" i="0" u="none" strike="noStrike" noProof="0"/>
                        <a:t> </a:t>
                      </a:r>
                      <a:r>
                        <a:rPr lang="fr-FR" sz="1200" b="0" i="0" u="none" strike="noStrike" noProof="0" err="1"/>
                        <a:t>Instantaneous</a:t>
                      </a:r>
                      <a:r>
                        <a:rPr lang="fr-FR" sz="1200" b="0" i="0" u="none" strike="noStrike" noProof="0"/>
                        <a:t> Constant-Power </a:t>
                      </a:r>
                      <a:r>
                        <a:rPr lang="fr-FR" sz="1200" b="0" i="0" u="none" strike="noStrike" noProof="0" err="1"/>
                        <a:t>Loads</a:t>
                      </a:r>
                      <a:r>
                        <a:rPr lang="fr-FR" sz="1200" b="0" i="0" u="none" strike="noStrike" noProof="0"/>
                        <a:t>," in </a:t>
                      </a:r>
                      <a:r>
                        <a:rPr lang="fr-FR" sz="1200" b="0" i="1" u="none" strike="noStrike" noProof="0"/>
                        <a:t>IEEE Transactions on Power Electronics</a:t>
                      </a:r>
                      <a:r>
                        <a:rPr lang="fr-FR" sz="1200" b="0" i="0" u="none" strike="noStrike" noProof="0"/>
                        <a:t>, vol. 26, no. 3, pp. 822-834, March 2011, </a:t>
                      </a:r>
                      <a:r>
                        <a:rPr lang="fr-FR" sz="1200" b="0" i="0" u="none" strike="noStrike" noProof="0" err="1"/>
                        <a:t>doi</a:t>
                      </a:r>
                      <a:r>
                        <a:rPr lang="fr-FR" sz="1200" b="0" i="0" u="none" strike="noStrike" noProof="0"/>
                        <a:t>: 10.1109/TPEL.2010.2091285.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2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noProof="0">
                          <a:latin typeface="Calibri"/>
                        </a:rPr>
                        <a:t>[7] 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D.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Gunji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, T.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Imura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 and H. Fujimoto, "Stability analysis of constant power load and load voltage control method for Wireless In-Wheel Motor," 2015 9th International Conference on Power Electronics and ECCE Asia (ICPE-ECCE Asia), Seoul, Korea (South), 2015, pp. 1944-1949,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doi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: 10.1109/ICPE.2015.7168044.</a:t>
                      </a:r>
                      <a:endParaRPr lang="en-US" sz="1200" b="0" i="0" u="none" strike="noStrike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[8] </a:t>
                      </a:r>
                      <a:r>
                        <a:rPr lang="en-US" sz="1200" b="0" i="0" u="none" strike="noStrike" kern="1200" noProof="0"/>
                        <a:t>P. </a:t>
                      </a:r>
                      <a:r>
                        <a:rPr lang="en-US" sz="1200" b="0" i="0" u="none" strike="noStrike" kern="1200" noProof="0" err="1"/>
                        <a:t>Magne</a:t>
                      </a:r>
                      <a:r>
                        <a:rPr lang="en-US" sz="1200" b="0" i="0" u="none" strike="noStrike" kern="1200" noProof="0"/>
                        <a:t>, B. Nahid-</a:t>
                      </a:r>
                      <a:r>
                        <a:rPr lang="en-US" sz="1200" b="0" i="0" u="none" strike="noStrike" kern="1200" noProof="0" err="1"/>
                        <a:t>Mobarakeh</a:t>
                      </a:r>
                      <a:r>
                        <a:rPr lang="en-US" sz="1200" b="0" i="0" u="none" strike="noStrike" kern="1200" noProof="0"/>
                        <a:t> and S. </a:t>
                      </a:r>
                      <a:r>
                        <a:rPr lang="en-US" sz="1200" b="0" i="0" u="none" strike="noStrike" kern="1200" noProof="0" err="1"/>
                        <a:t>Pierfederici</a:t>
                      </a:r>
                      <a:r>
                        <a:rPr lang="en-US" sz="1200" b="0" i="0" u="none" strike="noStrike" kern="1200" noProof="0"/>
                        <a:t>, "General Active Global Stabilization of Multiloads DC-Power Networks," in </a:t>
                      </a:r>
                      <a:r>
                        <a:rPr lang="en-US" sz="1200" b="0" i="1" u="none" strike="noStrike" kern="1200" noProof="0"/>
                        <a:t>IEEE Transactions on Power Electronics</a:t>
                      </a:r>
                      <a:r>
                        <a:rPr lang="en-US" sz="1200" b="0" i="0" u="none" strike="noStrike" kern="1200" noProof="0"/>
                        <a:t>, vol. 27, no. 4, pp. 1788-1798, April 2012, </a:t>
                      </a:r>
                      <a:r>
                        <a:rPr lang="en-US" sz="1200" b="0" i="0" u="none" strike="noStrike" kern="1200" noProof="0" err="1"/>
                        <a:t>doi</a:t>
                      </a:r>
                      <a:r>
                        <a:rPr lang="en-US" sz="1200" b="0" i="0" u="none" strike="noStrike" kern="1200" noProof="0"/>
                        <a:t>: 10.1109/TPEL.2011.2168426.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/>
                        <a:t>P. </a:t>
                      </a:r>
                      <a:r>
                        <a:rPr lang="en-US" sz="1200" b="0" i="0" u="none" strike="noStrike" kern="1200" noProof="0" err="1"/>
                        <a:t>Magne</a:t>
                      </a:r>
                      <a:r>
                        <a:rPr lang="en-US" sz="1200" b="0" i="0" u="none" strike="noStrike" kern="1200" noProof="0"/>
                        <a:t>, B. Nahid-</a:t>
                      </a:r>
                      <a:r>
                        <a:rPr lang="en-US" sz="1200" b="0" i="0" u="none" strike="noStrike" kern="1200" noProof="0" err="1"/>
                        <a:t>Mobarakeh</a:t>
                      </a:r>
                      <a:r>
                        <a:rPr lang="en-US" sz="1200" b="0" i="0" u="none" strike="noStrike" kern="1200" noProof="0"/>
                        <a:t> and S. </a:t>
                      </a:r>
                      <a:r>
                        <a:rPr lang="en-US" sz="1200" b="0" i="0" u="none" strike="noStrike" kern="1200" noProof="0" err="1"/>
                        <a:t>Pierfederici</a:t>
                      </a:r>
                      <a:r>
                        <a:rPr lang="en-US" sz="1200" b="0" i="0" u="none" strike="noStrike" kern="1200" noProof="0"/>
                        <a:t>, "General Active Global Stabilization of Multiloads DC-Power Networks," in , vol. 27, no. 4, pp. 1788-1798, April 2012, </a:t>
                      </a:r>
                      <a:r>
                        <a:rPr lang="en-US" sz="1200" b="0" i="0" u="none" strike="noStrike" kern="1200" noProof="0" err="1"/>
                        <a:t>doi</a:t>
                      </a:r>
                      <a:r>
                        <a:rPr lang="en-US" sz="1200" b="0" i="0" u="none" strike="noStrike" kern="1200" noProof="0"/>
                        <a:t>: 10.1109/TPEL.2011.2168426.</a:t>
                      </a:r>
                      <a:endParaRPr lang="en-US"/>
                    </a:p>
                    <a:p>
                      <a:pPr lvl="0" algn="l"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br>
                        <a:rPr lang="en-US" sz="12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FDC327-ED95-8E03-BAD2-F4D298C1A65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1391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3. Optimization CAPEX / OPEX with only one type of superconductor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4EBC1C00-13A1-64C8-EFD1-C6F6EFFE23B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2987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CAPEX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Formula</a:t>
                </a: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𝐶𝐴𝑃𝐸𝑋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𝑠𝑐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𝑐𝑢</m:t>
                          </m:r>
                        </m:sub>
                      </m:sSub>
                    </m:oMath>
                  </m:oMathPara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Hypothesis</a:t>
                </a:r>
                <a:endParaRPr lang="fr-FR" altLang="ja-JP" sz="240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𝑠𝑐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=100⋅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𝑐𝑜𝑝𝑝𝑒𝑟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𝑠h</m:t>
                            </m:r>
                          </m:sub>
                        </m:s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𝑆</m:t>
                        </m:r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𝜌</m:t>
                        </m:r>
                      </m:den>
                    </m:f>
                  </m:oMath>
                </a14:m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𝑆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𝐼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𝐽</m:t>
                        </m:r>
                      </m:den>
                    </m:f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8C5C74E-4CA7-2FDB-8309-1A8F3155E34C}"/>
              </a:ext>
            </a:extLst>
          </p:cNvPr>
          <p:cNvGrpSpPr/>
          <p:nvPr/>
        </p:nvGrpSpPr>
        <p:grpSpPr>
          <a:xfrm>
            <a:off x="2349438" y="3850644"/>
            <a:ext cx="6543039" cy="2320669"/>
            <a:chOff x="838080" y="3597411"/>
            <a:chExt cx="6446640" cy="2036820"/>
          </a:xfrm>
        </p:grpSpPr>
        <p:sp>
          <p:nvSpPr>
            <p:cNvPr id="19" name="Cylindre 18">
              <a:extLst>
                <a:ext uri="{FF2B5EF4-FFF2-40B4-BE49-F238E27FC236}">
                  <a16:creationId xmlns:a16="http://schemas.microsoft.com/office/drawing/2014/main" id="{BEE1CF88-3FE7-58FE-7839-4FC687B2F4BC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AFEAE3EA-42FB-AC24-1AE1-E60E38ADDD4D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DE31379-6F16-F1DD-E187-F936850EDF21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50F44451-7B27-8D6B-A4CB-FED35A5A5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33240FF-EBCB-5EA9-D619-1CA9672AD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46DA3575-9FF0-7C99-C958-F4879C7654E7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5E728223-CB0D-C4C5-08E5-AED247862282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C9AEBDD5-B3F0-E75E-2F69-AA903E6B8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93F6EFC6-6CF4-C444-B9CE-72C67F474B39}"/>
                    </a:ext>
                  </a:extLst>
                </p:cNvPr>
                <p:cNvSpPr txBox="1"/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/>
                    <a:t>Rsh (length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𝑐𝑜𝑝𝑝𝑒𝑟</m:t>
                          </m:r>
                        </m:sub>
                      </m:sSub>
                    </m:oMath>
                  </a14:m>
                  <a:r>
                    <a:rPr lang="en-GB"/>
                    <a:t>)</a:t>
                  </a:r>
                </a:p>
              </p:txBody>
            </p:sp>
          </mc:Choice>
          <mc:Fallback>
            <p:sp>
              <p:nvSpPr>
                <p:cNvPr id="27" name="ZoneTexte 26">
                  <a:extLst>
                    <a:ext uri="{FF2B5EF4-FFF2-40B4-BE49-F238E27FC236}">
                      <a16:creationId xmlns:a16="http://schemas.microsoft.com/office/drawing/2014/main" id="{93F6EFC6-6CF4-C444-B9CE-72C67F474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813" y="3597411"/>
                  <a:ext cx="2606467" cy="390748"/>
                </a:xfrm>
                <a:prstGeom prst="rect">
                  <a:avLst/>
                </a:prstGeom>
                <a:blipFill>
                  <a:blip r:embed="rId4"/>
                  <a:stretch>
                    <a:fillRect l="-1843" t="-6849" b="-547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/>
                <p:nvPr/>
              </p:nvSpPr>
              <p:spPr>
                <a:xfrm>
                  <a:off x="2352720" y="4895818"/>
                  <a:ext cx="3606771" cy="3241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/>
                    <a:t>superconductor (</a:t>
                  </a:r>
                  <a:r>
                    <a:rPr lang="fr-FR" err="1"/>
                    <a:t>length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2720" y="4895818"/>
                  <a:ext cx="3606771" cy="324158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5859D1E5-CC6C-C290-29CC-8D8A1302536A}"/>
                </a:ext>
              </a:extLst>
            </p:cNvPr>
            <p:cNvCxnSpPr/>
            <p:nvPr/>
          </p:nvCxnSpPr>
          <p:spPr>
            <a:xfrm>
              <a:off x="1555529" y="4919403"/>
              <a:ext cx="353525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341C4171-3FFD-4D56-4936-0FEC00411E02}"/>
                </a:ext>
              </a:extLst>
            </p:cNvPr>
            <p:cNvSpPr txBox="1"/>
            <p:nvPr/>
          </p:nvSpPr>
          <p:spPr>
            <a:xfrm>
              <a:off x="1586990" y="4928571"/>
              <a:ext cx="892204" cy="4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>
                  <a:solidFill>
                    <a:schemeClr val="tx2"/>
                  </a:solidFill>
                </a:rPr>
                <a:t>Ic</a:t>
              </a:r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F799BD91-BDC0-569C-3554-6EEB2E6F9AE1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5EF00786-41FB-026F-B46F-504E5411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E38C90F9-E990-D462-A90E-CF88B0FD65BB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4DD7904D-22B7-F18D-BF8C-82D83925B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139473B9-25F7-51E5-BB2B-CDF410846168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Espace réservé du numéro de diapositive 6">
            <a:extLst>
              <a:ext uri="{FF2B5EF4-FFF2-40B4-BE49-F238E27FC236}">
                <a16:creationId xmlns:a16="http://schemas.microsoft.com/office/drawing/2014/main" id="{EA0848CA-3ED1-10C1-1C10-B8EB2A9D4E8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3013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OPEX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Formula</a:t>
                </a: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𝑂𝑃𝐸𝑋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𝐶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𝑐𝑜𝑖𝑙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𝑆𝑐𝑃𝐹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⋅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𝑆𝑐𝑃𝐹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+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⋅</m:t>
                      </m:r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Hypothesis</a:t>
                </a:r>
                <a:endParaRPr lang="fr-FR" altLang="ja-JP" sz="2400">
                  <a:solidFill>
                    <a:schemeClr val="accent1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Mean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value of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sum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CPcoil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: power use by the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cooling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system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1537763-4480-CA8D-DC4C-544ABCE1A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024" y="3793238"/>
            <a:ext cx="5623951" cy="2700361"/>
          </a:xfrm>
          <a:prstGeom prst="rect">
            <a:avLst/>
          </a:prstGeom>
        </p:spPr>
      </p:pic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E0C34938-5C9C-2827-BA78-028C3CF36830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4150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CAPEX and OPEX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Variables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𝑛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𝑡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∈</m:t>
                      </m:r>
                      <m:d>
                        <m:dPr>
                          <m:begChr m:val="⟦"/>
                          <m:endChr m:val="⟧"/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</m:ctrlPr>
                        </m:d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Lucida Sans Unicode"/>
                            </a:rPr>
                            <m:t>1;3</m:t>
                          </m:r>
                        </m:e>
                      </m:d>
                    </m:oMath>
                  </m:oMathPara>
                </a14:m>
                <a:endParaRPr lang="fr-FR" altLang="ja-JP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∈[1;100]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[m]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𝑅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𝑠h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p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0.1⋅10</m:t>
                            </m:r>
                          </m:e>
                          <m:sup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−3</m:t>
                            </m:r>
                          </m:sup>
                        </m:s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;1</m:t>
                        </m:r>
                      </m:e>
                    </m:d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ja-JP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Ω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]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Objectives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altLang="ja-JP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Lucida Sans Unicode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</m:ctrlPr>
                                </m:eqArrPr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𝑂𝑃𝐸𝑋</m:t>
                                  </m:r>
                                </m:e>
                                <m:e>
                                  <m:r>
                                    <a:rPr lang="fr-FR" altLang="ja-JP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Lucida Sans Unicode"/>
                                    </a:rPr>
                                    <m:t>𝐶𝐴𝑃𝐸𝑋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0" y="757812"/>
                <a:ext cx="467360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Constraints</a:t>
                </a:r>
                <a:r>
                  <a:rPr lang="fr-FR" altLang="ja-JP" sz="2400" b="0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Stability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for </a:t>
                </a:r>
                <a14:m>
                  <m:oMath xmlns:m="http://schemas.openxmlformats.org/officeDocument/2006/math"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𝑃</m:t>
                    </m:r>
                    <m:r>
                      <a:rPr lang="fr-FR" altLang="ja-JP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 = 1,2×170,5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kW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0≤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𝐶𝑃𝐿</m:t>
                        </m:r>
                      </m:sub>
                    </m:sSub>
                    <m:d>
                      <m:d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𝑠𝑢𝑝𝑟𝑎</m:t>
                        </m:r>
                      </m:sub>
                    </m:sSub>
                    <m:d>
                      <m:dPr>
                        <m:ctrlP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dPr>
                      <m:e>
                        <m:r>
                          <a:rPr lang="fr-FR" altLang="ja-JP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𝑡</m:t>
                        </m:r>
                      </m:e>
                    </m:d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</m:oMath>
                </a14:m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 marL="342900" indent="-342900">
                  <a:buFontTx/>
                  <a:buChar char="-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 err="1">
                    <a:solidFill>
                      <a:schemeClr val="accent1"/>
                    </a:solidFill>
                    <a:ea typeface="Lucida Sans Unicode" charset="0"/>
                    <a:cs typeface="Lucida Sans Unicode"/>
                  </a:rPr>
                  <a:t>Parameters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30 </a:t>
                </a:r>
                <a:r>
                  <a:rPr lang="fr-FR" altLang="ja-JP" sz="2400" b="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particles</a:t>
                </a: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, </a:t>
                </a: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150 </a:t>
                </a:r>
                <a:r>
                  <a:rPr lang="fr-FR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iterations</a:t>
                </a: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=650 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V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𝐼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630 A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𝑇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Lucida Sans Unicode"/>
                          </a:rPr>
                          <m:t>𝑚𝑎𝑥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=90</m:t>
                    </m:r>
                  </m:oMath>
                </a14:m>
                <a:r>
                  <a:rPr lang="fr-FR" altLang="ja-JP" sz="2400" b="0" i="0">
                    <a:solidFill>
                      <a:srgbClr val="000000"/>
                    </a:solidFill>
                    <a:latin typeface="+mj-lt"/>
                    <a:ea typeface="Lucida Sans Unicode" charset="0"/>
                    <a:cs typeface="Lucida Sans Unicode"/>
                  </a:rPr>
                  <a:t> K</a:t>
                </a: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E5C11466-342A-872F-5135-0FB652B47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757812"/>
                <a:ext cx="4673600" cy="5677385"/>
              </a:xfrm>
              <a:prstGeom prst="rect">
                <a:avLst/>
              </a:prstGeom>
              <a:blipFill>
                <a:blip r:embed="rId4"/>
                <a:stretch>
                  <a:fillRect l="-4042" r="-522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5C6D1794-1A09-BFB0-588C-355928860C5F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4908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>
            <a:extLst>
              <a:ext uri="{FF2B5EF4-FFF2-40B4-BE49-F238E27FC236}">
                <a16:creationId xmlns:a16="http://schemas.microsoft.com/office/drawing/2014/main" id="{F9C18C15-0D77-4EE3-1396-1AAFA6208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CAPEX - OPEX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0597B9F-5D09-D2ED-FA97-D67D5C60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EF062B-ACCE-2FA9-C67E-7A154E66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B37BDF28-4555-CC20-48BC-5A9C441156A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49</a:t>
            </a:fld>
            <a:endParaRPr lang="fr-FR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E2EAD58-6DA6-FC55-AA94-F2A16EC557C5}"/>
              </a:ext>
            </a:extLst>
          </p:cNvPr>
          <p:cNvGrpSpPr/>
          <p:nvPr/>
        </p:nvGrpSpPr>
        <p:grpSpPr>
          <a:xfrm>
            <a:off x="251520" y="1229225"/>
            <a:ext cx="6745165" cy="5152610"/>
            <a:chOff x="251520" y="1219065"/>
            <a:chExt cx="6745165" cy="5152610"/>
          </a:xfrm>
        </p:grpSpPr>
        <p:pic>
          <p:nvPicPr>
            <p:cNvPr id="14" name="Image 13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3BF2B631-26FF-40D0-EFDE-384FE517D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1219065"/>
              <a:ext cx="6745165" cy="5152610"/>
            </a:xfrm>
            <a:prstGeom prst="rect">
              <a:avLst/>
            </a:prstGeom>
          </p:spPr>
        </p:pic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EF6981CB-B0E7-9EA8-5DEE-F42D91954290}"/>
                </a:ext>
              </a:extLst>
            </p:cNvPr>
            <p:cNvSpPr/>
            <p:nvPr/>
          </p:nvSpPr>
          <p:spPr>
            <a:xfrm>
              <a:off x="1157028" y="5565445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5606DF7-56FC-18E9-2025-E650BFFB85DD}"/>
                </a:ext>
              </a:extLst>
            </p:cNvPr>
            <p:cNvSpPr/>
            <p:nvPr/>
          </p:nvSpPr>
          <p:spPr>
            <a:xfrm>
              <a:off x="1116389" y="159976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5520CD49-7B85-34EF-CD57-20377FFAE78B}"/>
                </a:ext>
              </a:extLst>
            </p:cNvPr>
            <p:cNvSpPr/>
            <p:nvPr/>
          </p:nvSpPr>
          <p:spPr>
            <a:xfrm>
              <a:off x="5780221" y="5658155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41E9B0A4-9686-B975-9666-4B4BA170C680}"/>
                </a:ext>
              </a:extLst>
            </p:cNvPr>
            <p:cNvSpPr txBox="1"/>
            <p:nvPr/>
          </p:nvSpPr>
          <p:spPr>
            <a:xfrm>
              <a:off x="1319590" y="133558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B2A40AA-D9AE-0B1B-66F7-BF66314142F3}"/>
                </a:ext>
              </a:extLst>
            </p:cNvPr>
            <p:cNvSpPr txBox="1"/>
            <p:nvPr/>
          </p:nvSpPr>
          <p:spPr>
            <a:xfrm>
              <a:off x="1291489" y="530014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F145443-722E-85C7-EBDC-951CE5F6CD08}"/>
                </a:ext>
              </a:extLst>
            </p:cNvPr>
            <p:cNvSpPr txBox="1"/>
            <p:nvPr/>
          </p:nvSpPr>
          <p:spPr>
            <a:xfrm>
              <a:off x="5830344" y="533327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  <a:endParaRPr lang="en-GB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2">
                <a:extLst>
                  <a:ext uri="{FF2B5EF4-FFF2-40B4-BE49-F238E27FC236}">
                    <a16:creationId xmlns:a16="http://schemas.microsoft.com/office/drawing/2014/main" id="{85B5E801-4342-27DE-144E-4B8AF6F5F2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19495"/>
                  </p:ext>
                </p:extLst>
              </p:nvPr>
            </p:nvGraphicFramePr>
            <p:xfrm>
              <a:off x="3486930" y="1219065"/>
              <a:ext cx="5293275" cy="237744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627935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14973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198515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317095">
                      <a:extLst>
                        <a:ext uri="{9D8B030D-6E8A-4147-A177-3AD203B41FA5}">
                          <a16:colId xmlns:a16="http://schemas.microsoft.com/office/drawing/2014/main" val="3750735616"/>
                        </a:ext>
                      </a:extLst>
                    </a:gridCol>
                  </a:tblGrid>
                  <a:tr h="361419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614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𝑠h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6.7⋅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2.2⋅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7.4⋅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14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</m:oMath>
                          </a14:m>
                          <a:r>
                            <a:rPr lang="fr-FR"/>
                            <a:t>m]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2.6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2.6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2.0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14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6165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Objectif</a:t>
                          </a:r>
                        </a:p>
                        <a:p>
                          <a:pPr algn="ctr"/>
                          <a:r>
                            <a:rPr lang="fr-FR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𝐶𝐴𝑃𝐸𝑋</m:t>
                              </m:r>
                            </m:oMath>
                          </a14:m>
                          <a:r>
                            <a:rPr lang="fr-FR"/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𝑂𝑃𝐸𝑋</m:t>
                              </m:r>
                            </m:oMath>
                          </a14:m>
                          <a:r>
                            <a:rPr lang="fr-FR"/>
                            <a:t>) [€;W]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(745.87 ; 2138.98)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(1887.9 ; 1660.65 )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(54510.5 ; 1657.71)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2">
                <a:extLst>
                  <a:ext uri="{FF2B5EF4-FFF2-40B4-BE49-F238E27FC236}">
                    <a16:creationId xmlns:a16="http://schemas.microsoft.com/office/drawing/2014/main" id="{85B5E801-4342-27DE-144E-4B8AF6F5F2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19495"/>
                  </p:ext>
                </p:extLst>
              </p:nvPr>
            </p:nvGraphicFramePr>
            <p:xfrm>
              <a:off x="3486930" y="1219065"/>
              <a:ext cx="5293275" cy="237744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627935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149730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198515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1317095">
                      <a:extLst>
                        <a:ext uri="{9D8B030D-6E8A-4147-A177-3AD203B41FA5}">
                          <a16:colId xmlns:a16="http://schemas.microsoft.com/office/drawing/2014/main" val="37507356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49" t="-108333" r="-226592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328" t="-108333" r="-220106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2487" t="-108333" r="-111168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3241" t="-108333" r="-1389" b="-47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49" t="-208333" r="-226592" b="-3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2.6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2.6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2.0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49" t="-303279" r="-226592" b="-2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49" t="-164000" r="-226592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(745.87 ; 2138.98)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(1887.9 ; 1660.65 )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(54510.5 ; 1657.71)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20242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Particular points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DEAB4FFB-490E-AC91-56AF-2589B8C0F9C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50</a:t>
            </a:fld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B1AE61C-93CD-1656-2EFE-C08170AF5028}"/>
              </a:ext>
            </a:extLst>
          </p:cNvPr>
          <p:cNvGrpSpPr/>
          <p:nvPr/>
        </p:nvGrpSpPr>
        <p:grpSpPr>
          <a:xfrm>
            <a:off x="7386320" y="229430"/>
            <a:ext cx="1607761" cy="1213290"/>
            <a:chOff x="251520" y="1219065"/>
            <a:chExt cx="6745165" cy="5152610"/>
          </a:xfrm>
        </p:grpSpPr>
        <p:pic>
          <p:nvPicPr>
            <p:cNvPr id="13" name="Image 12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3FAB5EF9-19A1-9144-1DAF-974CFB701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1219065"/>
              <a:ext cx="6745165" cy="5152610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4D1B940-9B91-9113-F908-B15C1B21B3AD}"/>
                </a:ext>
              </a:extLst>
            </p:cNvPr>
            <p:cNvSpPr/>
            <p:nvPr/>
          </p:nvSpPr>
          <p:spPr>
            <a:xfrm>
              <a:off x="1157028" y="5565445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4195224-9453-F879-4639-B37C4AE666D7}"/>
                </a:ext>
              </a:extLst>
            </p:cNvPr>
            <p:cNvSpPr/>
            <p:nvPr/>
          </p:nvSpPr>
          <p:spPr>
            <a:xfrm>
              <a:off x="1116389" y="1599769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F81C3B1A-C06B-0E70-32AB-8D28EFFB7E7A}"/>
                </a:ext>
              </a:extLst>
            </p:cNvPr>
            <p:cNvSpPr/>
            <p:nvPr/>
          </p:nvSpPr>
          <p:spPr>
            <a:xfrm>
              <a:off x="5780221" y="5658155"/>
              <a:ext cx="224301" cy="152400"/>
            </a:xfrm>
            <a:prstGeom prst="ellips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82922B02-2478-603B-8A35-47823A61B6DA}"/>
                </a:ext>
              </a:extLst>
            </p:cNvPr>
            <p:cNvSpPr txBox="1"/>
            <p:nvPr/>
          </p:nvSpPr>
          <p:spPr>
            <a:xfrm>
              <a:off x="1319590" y="133558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A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13435E9-E1AD-D47F-79A4-76344AE9E720}"/>
                </a:ext>
              </a:extLst>
            </p:cNvPr>
            <p:cNvSpPr txBox="1"/>
            <p:nvPr/>
          </p:nvSpPr>
          <p:spPr>
            <a:xfrm>
              <a:off x="1291489" y="530014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B</a:t>
              </a:r>
              <a:endParaRPr lang="en-GB">
                <a:solidFill>
                  <a:schemeClr val="accent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C855BE6-29A7-F0E9-8985-3C9093855579}"/>
                </a:ext>
              </a:extLst>
            </p:cNvPr>
            <p:cNvSpPr txBox="1"/>
            <p:nvPr/>
          </p:nvSpPr>
          <p:spPr>
            <a:xfrm>
              <a:off x="5830344" y="5333273"/>
              <a:ext cx="4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</a:rPr>
                <a:t>C</a:t>
              </a:r>
              <a:endParaRPr lang="en-GB">
                <a:solidFill>
                  <a:schemeClr val="accent1"/>
                </a:solidFill>
              </a:endParaRP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F10CB50A-6A60-6EA1-7D52-CEA74108959C}"/>
              </a:ext>
            </a:extLst>
          </p:cNvPr>
          <p:cNvGrpSpPr/>
          <p:nvPr/>
        </p:nvGrpSpPr>
        <p:grpSpPr>
          <a:xfrm>
            <a:off x="21086" y="1446851"/>
            <a:ext cx="8972995" cy="4949490"/>
            <a:chOff x="21086" y="1446851"/>
            <a:chExt cx="8972995" cy="4949490"/>
          </a:xfrm>
        </p:grpSpPr>
        <p:pic>
          <p:nvPicPr>
            <p:cNvPr id="21" name="Image 20" descr="Une image contenant diagramme&#10;&#10;Description générée automatiquement">
              <a:extLst>
                <a:ext uri="{FF2B5EF4-FFF2-40B4-BE49-F238E27FC236}">
                  <a16:creationId xmlns:a16="http://schemas.microsoft.com/office/drawing/2014/main" id="{156954F0-2A2B-BA7A-2AB9-8BEB3FBAB3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962" r="7951"/>
            <a:stretch/>
          </p:blipFill>
          <p:spPr>
            <a:xfrm>
              <a:off x="467360" y="1446851"/>
              <a:ext cx="8526721" cy="4949490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3FA67C74-BF22-A714-B449-68F3DA3B0880}"/>
                </a:ext>
              </a:extLst>
            </p:cNvPr>
            <p:cNvSpPr txBox="1"/>
            <p:nvPr/>
          </p:nvSpPr>
          <p:spPr>
            <a:xfrm rot="16200000">
              <a:off x="-271113" y="2097198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A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67E66D1C-AB29-E086-06DB-69A461F18B78}"/>
                </a:ext>
              </a:extLst>
            </p:cNvPr>
            <p:cNvSpPr txBox="1"/>
            <p:nvPr/>
          </p:nvSpPr>
          <p:spPr>
            <a:xfrm rot="16200000">
              <a:off x="-271113" y="3721199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B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1F1D69A2-AD47-8B3E-C52D-221D09282B4D}"/>
                </a:ext>
              </a:extLst>
            </p:cNvPr>
            <p:cNvSpPr txBox="1"/>
            <p:nvPr/>
          </p:nvSpPr>
          <p:spPr>
            <a:xfrm rot="16200000">
              <a:off x="-271113" y="5077781"/>
              <a:ext cx="95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Point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36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90B879-DC45-4576-BD26-22026BB99AA7}">
  <ds:schemaRefs>
    <ds:schemaRef ds:uri="218d942a-1588-4b14-8e60-1455442023b0"/>
    <ds:schemaRef ds:uri="de53268d-be1b-4b5a-b9bf-e616a275ef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2F2785E-D61E-4F58-9C3E-3AA0A169765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2937</Words>
  <Application>Microsoft Office PowerPoint</Application>
  <PresentationFormat>Affichage à l'écran (4:3)</PresentationFormat>
  <Paragraphs>1272</Paragraphs>
  <Slides>50</Slides>
  <Notes>36</Notes>
  <HiddenSlides>6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Cambria Math</vt:lpstr>
      <vt:lpstr>Segoe UI</vt:lpstr>
      <vt:lpstr>Symbol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lastModifiedBy>Louis Dupont (Student at CentraleSupelec)</cp:lastModifiedBy>
  <cp:revision>1</cp:revision>
  <cp:lastPrinted>2014-10-16T07:55:38Z</cp:lastPrinted>
  <dcterms:created xsi:type="dcterms:W3CDTF">2015-10-23T07:22:14Z</dcterms:created>
  <dcterms:modified xsi:type="dcterms:W3CDTF">2023-03-31T15:04:19Z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