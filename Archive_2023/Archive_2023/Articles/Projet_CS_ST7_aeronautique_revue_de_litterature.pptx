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7" r:id="rId5"/>
    <p:sldId id="296" r:id="rId6"/>
    <p:sldId id="303" r:id="rId7"/>
    <p:sldId id="297" r:id="rId8"/>
    <p:sldId id="298" r:id="rId9"/>
    <p:sldId id="304" r:id="rId10"/>
    <p:sldId id="299" r:id="rId11"/>
    <p:sldId id="301" r:id="rId12"/>
    <p:sldId id="302" r:id="rId13"/>
    <p:sldId id="267" r:id="rId14"/>
    <p:sldId id="295" r:id="rId15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4F8B"/>
    <a:srgbClr val="7A1F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2F0326-1179-49B3-9F1F-9881140E78BE}" v="2741" dt="2023-03-20T13:03:04.9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 Dupont (Student at CentraleSupelec)" userId="S::louis.dupont@student-cs.fr::687fdefc-11b0-4eb9-bd08-c0f42067fdf3" providerId="AD" clId="Web-{F4336F61-3B66-4262-91BE-21F0C6782827}"/>
    <pc:docChg chg="modSld">
      <pc:chgData name="Louis Dupont (Student at CentraleSupelec)" userId="S::louis.dupont@student-cs.fr::687fdefc-11b0-4eb9-bd08-c0f42067fdf3" providerId="AD" clId="Web-{F4336F61-3B66-4262-91BE-21F0C6782827}" dt="2023-02-14T08:59:19.767" v="10" actId="20577"/>
      <pc:docMkLst>
        <pc:docMk/>
      </pc:docMkLst>
      <pc:sldChg chg="delSp modSp">
        <pc:chgData name="Louis Dupont (Student at CentraleSupelec)" userId="S::louis.dupont@student-cs.fr::687fdefc-11b0-4eb9-bd08-c0f42067fdf3" providerId="AD" clId="Web-{F4336F61-3B66-4262-91BE-21F0C6782827}" dt="2023-02-14T08:59:19.767" v="10" actId="20577"/>
        <pc:sldMkLst>
          <pc:docMk/>
          <pc:sldMk cId="3827946629" sldId="257"/>
        </pc:sldMkLst>
        <pc:spChg chg="del">
          <ac:chgData name="Louis Dupont (Student at CentraleSupelec)" userId="S::louis.dupont@student-cs.fr::687fdefc-11b0-4eb9-bd08-c0f42067fdf3" providerId="AD" clId="Web-{F4336F61-3B66-4262-91BE-21F0C6782827}" dt="2023-02-14T08:58:52.939" v="2"/>
          <ac:spMkLst>
            <pc:docMk/>
            <pc:sldMk cId="3827946629" sldId="257"/>
            <ac:spMk id="5" creationId="{00000000-0000-0000-0000-000000000000}"/>
          </ac:spMkLst>
        </pc:spChg>
        <pc:spChg chg="mod">
          <ac:chgData name="Louis Dupont (Student at CentraleSupelec)" userId="S::louis.dupont@student-cs.fr::687fdefc-11b0-4eb9-bd08-c0f42067fdf3" providerId="AD" clId="Web-{F4336F61-3B66-4262-91BE-21F0C6782827}" dt="2023-02-14T08:59:19.767" v="10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modSp">
        <pc:chgData name="Louis Dupont (Student at CentraleSupelec)" userId="S::louis.dupont@student-cs.fr::687fdefc-11b0-4eb9-bd08-c0f42067fdf3" providerId="AD" clId="Web-{F4336F61-3B66-4262-91BE-21F0C6782827}" dt="2023-02-14T08:58:10.437" v="1" actId="1076"/>
        <pc:sldMkLst>
          <pc:docMk/>
          <pc:sldMk cId="336249700" sldId="292"/>
        </pc:sldMkLst>
        <pc:spChg chg="mod">
          <ac:chgData name="Louis Dupont (Student at CentraleSupelec)" userId="S::louis.dupont@student-cs.fr::687fdefc-11b0-4eb9-bd08-c0f42067fdf3" providerId="AD" clId="Web-{F4336F61-3B66-4262-91BE-21F0C6782827}" dt="2023-02-14T08:58:10.437" v="1" actId="1076"/>
          <ac:spMkLst>
            <pc:docMk/>
            <pc:sldMk cId="336249700" sldId="292"/>
            <ac:spMk id="101" creationId="{00000000-0000-0000-0000-000000000000}"/>
          </ac:spMkLst>
        </pc:spChg>
      </pc:sldChg>
    </pc:docChg>
  </pc:docChgLst>
  <pc:docChgLst>
    <pc:chgData name="Theodore Paun (Student at CentraleSupelec)" userId="S::andrei-theodore.paun@student-cs.fr::af2f250b-43c5-404c-8c7f-0d6d18de496b" providerId="AD" clId="Web-{1A8C1791-7551-4B12-AC77-1D31BF914E1F}"/>
    <pc:docChg chg="modSld">
      <pc:chgData name="Theodore Paun (Student at CentraleSupelec)" userId="S::andrei-theodore.paun@student-cs.fr::af2f250b-43c5-404c-8c7f-0d6d18de496b" providerId="AD" clId="Web-{1A8C1791-7551-4B12-AC77-1D31BF914E1F}" dt="2023-03-06T14:28:42.202" v="19" actId="14100"/>
      <pc:docMkLst>
        <pc:docMk/>
      </pc:docMkLst>
      <pc:sldChg chg="addSp delSp modSp">
        <pc:chgData name="Theodore Paun (Student at CentraleSupelec)" userId="S::andrei-theodore.paun@student-cs.fr::af2f250b-43c5-404c-8c7f-0d6d18de496b" providerId="AD" clId="Web-{1A8C1791-7551-4B12-AC77-1D31BF914E1F}" dt="2023-03-06T14:28:42.202" v="19" actId="14100"/>
        <pc:sldMkLst>
          <pc:docMk/>
          <pc:sldMk cId="1336084705" sldId="297"/>
        </pc:sldMkLst>
        <pc:spChg chg="mod">
          <ac:chgData name="Theodore Paun (Student at CentraleSupelec)" userId="S::andrei-theodore.paun@student-cs.fr::af2f250b-43c5-404c-8c7f-0d6d18de496b" providerId="AD" clId="Web-{1A8C1791-7551-4B12-AC77-1D31BF914E1F}" dt="2023-03-06T14:28:35.562" v="17" actId="20577"/>
          <ac:spMkLst>
            <pc:docMk/>
            <pc:sldMk cId="1336084705" sldId="297"/>
            <ac:spMk id="101" creationId="{00000000-0000-0000-0000-000000000000}"/>
          </ac:spMkLst>
        </pc:spChg>
        <pc:picChg chg="del">
          <ac:chgData name="Theodore Paun (Student at CentraleSupelec)" userId="S::andrei-theodore.paun@student-cs.fr::af2f250b-43c5-404c-8c7f-0d6d18de496b" providerId="AD" clId="Web-{1A8C1791-7551-4B12-AC77-1D31BF914E1F}" dt="2023-03-06T14:27:58.951" v="9"/>
          <ac:picMkLst>
            <pc:docMk/>
            <pc:sldMk cId="1336084705" sldId="297"/>
            <ac:picMk id="2" creationId="{B443BC22-84CA-8544-8394-EE6F19863E3E}"/>
          </ac:picMkLst>
        </pc:picChg>
        <pc:picChg chg="add mod">
          <ac:chgData name="Theodore Paun (Student at CentraleSupelec)" userId="S::andrei-theodore.paun@student-cs.fr::af2f250b-43c5-404c-8c7f-0d6d18de496b" providerId="AD" clId="Web-{1A8C1791-7551-4B12-AC77-1D31BF914E1F}" dt="2023-03-06T14:28:42.202" v="19" actId="14100"/>
          <ac:picMkLst>
            <pc:docMk/>
            <pc:sldMk cId="1336084705" sldId="297"/>
            <ac:picMk id="3" creationId="{D6D44D4B-26B6-C281-4FB7-5247AC276338}"/>
          </ac:picMkLst>
        </pc:picChg>
      </pc:sldChg>
      <pc:sldChg chg="modSp">
        <pc:chgData name="Theodore Paun (Student at CentraleSupelec)" userId="S::andrei-theodore.paun@student-cs.fr::af2f250b-43c5-404c-8c7f-0d6d18de496b" providerId="AD" clId="Web-{1A8C1791-7551-4B12-AC77-1D31BF914E1F}" dt="2023-03-06T14:14:20.130" v="8" actId="20577"/>
        <pc:sldMkLst>
          <pc:docMk/>
          <pc:sldMk cId="175661928" sldId="298"/>
        </pc:sldMkLst>
        <pc:spChg chg="mod">
          <ac:chgData name="Theodore Paun (Student at CentraleSupelec)" userId="S::andrei-theodore.paun@student-cs.fr::af2f250b-43c5-404c-8c7f-0d6d18de496b" providerId="AD" clId="Web-{1A8C1791-7551-4B12-AC77-1D31BF914E1F}" dt="2023-03-06T14:14:20.130" v="8" actId="20577"/>
          <ac:spMkLst>
            <pc:docMk/>
            <pc:sldMk cId="175661928" sldId="298"/>
            <ac:spMk id="101" creationId="{00000000-0000-0000-0000-000000000000}"/>
          </ac:spMkLst>
        </pc:spChg>
      </pc:sldChg>
    </pc:docChg>
  </pc:docChgLst>
  <pc:docChgLst>
    <pc:chgData name="Flore Bergerot (Student at CentraleSupelec)" userId="9b398b0d-bf0e-40df-a42f-ff8ce2c7c285" providerId="ADAL" clId="{EFF71E9A-0DB7-4DF9-8589-337282EDA12E}"/>
    <pc:docChg chg="undo custSel addSld delSld modSld">
      <pc:chgData name="Flore Bergerot (Student at CentraleSupelec)" userId="9b398b0d-bf0e-40df-a42f-ff8ce2c7c285" providerId="ADAL" clId="{EFF71E9A-0DB7-4DF9-8589-337282EDA12E}" dt="2023-02-27T15:43:44.804" v="253" actId="1076"/>
      <pc:docMkLst>
        <pc:docMk/>
      </pc:docMkLst>
      <pc:sldChg chg="del">
        <pc:chgData name="Flore Bergerot (Student at CentraleSupelec)" userId="9b398b0d-bf0e-40df-a42f-ff8ce2c7c285" providerId="ADAL" clId="{EFF71E9A-0DB7-4DF9-8589-337282EDA12E}" dt="2023-02-27T15:33:48.062" v="114" actId="47"/>
        <pc:sldMkLst>
          <pc:docMk/>
          <pc:sldMk cId="336249700" sldId="292"/>
        </pc:sldMkLst>
      </pc:sldChg>
      <pc:sldChg chg="del">
        <pc:chgData name="Flore Bergerot (Student at CentraleSupelec)" userId="9b398b0d-bf0e-40df-a42f-ff8ce2c7c285" providerId="ADAL" clId="{EFF71E9A-0DB7-4DF9-8589-337282EDA12E}" dt="2023-02-27T15:41:28.699" v="198" actId="47"/>
        <pc:sldMkLst>
          <pc:docMk/>
          <pc:sldMk cId="3395863333" sldId="300"/>
        </pc:sldMkLst>
      </pc:sldChg>
      <pc:sldChg chg="addSp delSp modSp mod">
        <pc:chgData name="Flore Bergerot (Student at CentraleSupelec)" userId="9b398b0d-bf0e-40df-a42f-ff8ce2c7c285" providerId="ADAL" clId="{EFF71E9A-0DB7-4DF9-8589-337282EDA12E}" dt="2023-02-27T15:37:04.575" v="164" actId="1076"/>
        <pc:sldMkLst>
          <pc:docMk/>
          <pc:sldMk cId="3159682686" sldId="303"/>
        </pc:sldMkLst>
        <pc:spChg chg="add mod">
          <ac:chgData name="Flore Bergerot (Student at CentraleSupelec)" userId="9b398b0d-bf0e-40df-a42f-ff8ce2c7c285" providerId="ADAL" clId="{EFF71E9A-0DB7-4DF9-8589-337282EDA12E}" dt="2023-02-27T15:37:04.575" v="164" actId="1076"/>
          <ac:spMkLst>
            <pc:docMk/>
            <pc:sldMk cId="3159682686" sldId="303"/>
            <ac:spMk id="3" creationId="{2587963D-A9D8-E98B-ED22-323523097F6F}"/>
          </ac:spMkLst>
        </pc:spChg>
        <pc:spChg chg="mod">
          <ac:chgData name="Flore Bergerot (Student at CentraleSupelec)" userId="9b398b0d-bf0e-40df-a42f-ff8ce2c7c285" providerId="ADAL" clId="{EFF71E9A-0DB7-4DF9-8589-337282EDA12E}" dt="2023-02-27T15:28:24.044" v="0"/>
          <ac:spMkLst>
            <pc:docMk/>
            <pc:sldMk cId="3159682686" sldId="303"/>
            <ac:spMk id="8" creationId="{DFF3306B-B4C3-85C3-7D1C-28A48B880468}"/>
          </ac:spMkLst>
        </pc:spChg>
        <pc:spChg chg="mod">
          <ac:chgData name="Flore Bergerot (Student at CentraleSupelec)" userId="9b398b0d-bf0e-40df-a42f-ff8ce2c7c285" providerId="ADAL" clId="{EFF71E9A-0DB7-4DF9-8589-337282EDA12E}" dt="2023-02-27T15:36:45.086" v="159" actId="20577"/>
          <ac:spMkLst>
            <pc:docMk/>
            <pc:sldMk cId="3159682686" sldId="303"/>
            <ac:spMk id="101" creationId="{00000000-0000-0000-0000-000000000000}"/>
          </ac:spMkLst>
        </pc:spChg>
        <pc:picChg chg="add del mod">
          <ac:chgData name="Flore Bergerot (Student at CentraleSupelec)" userId="9b398b0d-bf0e-40df-a42f-ff8ce2c7c285" providerId="ADAL" clId="{EFF71E9A-0DB7-4DF9-8589-337282EDA12E}" dt="2023-02-27T15:36:10.529" v="153" actId="21"/>
          <ac:picMkLst>
            <pc:docMk/>
            <pc:sldMk cId="3159682686" sldId="303"/>
            <ac:picMk id="2" creationId="{79BF6A3D-E974-B8EE-812D-A0D41518FA83}"/>
          </ac:picMkLst>
        </pc:picChg>
        <pc:picChg chg="add del mod">
          <ac:chgData name="Flore Bergerot (Student at CentraleSupelec)" userId="9b398b0d-bf0e-40df-a42f-ff8ce2c7c285" providerId="ADAL" clId="{EFF71E9A-0DB7-4DF9-8589-337282EDA12E}" dt="2023-02-27T15:36:16.907" v="156" actId="478"/>
          <ac:picMkLst>
            <pc:docMk/>
            <pc:sldMk cId="3159682686" sldId="303"/>
            <ac:picMk id="4" creationId="{7DE87329-6D9F-4333-C684-B28FCAD0A632}"/>
          </ac:picMkLst>
        </pc:picChg>
        <pc:picChg chg="add mod">
          <ac:chgData name="Flore Bergerot (Student at CentraleSupelec)" userId="9b398b0d-bf0e-40df-a42f-ff8ce2c7c285" providerId="ADAL" clId="{EFF71E9A-0DB7-4DF9-8589-337282EDA12E}" dt="2023-02-27T15:36:55.781" v="162" actId="1076"/>
          <ac:picMkLst>
            <pc:docMk/>
            <pc:sldMk cId="3159682686" sldId="303"/>
            <ac:picMk id="9" creationId="{3DDE5DE8-BADC-DCA0-8363-32B41C857D13}"/>
          </ac:picMkLst>
        </pc:picChg>
      </pc:sldChg>
      <pc:sldChg chg="addSp delSp modSp add mod">
        <pc:chgData name="Flore Bergerot (Student at CentraleSupelec)" userId="9b398b0d-bf0e-40df-a42f-ff8ce2c7c285" providerId="ADAL" clId="{EFF71E9A-0DB7-4DF9-8589-337282EDA12E}" dt="2023-02-27T15:43:44.804" v="253" actId="1076"/>
        <pc:sldMkLst>
          <pc:docMk/>
          <pc:sldMk cId="595686206" sldId="304"/>
        </pc:sldMkLst>
        <pc:spChg chg="add mod">
          <ac:chgData name="Flore Bergerot (Student at CentraleSupelec)" userId="9b398b0d-bf0e-40df-a42f-ff8ce2c7c285" providerId="ADAL" clId="{EFF71E9A-0DB7-4DF9-8589-337282EDA12E}" dt="2023-02-27T15:38:52.381" v="174" actId="20577"/>
          <ac:spMkLst>
            <pc:docMk/>
            <pc:sldMk cId="595686206" sldId="304"/>
            <ac:spMk id="2" creationId="{8067ECE2-8EA0-0270-4D3F-4A8848C77178}"/>
          </ac:spMkLst>
        </pc:spChg>
        <pc:spChg chg="add mod">
          <ac:chgData name="Flore Bergerot (Student at CentraleSupelec)" userId="9b398b0d-bf0e-40df-a42f-ff8ce2c7c285" providerId="ADAL" clId="{EFF71E9A-0DB7-4DF9-8589-337282EDA12E}" dt="2023-02-27T15:43:38.125" v="251" actId="1076"/>
          <ac:spMkLst>
            <pc:docMk/>
            <pc:sldMk cId="595686206" sldId="304"/>
            <ac:spMk id="8" creationId="{B66C038D-FECA-A7F4-3090-68B633C02AB6}"/>
          </ac:spMkLst>
        </pc:spChg>
        <pc:spChg chg="del mod">
          <ac:chgData name="Flore Bergerot (Student at CentraleSupelec)" userId="9b398b0d-bf0e-40df-a42f-ff8ce2c7c285" providerId="ADAL" clId="{EFF71E9A-0DB7-4DF9-8589-337282EDA12E}" dt="2023-02-27T15:38:11.182" v="168" actId="478"/>
          <ac:spMkLst>
            <pc:docMk/>
            <pc:sldMk cId="595686206" sldId="304"/>
            <ac:spMk id="9" creationId="{0965154F-9C08-65ED-33AF-9E98908B2663}"/>
          </ac:spMkLst>
        </pc:spChg>
        <pc:spChg chg="mod">
          <ac:chgData name="Flore Bergerot (Student at CentraleSupelec)" userId="9b398b0d-bf0e-40df-a42f-ff8ce2c7c285" providerId="ADAL" clId="{EFF71E9A-0DB7-4DF9-8589-337282EDA12E}" dt="2023-02-27T15:43:07.142" v="240" actId="20577"/>
          <ac:spMkLst>
            <pc:docMk/>
            <pc:sldMk cId="595686206" sldId="304"/>
            <ac:spMk id="101" creationId="{00000000-0000-0000-0000-000000000000}"/>
          </ac:spMkLst>
        </pc:spChg>
        <pc:picChg chg="del">
          <ac:chgData name="Flore Bergerot (Student at CentraleSupelec)" userId="9b398b0d-bf0e-40df-a42f-ff8ce2c7c285" providerId="ADAL" clId="{EFF71E9A-0DB7-4DF9-8589-337282EDA12E}" dt="2023-02-27T15:38:12.502" v="169" actId="478"/>
          <ac:picMkLst>
            <pc:docMk/>
            <pc:sldMk cId="595686206" sldId="304"/>
            <ac:picMk id="3" creationId="{53B4FE85-32DA-F2F4-E5D5-1F5800A5769A}"/>
          </ac:picMkLst>
        </pc:picChg>
        <pc:picChg chg="add mod">
          <ac:chgData name="Flore Bergerot (Student at CentraleSupelec)" userId="9b398b0d-bf0e-40df-a42f-ff8ce2c7c285" providerId="ADAL" clId="{EFF71E9A-0DB7-4DF9-8589-337282EDA12E}" dt="2023-02-27T15:43:44.804" v="253" actId="1076"/>
          <ac:picMkLst>
            <pc:docMk/>
            <pc:sldMk cId="595686206" sldId="304"/>
            <ac:picMk id="4" creationId="{61B4705C-A96C-BBBC-F0DC-7B1E0B39B1F1}"/>
          </ac:picMkLst>
        </pc:picChg>
      </pc:sldChg>
    </pc:docChg>
  </pc:docChgLst>
  <pc:docChgLst>
    <pc:chgData name="Theodore Paun (Student at CentraleSupelec)" userId="S::andrei-theodore.paun@student-cs.fr::af2f250b-43c5-404c-8c7f-0d6d18de496b" providerId="AD" clId="Web-{767C6323-40AF-4688-9DA0-112E187DDE27}"/>
    <pc:docChg chg="modSld">
      <pc:chgData name="Theodore Paun (Student at CentraleSupelec)" userId="S::andrei-theodore.paun@student-cs.fr::af2f250b-43c5-404c-8c7f-0d6d18de496b" providerId="AD" clId="Web-{767C6323-40AF-4688-9DA0-112E187DDE27}" dt="2023-02-27T13:39:04.235" v="16" actId="20577"/>
      <pc:docMkLst>
        <pc:docMk/>
      </pc:docMkLst>
      <pc:sldChg chg="modSp">
        <pc:chgData name="Theodore Paun (Student at CentraleSupelec)" userId="S::andrei-theodore.paun@student-cs.fr::af2f250b-43c5-404c-8c7f-0d6d18de496b" providerId="AD" clId="Web-{767C6323-40AF-4688-9DA0-112E187DDE27}" dt="2023-02-27T13:39:04.235" v="16" actId="20577"/>
        <pc:sldMkLst>
          <pc:docMk/>
          <pc:sldMk cId="3827946629" sldId="257"/>
        </pc:sldMkLst>
        <pc:spChg chg="mod">
          <ac:chgData name="Theodore Paun (Student at CentraleSupelec)" userId="S::andrei-theodore.paun@student-cs.fr::af2f250b-43c5-404c-8c7f-0d6d18de496b" providerId="AD" clId="Web-{767C6323-40AF-4688-9DA0-112E187DDE27}" dt="2023-02-27T13:39:04.235" v="16" actId="20577"/>
          <ac:spMkLst>
            <pc:docMk/>
            <pc:sldMk cId="3827946629" sldId="257"/>
            <ac:spMk id="11" creationId="{00000000-0000-0000-0000-000000000000}"/>
          </ac:spMkLst>
        </pc:spChg>
      </pc:sldChg>
      <pc:sldChg chg="modSp">
        <pc:chgData name="Theodore Paun (Student at CentraleSupelec)" userId="S::andrei-theodore.paun@student-cs.fr::af2f250b-43c5-404c-8c7f-0d6d18de496b" providerId="AD" clId="Web-{767C6323-40AF-4688-9DA0-112E187DDE27}" dt="2023-02-27T13:38:54.485" v="0" actId="20577"/>
        <pc:sldMkLst>
          <pc:docMk/>
          <pc:sldMk cId="3161668088" sldId="267"/>
        </pc:sldMkLst>
        <pc:spChg chg="mod">
          <ac:chgData name="Theodore Paun (Student at CentraleSupelec)" userId="S::andrei-theodore.paun@student-cs.fr::af2f250b-43c5-404c-8c7f-0d6d18de496b" providerId="AD" clId="Web-{767C6323-40AF-4688-9DA0-112E187DDE27}" dt="2023-02-27T13:38:54.485" v="0" actId="20577"/>
          <ac:spMkLst>
            <pc:docMk/>
            <pc:sldMk cId="3161668088" sldId="267"/>
            <ac:spMk id="14" creationId="{00000000-0000-0000-0000-000000000000}"/>
          </ac:spMkLst>
        </pc:spChg>
      </pc:sldChg>
    </pc:docChg>
  </pc:docChgLst>
  <pc:docChgLst>
    <pc:chgData name="Valentin Everest (Student at CentraleSupelec)" userId="S::valentin.everest@student-cs.fr::103fe320-5d97-4c12-9fe7-ae15579a3838" providerId="AD" clId="Web-{16B740F5-B32E-4CD6-B522-A5FB82A3691A}"/>
    <pc:docChg chg="modSld">
      <pc:chgData name="Valentin Everest (Student at CentraleSupelec)" userId="S::valentin.everest@student-cs.fr::103fe320-5d97-4c12-9fe7-ae15579a3838" providerId="AD" clId="Web-{16B740F5-B32E-4CD6-B522-A5FB82A3691A}" dt="2023-02-27T15:25:05.563" v="7" actId="1076"/>
      <pc:docMkLst>
        <pc:docMk/>
      </pc:docMkLst>
      <pc:sldChg chg="modSp">
        <pc:chgData name="Valentin Everest (Student at CentraleSupelec)" userId="S::valentin.everest@student-cs.fr::103fe320-5d97-4c12-9fe7-ae15579a3838" providerId="AD" clId="Web-{16B740F5-B32E-4CD6-B522-A5FB82A3691A}" dt="2023-02-27T15:25:05.563" v="7" actId="1076"/>
        <pc:sldMkLst>
          <pc:docMk/>
          <pc:sldMk cId="1596054046" sldId="299"/>
        </pc:sldMkLst>
        <pc:spChg chg="mod">
          <ac:chgData name="Valentin Everest (Student at CentraleSupelec)" userId="S::valentin.everest@student-cs.fr::103fe320-5d97-4c12-9fe7-ae15579a3838" providerId="AD" clId="Web-{16B740F5-B32E-4CD6-B522-A5FB82A3691A}" dt="2023-02-27T15:25:02.969" v="6" actId="20577"/>
          <ac:spMkLst>
            <pc:docMk/>
            <pc:sldMk cId="1596054046" sldId="299"/>
            <ac:spMk id="14" creationId="{A69A65C9-0FD4-1E49-570F-808BE19D6B2D}"/>
          </ac:spMkLst>
        </pc:spChg>
        <pc:picChg chg="mod">
          <ac:chgData name="Valentin Everest (Student at CentraleSupelec)" userId="S::valentin.everest@student-cs.fr::103fe320-5d97-4c12-9fe7-ae15579a3838" providerId="AD" clId="Web-{16B740F5-B32E-4CD6-B522-A5FB82A3691A}" dt="2023-02-27T15:25:05.563" v="7" actId="1076"/>
          <ac:picMkLst>
            <pc:docMk/>
            <pc:sldMk cId="1596054046" sldId="299"/>
            <ac:picMk id="15" creationId="{7E39E7A9-9141-BCD9-3BC3-1C6585F82E07}"/>
          </ac:picMkLst>
        </pc:picChg>
      </pc:sldChg>
    </pc:docChg>
  </pc:docChgLst>
  <pc:docChgLst>
    <pc:chgData name="Flore Bergerot (Student at CentraleSupelec)" userId="S::flore.bergerot@student-cs.fr::9b398b0d-bf0e-40df-a42f-ff8ce2c7c285" providerId="AD" clId="Web-{86BEC67B-72E0-4C8A-8877-C5EFB6127839}"/>
    <pc:docChg chg="modMainMaster">
      <pc:chgData name="Flore Bergerot (Student at CentraleSupelec)" userId="S::flore.bergerot@student-cs.fr::9b398b0d-bf0e-40df-a42f-ff8ce2c7c285" providerId="AD" clId="Web-{86BEC67B-72E0-4C8A-8877-C5EFB6127839}" dt="2023-02-27T15:26:00.021" v="0"/>
      <pc:docMkLst>
        <pc:docMk/>
      </pc:docMkLst>
      <pc:sldMasterChg chg="modSp">
        <pc:chgData name="Flore Bergerot (Student at CentraleSupelec)" userId="S::flore.bergerot@student-cs.fr::9b398b0d-bf0e-40df-a42f-ff8ce2c7c285" providerId="AD" clId="Web-{86BEC67B-72E0-4C8A-8877-C5EFB6127839}" dt="2023-02-27T15:26:00.021" v="0"/>
        <pc:sldMasterMkLst>
          <pc:docMk/>
          <pc:sldMasterMk cId="0" sldId="2147483648"/>
        </pc:sldMasterMkLst>
        <pc:spChg chg="mod">
          <ac:chgData name="Flore Bergerot (Student at CentraleSupelec)" userId="S::flore.bergerot@student-cs.fr::9b398b0d-bf0e-40df-a42f-ff8ce2c7c285" providerId="AD" clId="Web-{86BEC67B-72E0-4C8A-8877-C5EFB6127839}" dt="2023-02-27T15:26:00.021" v="0"/>
          <ac:spMkLst>
            <pc:docMk/>
            <pc:sldMasterMk cId="0" sldId="2147483648"/>
            <ac:spMk id="19" creationId="{00000000-0000-0000-0000-000000000000}"/>
          </ac:spMkLst>
        </pc:spChg>
      </pc:sldMasterChg>
    </pc:docChg>
  </pc:docChgLst>
  <pc:docChgLst>
    <pc:chgData name="Flore Bergerot (Student at CentraleSupelec)" userId="S::flore.bergerot@student-cs.fr::9b398b0d-bf0e-40df-a42f-ff8ce2c7c285" providerId="AD" clId="Web-{57A965EB-4A47-4BBC-B093-A3BA91359626}"/>
    <pc:docChg chg="addSld modSld sldOrd">
      <pc:chgData name="Flore Bergerot (Student at CentraleSupelec)" userId="S::flore.bergerot@student-cs.fr::9b398b0d-bf0e-40df-a42f-ff8ce2c7c285" providerId="AD" clId="Web-{57A965EB-4A47-4BBC-B093-A3BA91359626}" dt="2023-02-15T13:52:37.244" v="2294"/>
      <pc:docMkLst>
        <pc:docMk/>
      </pc:docMkLst>
      <pc:sldChg chg="addSp delSp modSp ord">
        <pc:chgData name="Flore Bergerot (Student at CentraleSupelec)" userId="S::flore.bergerot@student-cs.fr::9b398b0d-bf0e-40df-a42f-ff8ce2c7c285" providerId="AD" clId="Web-{57A965EB-4A47-4BBC-B093-A3BA91359626}" dt="2023-02-15T13:31:17.443" v="1327" actId="20577"/>
        <pc:sldMkLst>
          <pc:docMk/>
          <pc:sldMk cId="336249700" sldId="292"/>
        </pc:sldMkLst>
        <pc:spChg chg="add mod">
          <ac:chgData name="Flore Bergerot (Student at CentraleSupelec)" userId="S::flore.bergerot@student-cs.fr::9b398b0d-bf0e-40df-a42f-ff8ce2c7c285" providerId="AD" clId="Web-{57A965EB-4A47-4BBC-B093-A3BA91359626}" dt="2023-02-15T13:31:17.443" v="1327" actId="20577"/>
          <ac:spMkLst>
            <pc:docMk/>
            <pc:sldMk cId="336249700" sldId="292"/>
            <ac:spMk id="4" creationId="{3697FD3C-BABD-A3FE-083A-D7BF649F6321}"/>
          </ac:spMkLst>
        </pc:spChg>
        <pc:spChg chg="del">
          <ac:chgData name="Flore Bergerot (Student at CentraleSupelec)" userId="S::flore.bergerot@student-cs.fr::9b398b0d-bf0e-40df-a42f-ff8ce2c7c285" providerId="AD" clId="Web-{57A965EB-4A47-4BBC-B093-A3BA91359626}" dt="2023-02-15T13:28:42.876" v="1251"/>
          <ac:spMkLst>
            <pc:docMk/>
            <pc:sldMk cId="336249700" sldId="292"/>
            <ac:spMk id="8" creationId="{FF42EF75-85C8-449D-9E3F-3EDD329FF0E4}"/>
          </ac:spMkLst>
        </pc:spChg>
        <pc:spChg chg="mod">
          <ac:chgData name="Flore Bergerot (Student at CentraleSupelec)" userId="S::flore.bergerot@student-cs.fr::9b398b0d-bf0e-40df-a42f-ff8ce2c7c285" providerId="AD" clId="Web-{57A965EB-4A47-4BBC-B093-A3BA91359626}" dt="2023-02-15T13:28:54.705" v="1255" actId="20577"/>
          <ac:spMkLst>
            <pc:docMk/>
            <pc:sldMk cId="336249700" sldId="292"/>
            <ac:spMk id="101" creationId="{00000000-0000-0000-0000-000000000000}"/>
          </ac:spMkLst>
        </pc:spChg>
        <pc:picChg chg="add mod">
          <ac:chgData name="Flore Bergerot (Student at CentraleSupelec)" userId="S::flore.bergerot@student-cs.fr::9b398b0d-bf0e-40df-a42f-ff8ce2c7c285" providerId="AD" clId="Web-{57A965EB-4A47-4BBC-B093-A3BA91359626}" dt="2023-02-15T13:29:10.127" v="1259" actId="14100"/>
          <ac:picMkLst>
            <pc:docMk/>
            <pc:sldMk cId="336249700" sldId="292"/>
            <ac:picMk id="2" creationId="{83257695-48A3-781B-477F-0C93B0925A03}"/>
          </ac:picMkLst>
        </pc:picChg>
      </pc:sldChg>
      <pc:sldChg chg="modSp">
        <pc:chgData name="Flore Bergerot (Student at CentraleSupelec)" userId="S::flore.bergerot@student-cs.fr::9b398b0d-bf0e-40df-a42f-ff8ce2c7c285" providerId="AD" clId="Web-{57A965EB-4A47-4BBC-B093-A3BA91359626}" dt="2023-02-15T13:52:37.244" v="2294"/>
        <pc:sldMkLst>
          <pc:docMk/>
          <pc:sldMk cId="1746474584" sldId="295"/>
        </pc:sldMkLst>
        <pc:graphicFrameChg chg="mod modGraphic">
          <ac:chgData name="Flore Bergerot (Student at CentraleSupelec)" userId="S::flore.bergerot@student-cs.fr::9b398b0d-bf0e-40df-a42f-ff8ce2c7c285" providerId="AD" clId="Web-{57A965EB-4A47-4BBC-B093-A3BA91359626}" dt="2023-02-15T13:52:37.244" v="2294"/>
          <ac:graphicFrameMkLst>
            <pc:docMk/>
            <pc:sldMk cId="1746474584" sldId="295"/>
            <ac:graphicFrameMk id="2" creationId="{00000000-0000-0000-0000-000000000000}"/>
          </ac:graphicFrameMkLst>
        </pc:graphicFrameChg>
      </pc:sldChg>
      <pc:sldChg chg="modSp">
        <pc:chgData name="Flore Bergerot (Student at CentraleSupelec)" userId="S::flore.bergerot@student-cs.fr::9b398b0d-bf0e-40df-a42f-ff8ce2c7c285" providerId="AD" clId="Web-{57A965EB-4A47-4BBC-B093-A3BA91359626}" dt="2023-02-15T13:52:16.681" v="2275" actId="20577"/>
        <pc:sldMkLst>
          <pc:docMk/>
          <pc:sldMk cId="1596054046" sldId="299"/>
        </pc:sldMkLst>
        <pc:spChg chg="mod">
          <ac:chgData name="Flore Bergerot (Student at CentraleSupelec)" userId="S::flore.bergerot@student-cs.fr::9b398b0d-bf0e-40df-a42f-ff8ce2c7c285" providerId="AD" clId="Web-{57A965EB-4A47-4BBC-B093-A3BA91359626}" dt="2023-02-15T13:52:16.681" v="2275" actId="20577"/>
          <ac:spMkLst>
            <pc:docMk/>
            <pc:sldMk cId="1596054046" sldId="299"/>
            <ac:spMk id="14" creationId="{A69A65C9-0FD4-1E49-570F-808BE19D6B2D}"/>
          </ac:spMkLst>
        </pc:spChg>
      </pc:sldChg>
      <pc:sldChg chg="addSp delSp modSp add ord replId">
        <pc:chgData name="Flore Bergerot (Student at CentraleSupelec)" userId="S::flore.bergerot@student-cs.fr::9b398b0d-bf0e-40df-a42f-ff8ce2c7c285" providerId="AD" clId="Web-{57A965EB-4A47-4BBC-B093-A3BA91359626}" dt="2023-02-15T13:51:55.914" v="2268" actId="14100"/>
        <pc:sldMkLst>
          <pc:docMk/>
          <pc:sldMk cId="3395863333" sldId="300"/>
        </pc:sldMkLst>
        <pc:spChg chg="del">
          <ac:chgData name="Flore Bergerot (Student at CentraleSupelec)" userId="S::flore.bergerot@student-cs.fr::9b398b0d-bf0e-40df-a42f-ff8ce2c7c285" providerId="AD" clId="Web-{57A965EB-4A47-4BBC-B093-A3BA91359626}" dt="2023-02-15T13:47:03.860" v="2188"/>
          <ac:spMkLst>
            <pc:docMk/>
            <pc:sldMk cId="3395863333" sldId="300"/>
            <ac:spMk id="4" creationId="{3697FD3C-BABD-A3FE-083A-D7BF649F6321}"/>
          </ac:spMkLst>
        </pc:spChg>
        <pc:spChg chg="add mod">
          <ac:chgData name="Flore Bergerot (Student at CentraleSupelec)" userId="S::flore.bergerot@student-cs.fr::9b398b0d-bf0e-40df-a42f-ff8ce2c7c285" providerId="AD" clId="Web-{57A965EB-4A47-4BBC-B093-A3BA91359626}" dt="2023-02-15T13:51:51.789" v="2267" actId="1076"/>
          <ac:spMkLst>
            <pc:docMk/>
            <pc:sldMk cId="3395863333" sldId="300"/>
            <ac:spMk id="9" creationId="{0965154F-9C08-65ED-33AF-9E98908B2663}"/>
          </ac:spMkLst>
        </pc:spChg>
        <pc:spChg chg="mod">
          <ac:chgData name="Flore Bergerot (Student at CentraleSupelec)" userId="S::flore.bergerot@student-cs.fr::9b398b0d-bf0e-40df-a42f-ff8ce2c7c285" providerId="AD" clId="Web-{57A965EB-4A47-4BBC-B093-A3BA91359626}" dt="2023-02-15T13:50:58.803" v="2255" actId="20577"/>
          <ac:spMkLst>
            <pc:docMk/>
            <pc:sldMk cId="3395863333" sldId="300"/>
            <ac:spMk id="101" creationId="{00000000-0000-0000-0000-000000000000}"/>
          </ac:spMkLst>
        </pc:spChg>
        <pc:picChg chg="del">
          <ac:chgData name="Flore Bergerot (Student at CentraleSupelec)" userId="S::flore.bergerot@student-cs.fr::9b398b0d-bf0e-40df-a42f-ff8ce2c7c285" providerId="AD" clId="Web-{57A965EB-4A47-4BBC-B093-A3BA91359626}" dt="2023-02-15T13:33:17.102" v="1450"/>
          <ac:picMkLst>
            <pc:docMk/>
            <pc:sldMk cId="3395863333" sldId="300"/>
            <ac:picMk id="2" creationId="{83257695-48A3-781B-477F-0C93B0925A03}"/>
          </ac:picMkLst>
        </pc:picChg>
        <pc:picChg chg="add mod">
          <ac:chgData name="Flore Bergerot (Student at CentraleSupelec)" userId="S::flore.bergerot@student-cs.fr::9b398b0d-bf0e-40df-a42f-ff8ce2c7c285" providerId="AD" clId="Web-{57A965EB-4A47-4BBC-B093-A3BA91359626}" dt="2023-02-15T13:51:55.914" v="2268" actId="14100"/>
          <ac:picMkLst>
            <pc:docMk/>
            <pc:sldMk cId="3395863333" sldId="300"/>
            <ac:picMk id="3" creationId="{53B4FE85-32DA-F2F4-E5D5-1F5800A5769A}"/>
          </ac:picMkLst>
        </pc:picChg>
      </pc:sldChg>
      <pc:sldChg chg="modSp">
        <pc:chgData name="Flore Bergerot (Student at CentraleSupelec)" userId="S::flore.bergerot@student-cs.fr::9b398b0d-bf0e-40df-a42f-ff8ce2c7c285" providerId="AD" clId="Web-{57A965EB-4A47-4BBC-B093-A3BA91359626}" dt="2023-02-15T13:52:25.540" v="2280" actId="20577"/>
        <pc:sldMkLst>
          <pc:docMk/>
          <pc:sldMk cId="1921551548" sldId="302"/>
        </pc:sldMkLst>
        <pc:spChg chg="mod">
          <ac:chgData name="Flore Bergerot (Student at CentraleSupelec)" userId="S::flore.bergerot@student-cs.fr::9b398b0d-bf0e-40df-a42f-ff8ce2c7c285" providerId="AD" clId="Web-{57A965EB-4A47-4BBC-B093-A3BA91359626}" dt="2023-02-15T13:52:25.540" v="2280" actId="20577"/>
          <ac:spMkLst>
            <pc:docMk/>
            <pc:sldMk cId="1921551548" sldId="302"/>
            <ac:spMk id="14" creationId="{A69A65C9-0FD4-1E49-570F-808BE19D6B2D}"/>
          </ac:spMkLst>
        </pc:spChg>
      </pc:sldChg>
    </pc:docChg>
  </pc:docChgLst>
  <pc:docChgLst>
    <pc:chgData name="Flore Bergerot (Student at CentraleSupelec)" userId="S::flore.bergerot@student-cs.fr::9b398b0d-bf0e-40df-a42f-ff8ce2c7c285" providerId="AD" clId="Web-{369F42AA-79E6-49BE-B410-8EB2D49D9852}"/>
    <pc:docChg chg="mod modSld modMainMaster">
      <pc:chgData name="Flore Bergerot (Student at CentraleSupelec)" userId="S::flore.bergerot@student-cs.fr::9b398b0d-bf0e-40df-a42f-ff8ce2c7c285" providerId="AD" clId="Web-{369F42AA-79E6-49BE-B410-8EB2D49D9852}" dt="2023-02-14T10:15:23.637" v="16"/>
      <pc:docMkLst>
        <pc:docMk/>
      </pc:docMkLst>
      <pc:sldChg chg="modSp">
        <pc:chgData name="Flore Bergerot (Student at CentraleSupelec)" userId="S::flore.bergerot@student-cs.fr::9b398b0d-bf0e-40df-a42f-ff8ce2c7c285" providerId="AD" clId="Web-{369F42AA-79E6-49BE-B410-8EB2D49D9852}" dt="2023-02-14T10:14:44.245" v="12" actId="20577"/>
        <pc:sldMkLst>
          <pc:docMk/>
          <pc:sldMk cId="3827946629" sldId="257"/>
        </pc:sldMkLst>
        <pc:spChg chg="mod">
          <ac:chgData name="Flore Bergerot (Student at CentraleSupelec)" userId="S::flore.bergerot@student-cs.fr::9b398b0d-bf0e-40df-a42f-ff8ce2c7c285" providerId="AD" clId="Web-{369F42AA-79E6-49BE-B410-8EB2D49D9852}" dt="2023-02-14T10:14:44.245" v="12" actId="20577"/>
          <ac:spMkLst>
            <pc:docMk/>
            <pc:sldMk cId="3827946629" sldId="257"/>
            <ac:spMk id="7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369F42AA-79E6-49BE-B410-8EB2D49D9852}" dt="2023-02-14T10:15:15.231" v="13"/>
        <pc:sldMkLst>
          <pc:docMk/>
          <pc:sldMk cId="3161668088" sldId="267"/>
        </pc:sldMkLst>
        <pc:spChg chg="mod">
          <ac:chgData name="Flore Bergerot (Student at CentraleSupelec)" userId="S::flore.bergerot@student-cs.fr::9b398b0d-bf0e-40df-a42f-ff8ce2c7c285" providerId="AD" clId="Web-{369F42AA-79E6-49BE-B410-8EB2D49D9852}" dt="2023-02-14T10:15:15.231" v="13"/>
          <ac:spMkLst>
            <pc:docMk/>
            <pc:sldMk cId="3161668088" sldId="267"/>
            <ac:spMk id="24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369F42AA-79E6-49BE-B410-8EB2D49D9852}" dt="2023-02-14T10:15:15.231" v="13"/>
        <pc:sldMkLst>
          <pc:docMk/>
          <pc:sldMk cId="3277178420" sldId="289"/>
        </pc:sldMkLst>
        <pc:spChg chg="mod">
          <ac:chgData name="Flore Bergerot (Student at CentraleSupelec)" userId="S::flore.bergerot@student-cs.fr::9b398b0d-bf0e-40df-a42f-ff8ce2c7c285" providerId="AD" clId="Web-{369F42AA-79E6-49BE-B410-8EB2D49D9852}" dt="2023-02-14T10:15:15.231" v="13"/>
          <ac:spMkLst>
            <pc:docMk/>
            <pc:sldMk cId="3277178420" sldId="289"/>
            <ac:spMk id="7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369F42AA-79E6-49BE-B410-8EB2D49D9852}" dt="2023-02-14T10:15:15.231" v="13"/>
        <pc:sldMkLst>
          <pc:docMk/>
          <pc:sldMk cId="2940396715" sldId="290"/>
        </pc:sldMkLst>
        <pc:spChg chg="mod">
          <ac:chgData name="Flore Bergerot (Student at CentraleSupelec)" userId="S::flore.bergerot@student-cs.fr::9b398b0d-bf0e-40df-a42f-ff8ce2c7c285" providerId="AD" clId="Web-{369F42AA-79E6-49BE-B410-8EB2D49D9852}" dt="2023-02-14T10:15:15.231" v="13"/>
          <ac:spMkLst>
            <pc:docMk/>
            <pc:sldMk cId="2940396715" sldId="290"/>
            <ac:spMk id="7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369F42AA-79E6-49BE-B410-8EB2D49D9852}" dt="2023-02-14T10:15:15.231" v="13"/>
        <pc:sldMkLst>
          <pc:docMk/>
          <pc:sldMk cId="709355255" sldId="291"/>
        </pc:sldMkLst>
        <pc:spChg chg="mod">
          <ac:chgData name="Flore Bergerot (Student at CentraleSupelec)" userId="S::flore.bergerot@student-cs.fr::9b398b0d-bf0e-40df-a42f-ff8ce2c7c285" providerId="AD" clId="Web-{369F42AA-79E6-49BE-B410-8EB2D49D9852}" dt="2023-02-14T10:15:15.231" v="13"/>
          <ac:spMkLst>
            <pc:docMk/>
            <pc:sldMk cId="709355255" sldId="291"/>
            <ac:spMk id="6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369F42AA-79E6-49BE-B410-8EB2D49D9852}" dt="2023-02-14T10:15:15.231" v="13"/>
        <pc:sldMkLst>
          <pc:docMk/>
          <pc:sldMk cId="336249700" sldId="292"/>
        </pc:sldMkLst>
        <pc:spChg chg="mod">
          <ac:chgData name="Flore Bergerot (Student at CentraleSupelec)" userId="S::flore.bergerot@student-cs.fr::9b398b0d-bf0e-40df-a42f-ff8ce2c7c285" providerId="AD" clId="Web-{369F42AA-79E6-49BE-B410-8EB2D49D9852}" dt="2023-02-14T10:15:15.231" v="13"/>
          <ac:spMkLst>
            <pc:docMk/>
            <pc:sldMk cId="336249700" sldId="292"/>
            <ac:spMk id="6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369F42AA-79E6-49BE-B410-8EB2D49D9852}" dt="2023-02-14T10:15:15.231" v="13"/>
        <pc:sldMkLst>
          <pc:docMk/>
          <pc:sldMk cId="2976018367" sldId="293"/>
        </pc:sldMkLst>
        <pc:spChg chg="mod">
          <ac:chgData name="Flore Bergerot (Student at CentraleSupelec)" userId="S::flore.bergerot@student-cs.fr::9b398b0d-bf0e-40df-a42f-ff8ce2c7c285" providerId="AD" clId="Web-{369F42AA-79E6-49BE-B410-8EB2D49D9852}" dt="2023-02-14T10:15:15.231" v="13"/>
          <ac:spMkLst>
            <pc:docMk/>
            <pc:sldMk cId="2976018367" sldId="293"/>
            <ac:spMk id="7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369F42AA-79E6-49BE-B410-8EB2D49D9852}" dt="2023-02-14T10:15:15.231" v="13"/>
        <pc:sldMkLst>
          <pc:docMk/>
          <pc:sldMk cId="4271017113" sldId="294"/>
        </pc:sldMkLst>
        <pc:spChg chg="mod">
          <ac:chgData name="Flore Bergerot (Student at CentraleSupelec)" userId="S::flore.bergerot@student-cs.fr::9b398b0d-bf0e-40df-a42f-ff8ce2c7c285" providerId="AD" clId="Web-{369F42AA-79E6-49BE-B410-8EB2D49D9852}" dt="2023-02-14T10:15:15.231" v="13"/>
          <ac:spMkLst>
            <pc:docMk/>
            <pc:sldMk cId="4271017113" sldId="294"/>
            <ac:spMk id="7" creationId="{00000000-0000-0000-0000-000000000000}"/>
          </ac:spMkLst>
        </pc:spChg>
      </pc:sldChg>
      <pc:sldChg chg="modSp">
        <pc:chgData name="Flore Bergerot (Student at CentraleSupelec)" userId="S::flore.bergerot@student-cs.fr::9b398b0d-bf0e-40df-a42f-ff8ce2c7c285" providerId="AD" clId="Web-{369F42AA-79E6-49BE-B410-8EB2D49D9852}" dt="2023-02-14T10:15:15.231" v="13"/>
        <pc:sldMkLst>
          <pc:docMk/>
          <pc:sldMk cId="1746474584" sldId="295"/>
        </pc:sldMkLst>
        <pc:spChg chg="mod">
          <ac:chgData name="Flore Bergerot (Student at CentraleSupelec)" userId="S::flore.bergerot@student-cs.fr::9b398b0d-bf0e-40df-a42f-ff8ce2c7c285" providerId="AD" clId="Web-{369F42AA-79E6-49BE-B410-8EB2D49D9852}" dt="2023-02-14T10:15:15.231" v="13"/>
          <ac:spMkLst>
            <pc:docMk/>
            <pc:sldMk cId="1746474584" sldId="295"/>
            <ac:spMk id="5" creationId="{00000000-0000-0000-0000-000000000000}"/>
          </ac:spMkLst>
        </pc:spChg>
      </pc:sldChg>
      <pc:sldMasterChg chg="mod modSldLayout">
        <pc:chgData name="Flore Bergerot (Student at CentraleSupelec)" userId="S::flore.bergerot@student-cs.fr::9b398b0d-bf0e-40df-a42f-ff8ce2c7c285" providerId="AD" clId="Web-{369F42AA-79E6-49BE-B410-8EB2D49D9852}" dt="2023-02-14T10:15:23.637" v="16"/>
        <pc:sldMasterMkLst>
          <pc:docMk/>
          <pc:sldMasterMk cId="0" sldId="2147483648"/>
        </pc:sldMasterMkLst>
        <pc:sldLayoutChg chg="modSp mod">
          <pc:chgData name="Flore Bergerot (Student at CentraleSupelec)" userId="S::flore.bergerot@student-cs.fr::9b398b0d-bf0e-40df-a42f-ff8ce2c7c285" providerId="AD" clId="Web-{369F42AA-79E6-49BE-B410-8EB2D49D9852}" dt="2023-02-14T10:15:23.637" v="16"/>
          <pc:sldLayoutMkLst>
            <pc:docMk/>
            <pc:sldMasterMk cId="0" sldId="2147483648"/>
            <pc:sldLayoutMk cId="2436282056" sldId="2147483663"/>
          </pc:sldLayoutMkLst>
          <pc:spChg chg="mod">
            <ac:chgData name="Flore Bergerot (Student at CentraleSupelec)" userId="S::flore.bergerot@student-cs.fr::9b398b0d-bf0e-40df-a42f-ff8ce2c7c285" providerId="AD" clId="Web-{369F42AA-79E6-49BE-B410-8EB2D49D9852}" dt="2023-02-14T10:15:15.231" v="13"/>
            <ac:spMkLst>
              <pc:docMk/>
              <pc:sldMasterMk cId="0" sldId="2147483648"/>
              <pc:sldLayoutMk cId="2436282056" sldId="2147483663"/>
              <ac:spMk id="5" creationId="{00000000-0000-0000-0000-000000000000}"/>
            </ac:spMkLst>
          </pc:spChg>
        </pc:sldLayoutChg>
        <pc:sldLayoutChg chg="modSp mod">
          <pc:chgData name="Flore Bergerot (Student at CentraleSupelec)" userId="S::flore.bergerot@student-cs.fr::9b398b0d-bf0e-40df-a42f-ff8ce2c7c285" providerId="AD" clId="Web-{369F42AA-79E6-49BE-B410-8EB2D49D9852}" dt="2023-02-14T10:15:23.637" v="16"/>
          <pc:sldLayoutMkLst>
            <pc:docMk/>
            <pc:sldMasterMk cId="0" sldId="2147483648"/>
            <pc:sldLayoutMk cId="3494463418" sldId="2147483664"/>
          </pc:sldLayoutMkLst>
          <pc:spChg chg="mod">
            <ac:chgData name="Flore Bergerot (Student at CentraleSupelec)" userId="S::flore.bergerot@student-cs.fr::9b398b0d-bf0e-40df-a42f-ff8ce2c7c285" providerId="AD" clId="Web-{369F42AA-79E6-49BE-B410-8EB2D49D9852}" dt="2023-02-14T10:15:15.231" v="13"/>
            <ac:spMkLst>
              <pc:docMk/>
              <pc:sldMasterMk cId="0" sldId="2147483648"/>
              <pc:sldLayoutMk cId="3494463418" sldId="2147483664"/>
              <ac:spMk id="5" creationId="{00000000-0000-0000-0000-000000000000}"/>
            </ac:spMkLst>
          </pc:spChg>
        </pc:sldLayoutChg>
        <pc:sldLayoutChg chg="modSp mod">
          <pc:chgData name="Flore Bergerot (Student at CentraleSupelec)" userId="S::flore.bergerot@student-cs.fr::9b398b0d-bf0e-40df-a42f-ff8ce2c7c285" providerId="AD" clId="Web-{369F42AA-79E6-49BE-B410-8EB2D49D9852}" dt="2023-02-14T10:15:23.637" v="16"/>
          <pc:sldLayoutMkLst>
            <pc:docMk/>
            <pc:sldMasterMk cId="0" sldId="2147483648"/>
            <pc:sldLayoutMk cId="0" sldId="2147483665"/>
          </pc:sldLayoutMkLst>
          <pc:spChg chg="mod">
            <ac:chgData name="Flore Bergerot (Student at CentraleSupelec)" userId="S::flore.bergerot@student-cs.fr::9b398b0d-bf0e-40df-a42f-ff8ce2c7c285" providerId="AD" clId="Web-{369F42AA-79E6-49BE-B410-8EB2D49D9852}" dt="2023-02-14T10:15:15.231" v="13"/>
            <ac:spMkLst>
              <pc:docMk/>
              <pc:sldMasterMk cId="0" sldId="2147483648"/>
              <pc:sldLayoutMk cId="0" sldId="2147483665"/>
              <ac:spMk id="3" creationId="{00000000-0000-0000-0000-000000000000}"/>
            </ac:spMkLst>
          </pc:spChg>
        </pc:sldLayoutChg>
        <pc:sldLayoutChg chg="modSp mod">
          <pc:chgData name="Flore Bergerot (Student at CentraleSupelec)" userId="S::flore.bergerot@student-cs.fr::9b398b0d-bf0e-40df-a42f-ff8ce2c7c285" providerId="AD" clId="Web-{369F42AA-79E6-49BE-B410-8EB2D49D9852}" dt="2023-02-14T10:15:23.637" v="16"/>
          <pc:sldLayoutMkLst>
            <pc:docMk/>
            <pc:sldMasterMk cId="0" sldId="2147483648"/>
            <pc:sldLayoutMk cId="3129036141" sldId="2147483666"/>
          </pc:sldLayoutMkLst>
          <pc:spChg chg="mod">
            <ac:chgData name="Flore Bergerot (Student at CentraleSupelec)" userId="S::flore.bergerot@student-cs.fr::9b398b0d-bf0e-40df-a42f-ff8ce2c7c285" providerId="AD" clId="Web-{369F42AA-79E6-49BE-B410-8EB2D49D9852}" dt="2023-02-14T10:15:15.231" v="13"/>
            <ac:spMkLst>
              <pc:docMk/>
              <pc:sldMasterMk cId="0" sldId="2147483648"/>
              <pc:sldLayoutMk cId="3129036141" sldId="2147483666"/>
              <ac:spMk id="5" creationId="{00000000-0000-0000-0000-000000000000}"/>
            </ac:spMkLst>
          </pc:spChg>
        </pc:sldLayoutChg>
      </pc:sldMasterChg>
    </pc:docChg>
  </pc:docChgLst>
  <pc:docChgLst>
    <pc:chgData name="Valentin Everest (Student at CentraleSupelec)" userId="S::valentin.everest@student-cs.fr::103fe320-5d97-4c12-9fe7-ae15579a3838" providerId="AD" clId="Web-{8DDBD878-ADE8-4FB0-969E-484F11F4BA5F}"/>
    <pc:docChg chg="addSld delSld modSld sldOrd">
      <pc:chgData name="Valentin Everest (Student at CentraleSupelec)" userId="S::valentin.everest@student-cs.fr::103fe320-5d97-4c12-9fe7-ae15579a3838" providerId="AD" clId="Web-{8DDBD878-ADE8-4FB0-969E-484F11F4BA5F}" dt="2023-02-15T13:55:25.979" v="397" actId="1076"/>
      <pc:docMkLst>
        <pc:docMk/>
      </pc:docMkLst>
      <pc:sldChg chg="modSp">
        <pc:chgData name="Valentin Everest (Student at CentraleSupelec)" userId="S::valentin.everest@student-cs.fr::103fe320-5d97-4c12-9fe7-ae15579a3838" providerId="AD" clId="Web-{8DDBD878-ADE8-4FB0-969E-484F11F4BA5F}" dt="2023-02-15T13:40:39.876" v="45" actId="20577"/>
        <pc:sldMkLst>
          <pc:docMk/>
          <pc:sldMk cId="1596054046" sldId="299"/>
        </pc:sldMkLst>
        <pc:spChg chg="mod">
          <ac:chgData name="Valentin Everest (Student at CentraleSupelec)" userId="S::valentin.everest@student-cs.fr::103fe320-5d97-4c12-9fe7-ae15579a3838" providerId="AD" clId="Web-{8DDBD878-ADE8-4FB0-969E-484F11F4BA5F}" dt="2023-02-15T13:40:39.876" v="45" actId="20577"/>
          <ac:spMkLst>
            <pc:docMk/>
            <pc:sldMk cId="1596054046" sldId="299"/>
            <ac:spMk id="14" creationId="{A69A65C9-0FD4-1E49-570F-808BE19D6B2D}"/>
          </ac:spMkLst>
        </pc:spChg>
      </pc:sldChg>
      <pc:sldChg chg="new del">
        <pc:chgData name="Valentin Everest (Student at CentraleSupelec)" userId="S::valentin.everest@student-cs.fr::103fe320-5d97-4c12-9fe7-ae15579a3838" providerId="AD" clId="Web-{8DDBD878-ADE8-4FB0-969E-484F11F4BA5F}" dt="2023-02-15T13:41:19.330" v="47"/>
        <pc:sldMkLst>
          <pc:docMk/>
          <pc:sldMk cId="1356593151" sldId="302"/>
        </pc:sldMkLst>
      </pc:sldChg>
      <pc:sldChg chg="addSp delSp modSp add ord replId">
        <pc:chgData name="Valentin Everest (Student at CentraleSupelec)" userId="S::valentin.everest@student-cs.fr::103fe320-5d97-4c12-9fe7-ae15579a3838" providerId="AD" clId="Web-{8DDBD878-ADE8-4FB0-969E-484F11F4BA5F}" dt="2023-02-15T13:55:25.979" v="397" actId="1076"/>
        <pc:sldMkLst>
          <pc:docMk/>
          <pc:sldMk cId="1921551548" sldId="302"/>
        </pc:sldMkLst>
        <pc:spChg chg="mod">
          <ac:chgData name="Valentin Everest (Student at CentraleSupelec)" userId="S::valentin.everest@student-cs.fr::103fe320-5d97-4c12-9fe7-ae15579a3838" providerId="AD" clId="Web-{8DDBD878-ADE8-4FB0-969E-484F11F4BA5F}" dt="2023-02-15T13:55:18.275" v="393" actId="20577"/>
          <ac:spMkLst>
            <pc:docMk/>
            <pc:sldMk cId="1921551548" sldId="302"/>
            <ac:spMk id="14" creationId="{A69A65C9-0FD4-1E49-570F-808BE19D6B2D}"/>
          </ac:spMkLst>
        </pc:spChg>
        <pc:picChg chg="add mod">
          <ac:chgData name="Valentin Everest (Student at CentraleSupelec)" userId="S::valentin.everest@student-cs.fr::103fe320-5d97-4c12-9fe7-ae15579a3838" providerId="AD" clId="Web-{8DDBD878-ADE8-4FB0-969E-484F11F4BA5F}" dt="2023-02-15T13:55:25.979" v="397" actId="1076"/>
          <ac:picMkLst>
            <pc:docMk/>
            <pc:sldMk cId="1921551548" sldId="302"/>
            <ac:picMk id="2" creationId="{34166B76-2F2D-2B5B-7E0D-9B15264587B0}"/>
          </ac:picMkLst>
        </pc:picChg>
        <pc:picChg chg="del">
          <ac:chgData name="Valentin Everest (Student at CentraleSupelec)" userId="S::valentin.everest@student-cs.fr::103fe320-5d97-4c12-9fe7-ae15579a3838" providerId="AD" clId="Web-{8DDBD878-ADE8-4FB0-969E-484F11F4BA5F}" dt="2023-02-15T13:42:39.223" v="94"/>
          <ac:picMkLst>
            <pc:docMk/>
            <pc:sldMk cId="1921551548" sldId="302"/>
            <ac:picMk id="15" creationId="{7E39E7A9-9141-BCD9-3BC3-1C6585F82E07}"/>
          </ac:picMkLst>
        </pc:picChg>
        <pc:picChg chg="del">
          <ac:chgData name="Valentin Everest (Student at CentraleSupelec)" userId="S::valentin.everest@student-cs.fr::103fe320-5d97-4c12-9fe7-ae15579a3838" providerId="AD" clId="Web-{8DDBD878-ADE8-4FB0-969E-484F11F4BA5F}" dt="2023-02-15T13:42:40.410" v="95"/>
          <ac:picMkLst>
            <pc:docMk/>
            <pc:sldMk cId="1921551548" sldId="302"/>
            <ac:picMk id="16" creationId="{068226C3-E64C-AC6B-72C7-E5CCF1271A85}"/>
          </ac:picMkLst>
        </pc:picChg>
      </pc:sldChg>
    </pc:docChg>
  </pc:docChgLst>
  <pc:docChgLst>
    <pc:chgData name="Theodore Paun (Student at CentraleSupelec)" userId="S::andrei-theodore.paun@student-cs.fr::af2f250b-43c5-404c-8c7f-0d6d18de496b" providerId="AD" clId="Web-{FC78AF34-7745-4FA0-9587-9B7302C3003A}"/>
    <pc:docChg chg="modSld">
      <pc:chgData name="Theodore Paun (Student at CentraleSupelec)" userId="S::andrei-theodore.paun@student-cs.fr::af2f250b-43c5-404c-8c7f-0d6d18de496b" providerId="AD" clId="Web-{FC78AF34-7745-4FA0-9587-9B7302C3003A}" dt="2023-02-27T16:06:26.769" v="911" actId="20577"/>
      <pc:docMkLst>
        <pc:docMk/>
      </pc:docMkLst>
      <pc:sldChg chg="modSp">
        <pc:chgData name="Theodore Paun (Student at CentraleSupelec)" userId="S::andrei-theodore.paun@student-cs.fr::af2f250b-43c5-404c-8c7f-0d6d18de496b" providerId="AD" clId="Web-{FC78AF34-7745-4FA0-9587-9B7302C3003A}" dt="2023-02-27T15:50:08.095" v="567"/>
        <pc:sldMkLst>
          <pc:docMk/>
          <pc:sldMk cId="1746474584" sldId="295"/>
        </pc:sldMkLst>
        <pc:graphicFrameChg chg="modGraphic">
          <ac:chgData name="Theodore Paun (Student at CentraleSupelec)" userId="S::andrei-theodore.paun@student-cs.fr::af2f250b-43c5-404c-8c7f-0d6d18de496b" providerId="AD" clId="Web-{FC78AF34-7745-4FA0-9587-9B7302C3003A}" dt="2023-02-27T15:50:08.095" v="567"/>
          <ac:graphicFrameMkLst>
            <pc:docMk/>
            <pc:sldMk cId="1746474584" sldId="295"/>
            <ac:graphicFrameMk id="2" creationId="{00000000-0000-0000-0000-000000000000}"/>
          </ac:graphicFrameMkLst>
        </pc:graphicFrameChg>
      </pc:sldChg>
      <pc:sldChg chg="modSp">
        <pc:chgData name="Theodore Paun (Student at CentraleSupelec)" userId="S::andrei-theodore.paun@student-cs.fr::af2f250b-43c5-404c-8c7f-0d6d18de496b" providerId="AD" clId="Web-{FC78AF34-7745-4FA0-9587-9B7302C3003A}" dt="2023-02-27T16:06:09.721" v="907" actId="20577"/>
        <pc:sldMkLst>
          <pc:docMk/>
          <pc:sldMk cId="1336084705" sldId="297"/>
        </pc:sldMkLst>
        <pc:spChg chg="mod">
          <ac:chgData name="Theodore Paun (Student at CentraleSupelec)" userId="S::andrei-theodore.paun@student-cs.fr::af2f250b-43c5-404c-8c7f-0d6d18de496b" providerId="AD" clId="Web-{FC78AF34-7745-4FA0-9587-9B7302C3003A}" dt="2023-02-27T15:25:28.216" v="25" actId="20577"/>
          <ac:spMkLst>
            <pc:docMk/>
            <pc:sldMk cId="1336084705" sldId="297"/>
            <ac:spMk id="6" creationId="{00000000-0000-0000-0000-000000000000}"/>
          </ac:spMkLst>
        </pc:spChg>
        <pc:spChg chg="mod">
          <ac:chgData name="Theodore Paun (Student at CentraleSupelec)" userId="S::andrei-theodore.paun@student-cs.fr::af2f250b-43c5-404c-8c7f-0d6d18de496b" providerId="AD" clId="Web-{FC78AF34-7745-4FA0-9587-9B7302C3003A}" dt="2023-02-27T16:06:09.721" v="907" actId="20577"/>
          <ac:spMkLst>
            <pc:docMk/>
            <pc:sldMk cId="1336084705" sldId="297"/>
            <ac:spMk id="7" creationId="{00000000-0000-0000-0000-000000000000}"/>
          </ac:spMkLst>
        </pc:spChg>
        <pc:spChg chg="mod">
          <ac:chgData name="Theodore Paun (Student at CentraleSupelec)" userId="S::andrei-theodore.paun@student-cs.fr::af2f250b-43c5-404c-8c7f-0d6d18de496b" providerId="AD" clId="Web-{FC78AF34-7745-4FA0-9587-9B7302C3003A}" dt="2023-02-27T15:32:17.948" v="210" actId="1076"/>
          <ac:spMkLst>
            <pc:docMk/>
            <pc:sldMk cId="1336084705" sldId="297"/>
            <ac:spMk id="8" creationId="{FF42EF75-85C8-449D-9E3F-3EDD329FF0E4}"/>
          </ac:spMkLst>
        </pc:spChg>
        <pc:spChg chg="mod">
          <ac:chgData name="Theodore Paun (Student at CentraleSupelec)" userId="S::andrei-theodore.paun@student-cs.fr::af2f250b-43c5-404c-8c7f-0d6d18de496b" providerId="AD" clId="Web-{FC78AF34-7745-4FA0-9587-9B7302C3003A}" dt="2023-02-27T16:05:10.704" v="869" actId="20577"/>
          <ac:spMkLst>
            <pc:docMk/>
            <pc:sldMk cId="1336084705" sldId="297"/>
            <ac:spMk id="101" creationId="{00000000-0000-0000-0000-000000000000}"/>
          </ac:spMkLst>
        </pc:spChg>
        <pc:picChg chg="mod">
          <ac:chgData name="Theodore Paun (Student at CentraleSupelec)" userId="S::andrei-theodore.paun@student-cs.fr::af2f250b-43c5-404c-8c7f-0d6d18de496b" providerId="AD" clId="Web-{FC78AF34-7745-4FA0-9587-9B7302C3003A}" dt="2023-02-27T15:35:56.081" v="319" actId="1076"/>
          <ac:picMkLst>
            <pc:docMk/>
            <pc:sldMk cId="1336084705" sldId="297"/>
            <ac:picMk id="2" creationId="{B443BC22-84CA-8544-8394-EE6F19863E3E}"/>
          </ac:picMkLst>
        </pc:picChg>
      </pc:sldChg>
      <pc:sldChg chg="modSp">
        <pc:chgData name="Theodore Paun (Student at CentraleSupelec)" userId="S::andrei-theodore.paun@student-cs.fr::af2f250b-43c5-404c-8c7f-0d6d18de496b" providerId="AD" clId="Web-{FC78AF34-7745-4FA0-9587-9B7302C3003A}" dt="2023-02-27T16:05:49.830" v="904" actId="20577"/>
        <pc:sldMkLst>
          <pc:docMk/>
          <pc:sldMk cId="175661928" sldId="298"/>
        </pc:sldMkLst>
        <pc:spChg chg="mod">
          <ac:chgData name="Theodore Paun (Student at CentraleSupelec)" userId="S::andrei-theodore.paun@student-cs.fr::af2f250b-43c5-404c-8c7f-0d6d18de496b" providerId="AD" clId="Web-{FC78AF34-7745-4FA0-9587-9B7302C3003A}" dt="2023-02-27T15:51:06.034" v="580" actId="1076"/>
          <ac:spMkLst>
            <pc:docMk/>
            <pc:sldMk cId="175661928" sldId="298"/>
            <ac:spMk id="8" creationId="{FF42EF75-85C8-449D-9E3F-3EDD329FF0E4}"/>
          </ac:spMkLst>
        </pc:spChg>
        <pc:spChg chg="mod">
          <ac:chgData name="Theodore Paun (Student at CentraleSupelec)" userId="S::andrei-theodore.paun@student-cs.fr::af2f250b-43c5-404c-8c7f-0d6d18de496b" providerId="AD" clId="Web-{FC78AF34-7745-4FA0-9587-9B7302C3003A}" dt="2023-02-27T16:05:49.830" v="904" actId="20577"/>
          <ac:spMkLst>
            <pc:docMk/>
            <pc:sldMk cId="175661928" sldId="298"/>
            <ac:spMk id="101" creationId="{00000000-0000-0000-0000-000000000000}"/>
          </ac:spMkLst>
        </pc:spChg>
        <pc:picChg chg="mod">
          <ac:chgData name="Theodore Paun (Student at CentraleSupelec)" userId="S::andrei-theodore.paun@student-cs.fr::af2f250b-43c5-404c-8c7f-0d6d18de496b" providerId="AD" clId="Web-{FC78AF34-7745-4FA0-9587-9B7302C3003A}" dt="2023-02-27T16:04:57.047" v="866" actId="14100"/>
          <ac:picMkLst>
            <pc:docMk/>
            <pc:sldMk cId="175661928" sldId="298"/>
            <ac:picMk id="3" creationId="{639CE50E-C8F3-8062-E051-FAE67E957353}"/>
          </ac:picMkLst>
        </pc:picChg>
      </pc:sldChg>
      <pc:sldChg chg="modSp">
        <pc:chgData name="Theodore Paun (Student at CentraleSupelec)" userId="S::andrei-theodore.paun@student-cs.fr::af2f250b-43c5-404c-8c7f-0d6d18de496b" providerId="AD" clId="Web-{FC78AF34-7745-4FA0-9587-9B7302C3003A}" dt="2023-02-27T16:06:14.612" v="909" actId="20577"/>
        <pc:sldMkLst>
          <pc:docMk/>
          <pc:sldMk cId="3159682686" sldId="303"/>
        </pc:sldMkLst>
        <pc:spChg chg="mod">
          <ac:chgData name="Theodore Paun (Student at CentraleSupelec)" userId="S::andrei-theodore.paun@student-cs.fr::af2f250b-43c5-404c-8c7f-0d6d18de496b" providerId="AD" clId="Web-{FC78AF34-7745-4FA0-9587-9B7302C3003A}" dt="2023-02-27T16:06:14.612" v="909" actId="20577"/>
          <ac:spMkLst>
            <pc:docMk/>
            <pc:sldMk cId="3159682686" sldId="303"/>
            <ac:spMk id="7" creationId="{00000000-0000-0000-0000-000000000000}"/>
          </ac:spMkLst>
        </pc:spChg>
      </pc:sldChg>
      <pc:sldChg chg="modSp">
        <pc:chgData name="Theodore Paun (Student at CentraleSupelec)" userId="S::andrei-theodore.paun@student-cs.fr::af2f250b-43c5-404c-8c7f-0d6d18de496b" providerId="AD" clId="Web-{FC78AF34-7745-4FA0-9587-9B7302C3003A}" dt="2023-02-27T16:06:26.769" v="911" actId="20577"/>
        <pc:sldMkLst>
          <pc:docMk/>
          <pc:sldMk cId="595686206" sldId="304"/>
        </pc:sldMkLst>
        <pc:spChg chg="mod">
          <ac:chgData name="Theodore Paun (Student at CentraleSupelec)" userId="S::andrei-theodore.paun@student-cs.fr::af2f250b-43c5-404c-8c7f-0d6d18de496b" providerId="AD" clId="Web-{FC78AF34-7745-4FA0-9587-9B7302C3003A}" dt="2023-02-27T16:06:26.769" v="911" actId="20577"/>
          <ac:spMkLst>
            <pc:docMk/>
            <pc:sldMk cId="595686206" sldId="304"/>
            <ac:spMk id="7" creationId="{00000000-0000-0000-0000-000000000000}"/>
          </ac:spMkLst>
        </pc:spChg>
      </pc:sldChg>
    </pc:docChg>
  </pc:docChgLst>
  <pc:docChgLst>
    <pc:chgData name="Valentin Everest (Student at CentraleSupelec)" userId="S::valentin.everest@student-cs.fr::103fe320-5d97-4c12-9fe7-ae15579a3838" providerId="AD" clId="Web-{F3D75026-0D8D-4542-A6AB-556ED730AB53}"/>
    <pc:docChg chg="modSld">
      <pc:chgData name="Valentin Everest (Student at CentraleSupelec)" userId="S::valentin.everest@student-cs.fr::103fe320-5d97-4c12-9fe7-ae15579a3838" providerId="AD" clId="Web-{F3D75026-0D8D-4542-A6AB-556ED730AB53}" dt="2023-03-08T15:57:28.412" v="188" actId="1076"/>
      <pc:docMkLst>
        <pc:docMk/>
      </pc:docMkLst>
      <pc:sldChg chg="addSp delSp modSp">
        <pc:chgData name="Valentin Everest (Student at CentraleSupelec)" userId="S::valentin.everest@student-cs.fr::103fe320-5d97-4c12-9fe7-ae15579a3838" providerId="AD" clId="Web-{F3D75026-0D8D-4542-A6AB-556ED730AB53}" dt="2023-03-08T15:55:09.126" v="158" actId="1076"/>
        <pc:sldMkLst>
          <pc:docMk/>
          <pc:sldMk cId="1596054046" sldId="299"/>
        </pc:sldMkLst>
        <pc:spChg chg="add mod">
          <ac:chgData name="Valentin Everest (Student at CentraleSupelec)" userId="S::valentin.everest@student-cs.fr::103fe320-5d97-4c12-9fe7-ae15579a3838" providerId="AD" clId="Web-{F3D75026-0D8D-4542-A6AB-556ED730AB53}" dt="2023-03-08T15:54:26.750" v="154" actId="1076"/>
          <ac:spMkLst>
            <pc:docMk/>
            <pc:sldMk cId="1596054046" sldId="299"/>
            <ac:spMk id="8" creationId="{46D2DB95-BE74-015A-9EDD-854EFFB56E85}"/>
          </ac:spMkLst>
        </pc:spChg>
        <pc:spChg chg="add mod">
          <ac:chgData name="Valentin Everest (Student at CentraleSupelec)" userId="S::valentin.everest@student-cs.fr::103fe320-5d97-4c12-9fe7-ae15579a3838" providerId="AD" clId="Web-{F3D75026-0D8D-4542-A6AB-556ED730AB53}" dt="2023-03-08T15:54:26.719" v="151" actId="1076"/>
          <ac:spMkLst>
            <pc:docMk/>
            <pc:sldMk cId="1596054046" sldId="299"/>
            <ac:spMk id="9" creationId="{5323710B-D698-4477-C562-E411F3FB7226}"/>
          </ac:spMkLst>
        </pc:spChg>
        <pc:spChg chg="add mod">
          <ac:chgData name="Valentin Everest (Student at CentraleSupelec)" userId="S::valentin.everest@student-cs.fr::103fe320-5d97-4c12-9fe7-ae15579a3838" providerId="AD" clId="Web-{F3D75026-0D8D-4542-A6AB-556ED730AB53}" dt="2023-03-08T15:55:09.126" v="158" actId="1076"/>
          <ac:spMkLst>
            <pc:docMk/>
            <pc:sldMk cId="1596054046" sldId="299"/>
            <ac:spMk id="10" creationId="{04C768CD-F5DD-369B-8AF3-D247ACB02B57}"/>
          </ac:spMkLst>
        </pc:spChg>
        <pc:spChg chg="add del mod">
          <ac:chgData name="Valentin Everest (Student at CentraleSupelec)" userId="S::valentin.everest@student-cs.fr::103fe320-5d97-4c12-9fe7-ae15579a3838" providerId="AD" clId="Web-{F3D75026-0D8D-4542-A6AB-556ED730AB53}" dt="2023-03-08T15:54:26.735" v="152" actId="1076"/>
          <ac:spMkLst>
            <pc:docMk/>
            <pc:sldMk cId="1596054046" sldId="299"/>
            <ac:spMk id="11" creationId="{26719160-9D35-8F1E-29C5-612E718E7254}"/>
          </ac:spMkLst>
        </pc:spChg>
        <pc:spChg chg="add mod">
          <ac:chgData name="Valentin Everest (Student at CentraleSupelec)" userId="S::valentin.everest@student-cs.fr::103fe320-5d97-4c12-9fe7-ae15579a3838" providerId="AD" clId="Web-{F3D75026-0D8D-4542-A6AB-556ED730AB53}" dt="2023-03-08T15:54:26.766" v="155" actId="1076"/>
          <ac:spMkLst>
            <pc:docMk/>
            <pc:sldMk cId="1596054046" sldId="299"/>
            <ac:spMk id="12" creationId="{CD64CE35-1158-1D68-F5D5-58ECCD5918E5}"/>
          </ac:spMkLst>
        </pc:spChg>
        <pc:spChg chg="add del mod">
          <ac:chgData name="Valentin Everest (Student at CentraleSupelec)" userId="S::valentin.everest@student-cs.fr::103fe320-5d97-4c12-9fe7-ae15579a3838" providerId="AD" clId="Web-{F3D75026-0D8D-4542-A6AB-556ED730AB53}" dt="2023-03-08T15:47:23.254" v="137"/>
          <ac:spMkLst>
            <pc:docMk/>
            <pc:sldMk cId="1596054046" sldId="299"/>
            <ac:spMk id="13" creationId="{1EFD3FB5-1C55-2802-409E-6FD26A96D130}"/>
          </ac:spMkLst>
        </pc:spChg>
        <pc:spChg chg="mod">
          <ac:chgData name="Valentin Everest (Student at CentraleSupelec)" userId="S::valentin.everest@student-cs.fr::103fe320-5d97-4c12-9fe7-ae15579a3838" providerId="AD" clId="Web-{F3D75026-0D8D-4542-A6AB-556ED730AB53}" dt="2023-03-08T15:47:19.816" v="136" actId="1076"/>
          <ac:spMkLst>
            <pc:docMk/>
            <pc:sldMk cId="1596054046" sldId="299"/>
            <ac:spMk id="14" creationId="{A69A65C9-0FD4-1E49-570F-808BE19D6B2D}"/>
          </ac:spMkLst>
        </pc:spChg>
        <pc:picChg chg="mod">
          <ac:chgData name="Valentin Everest (Student at CentraleSupelec)" userId="S::valentin.everest@student-cs.fr::103fe320-5d97-4c12-9fe7-ae15579a3838" providerId="AD" clId="Web-{F3D75026-0D8D-4542-A6AB-556ED730AB53}" dt="2023-03-08T15:47:17.285" v="135" actId="1076"/>
          <ac:picMkLst>
            <pc:docMk/>
            <pc:sldMk cId="1596054046" sldId="299"/>
            <ac:picMk id="3" creationId="{52909F0A-3E69-AFB3-33AE-B1C1FAF45B27}"/>
          </ac:picMkLst>
        </pc:picChg>
        <pc:cxnChg chg="add mod">
          <ac:chgData name="Valentin Everest (Student at CentraleSupelec)" userId="S::valentin.everest@student-cs.fr::103fe320-5d97-4c12-9fe7-ae15579a3838" providerId="AD" clId="Web-{F3D75026-0D8D-4542-A6AB-556ED730AB53}" dt="2023-03-08T15:54:26.750" v="153" actId="1076"/>
          <ac:cxnSpMkLst>
            <pc:docMk/>
            <pc:sldMk cId="1596054046" sldId="299"/>
            <ac:cxnSpMk id="4" creationId="{003C7EFC-C9D0-975C-AAB0-B0E6170A682D}"/>
          </ac:cxnSpMkLst>
        </pc:cxnChg>
      </pc:sldChg>
      <pc:sldChg chg="addSp delSp modSp">
        <pc:chgData name="Valentin Everest (Student at CentraleSupelec)" userId="S::valentin.everest@student-cs.fr::103fe320-5d97-4c12-9fe7-ae15579a3838" providerId="AD" clId="Web-{F3D75026-0D8D-4542-A6AB-556ED730AB53}" dt="2023-03-08T15:57:28.412" v="188" actId="1076"/>
        <pc:sldMkLst>
          <pc:docMk/>
          <pc:sldMk cId="1921551548" sldId="302"/>
        </pc:sldMkLst>
        <pc:spChg chg="add del mod">
          <ac:chgData name="Valentin Everest (Student at CentraleSupelec)" userId="S::valentin.everest@student-cs.fr::103fe320-5d97-4c12-9fe7-ae15579a3838" providerId="AD" clId="Web-{F3D75026-0D8D-4542-A6AB-556ED730AB53}" dt="2023-03-08T15:57:11.849" v="169"/>
          <ac:spMkLst>
            <pc:docMk/>
            <pc:sldMk cId="1921551548" sldId="302"/>
            <ac:spMk id="10" creationId="{E5C3A402-D6EE-949E-BC22-8FF9C5ACB6F0}"/>
          </ac:spMkLst>
        </pc:spChg>
        <pc:spChg chg="add del mod">
          <ac:chgData name="Valentin Everest (Student at CentraleSupelec)" userId="S::valentin.everest@student-cs.fr::103fe320-5d97-4c12-9fe7-ae15579a3838" providerId="AD" clId="Web-{F3D75026-0D8D-4542-A6AB-556ED730AB53}" dt="2023-03-08T15:57:11.849" v="168"/>
          <ac:spMkLst>
            <pc:docMk/>
            <pc:sldMk cId="1921551548" sldId="302"/>
            <ac:spMk id="12" creationId="{D6F9BA33-110D-36B0-5F84-6D2D982130B1}"/>
          </ac:spMkLst>
        </pc:spChg>
        <pc:spChg chg="add del mod">
          <ac:chgData name="Valentin Everest (Student at CentraleSupelec)" userId="S::valentin.everest@student-cs.fr::103fe320-5d97-4c12-9fe7-ae15579a3838" providerId="AD" clId="Web-{F3D75026-0D8D-4542-A6AB-556ED730AB53}" dt="2023-03-08T15:57:11.849" v="167"/>
          <ac:spMkLst>
            <pc:docMk/>
            <pc:sldMk cId="1921551548" sldId="302"/>
            <ac:spMk id="15" creationId="{B8EFDF2D-FEEB-8624-42F2-ECCF36DBD564}"/>
          </ac:spMkLst>
        </pc:spChg>
        <pc:spChg chg="add mod">
          <ac:chgData name="Valentin Everest (Student at CentraleSupelec)" userId="S::valentin.everest@student-cs.fr::103fe320-5d97-4c12-9fe7-ae15579a3838" providerId="AD" clId="Web-{F3D75026-0D8D-4542-A6AB-556ED730AB53}" dt="2023-03-08T15:57:28.349" v="184" actId="1076"/>
          <ac:spMkLst>
            <pc:docMk/>
            <pc:sldMk cId="1921551548" sldId="302"/>
            <ac:spMk id="19" creationId="{90B751E1-70D9-3E43-3BEE-B8A9F5EB855C}"/>
          </ac:spMkLst>
        </pc:spChg>
        <pc:spChg chg="add mod">
          <ac:chgData name="Valentin Everest (Student at CentraleSupelec)" userId="S::valentin.everest@student-cs.fr::103fe320-5d97-4c12-9fe7-ae15579a3838" providerId="AD" clId="Web-{F3D75026-0D8D-4542-A6AB-556ED730AB53}" dt="2023-03-08T15:57:28.365" v="185" actId="1076"/>
          <ac:spMkLst>
            <pc:docMk/>
            <pc:sldMk cId="1921551548" sldId="302"/>
            <ac:spMk id="21" creationId="{987C7941-353D-EF33-433C-76335B6EF5D5}"/>
          </ac:spMkLst>
        </pc:spChg>
        <pc:spChg chg="add mod">
          <ac:chgData name="Valentin Everest (Student at CentraleSupelec)" userId="S::valentin.everest@student-cs.fr::103fe320-5d97-4c12-9fe7-ae15579a3838" providerId="AD" clId="Web-{F3D75026-0D8D-4542-A6AB-556ED730AB53}" dt="2023-03-08T15:57:28.380" v="186" actId="1076"/>
          <ac:spMkLst>
            <pc:docMk/>
            <pc:sldMk cId="1921551548" sldId="302"/>
            <ac:spMk id="23" creationId="{BED66616-122C-A1FA-915F-52A59A4C246E}"/>
          </ac:spMkLst>
        </pc:spChg>
        <pc:spChg chg="add mod">
          <ac:chgData name="Valentin Everest (Student at CentraleSupelec)" userId="S::valentin.everest@student-cs.fr::103fe320-5d97-4c12-9fe7-ae15579a3838" providerId="AD" clId="Web-{F3D75026-0D8D-4542-A6AB-556ED730AB53}" dt="2023-03-08T15:57:28.396" v="187" actId="1076"/>
          <ac:spMkLst>
            <pc:docMk/>
            <pc:sldMk cId="1921551548" sldId="302"/>
            <ac:spMk id="25" creationId="{8F80A594-BEA3-8F67-1CB6-ED1A7E08B201}"/>
          </ac:spMkLst>
        </pc:spChg>
        <pc:spChg chg="add mod">
          <ac:chgData name="Valentin Everest (Student at CentraleSupelec)" userId="S::valentin.everest@student-cs.fr::103fe320-5d97-4c12-9fe7-ae15579a3838" providerId="AD" clId="Web-{F3D75026-0D8D-4542-A6AB-556ED730AB53}" dt="2023-03-08T15:57:28.412" v="188" actId="1076"/>
          <ac:spMkLst>
            <pc:docMk/>
            <pc:sldMk cId="1921551548" sldId="302"/>
            <ac:spMk id="27" creationId="{C192E520-E0F2-7BC3-A555-4CAB53803B74}"/>
          </ac:spMkLst>
        </pc:spChg>
        <pc:cxnChg chg="add del mod">
          <ac:chgData name="Valentin Everest (Student at CentraleSupelec)" userId="S::valentin.everest@student-cs.fr::103fe320-5d97-4c12-9fe7-ae15579a3838" providerId="AD" clId="Web-{F3D75026-0D8D-4542-A6AB-556ED730AB53}" dt="2023-03-08T15:57:11.849" v="170"/>
          <ac:cxnSpMkLst>
            <pc:docMk/>
            <pc:sldMk cId="1921551548" sldId="302"/>
            <ac:cxnSpMk id="3" creationId="{4351112C-08DD-EC34-CE8A-21FDAC5DC34D}"/>
          </ac:cxnSpMkLst>
        </pc:cxnChg>
        <pc:cxnChg chg="add mod">
          <ac:chgData name="Valentin Everest (Student at CentraleSupelec)" userId="S::valentin.everest@student-cs.fr::103fe320-5d97-4c12-9fe7-ae15579a3838" providerId="AD" clId="Web-{F3D75026-0D8D-4542-A6AB-556ED730AB53}" dt="2023-03-08T15:57:28.333" v="183" actId="1076"/>
          <ac:cxnSpMkLst>
            <pc:docMk/>
            <pc:sldMk cId="1921551548" sldId="302"/>
            <ac:cxnSpMk id="17" creationId="{E8A57EF4-00B4-74DF-91B3-BEADCB38CC9F}"/>
          </ac:cxnSpMkLst>
        </pc:cxnChg>
      </pc:sldChg>
    </pc:docChg>
  </pc:docChgLst>
  <pc:docChgLst>
    <pc:chgData name="Flore Bergerot (Student at CentraleSupelec)" userId="S::flore.bergerot@student-cs.fr::9b398b0d-bf0e-40df-a42f-ff8ce2c7c285" providerId="AD" clId="Web-{0DDE20C2-DC8B-445D-A264-5FB36EBF1C54}"/>
    <pc:docChg chg="addSld modSld">
      <pc:chgData name="Flore Bergerot (Student at CentraleSupelec)" userId="S::flore.bergerot@student-cs.fr::9b398b0d-bf0e-40df-a42f-ff8ce2c7c285" providerId="AD" clId="Web-{0DDE20C2-DC8B-445D-A264-5FB36EBF1C54}" dt="2023-02-27T15:27:18.168" v="3"/>
      <pc:docMkLst>
        <pc:docMk/>
      </pc:docMkLst>
      <pc:sldChg chg="addSp delSp add replId">
        <pc:chgData name="Flore Bergerot (Student at CentraleSupelec)" userId="S::flore.bergerot@student-cs.fr::9b398b0d-bf0e-40df-a42f-ff8ce2c7c285" providerId="AD" clId="Web-{0DDE20C2-DC8B-445D-A264-5FB36EBF1C54}" dt="2023-02-27T15:27:18.168" v="3"/>
        <pc:sldMkLst>
          <pc:docMk/>
          <pc:sldMk cId="3159682686" sldId="303"/>
        </pc:sldMkLst>
        <pc:spChg chg="del">
          <ac:chgData name="Flore Bergerot (Student at CentraleSupelec)" userId="S::flore.bergerot@student-cs.fr::9b398b0d-bf0e-40df-a42f-ff8ce2c7c285" providerId="AD" clId="Web-{0DDE20C2-DC8B-445D-A264-5FB36EBF1C54}" dt="2023-02-27T15:27:03.558" v="1"/>
          <ac:spMkLst>
            <pc:docMk/>
            <pc:sldMk cId="3159682686" sldId="303"/>
            <ac:spMk id="4" creationId="{3697FD3C-BABD-A3FE-083A-D7BF649F6321}"/>
          </ac:spMkLst>
        </pc:spChg>
        <pc:spChg chg="add">
          <ac:chgData name="Flore Bergerot (Student at CentraleSupelec)" userId="S::flore.bergerot@student-cs.fr::9b398b0d-bf0e-40df-a42f-ff8ce2c7c285" providerId="AD" clId="Web-{0DDE20C2-DC8B-445D-A264-5FB36EBF1C54}" dt="2023-02-27T15:27:18.168" v="3"/>
          <ac:spMkLst>
            <pc:docMk/>
            <pc:sldMk cId="3159682686" sldId="303"/>
            <ac:spMk id="8" creationId="{DFF3306B-B4C3-85C3-7D1C-28A48B880468}"/>
          </ac:spMkLst>
        </pc:spChg>
        <pc:picChg chg="del">
          <ac:chgData name="Flore Bergerot (Student at CentraleSupelec)" userId="S::flore.bergerot@student-cs.fr::9b398b0d-bf0e-40df-a42f-ff8ce2c7c285" providerId="AD" clId="Web-{0DDE20C2-DC8B-445D-A264-5FB36EBF1C54}" dt="2023-02-27T15:27:05.058" v="2"/>
          <ac:picMkLst>
            <pc:docMk/>
            <pc:sldMk cId="3159682686" sldId="303"/>
            <ac:picMk id="2" creationId="{83257695-48A3-781B-477F-0C93B0925A03}"/>
          </ac:picMkLst>
        </pc:picChg>
      </pc:sldChg>
    </pc:docChg>
  </pc:docChgLst>
  <pc:docChgLst>
    <pc:chgData name="Valentin Everest (Student at CentraleSupelec)" userId="S::valentin.everest@student-cs.fr::103fe320-5d97-4c12-9fe7-ae15579a3838" providerId="AD" clId="Web-{DA1642F6-ACEC-4A7F-BF33-6C9FD85EE94A}"/>
    <pc:docChg chg="modSld">
      <pc:chgData name="Valentin Everest (Student at CentraleSupelec)" userId="S::valentin.everest@student-cs.fr::103fe320-5d97-4c12-9fe7-ae15579a3838" providerId="AD" clId="Web-{DA1642F6-ACEC-4A7F-BF33-6C9FD85EE94A}" dt="2023-03-08T16:03:53.182" v="1" actId="1076"/>
      <pc:docMkLst>
        <pc:docMk/>
      </pc:docMkLst>
      <pc:sldChg chg="modSp">
        <pc:chgData name="Valentin Everest (Student at CentraleSupelec)" userId="S::valentin.everest@student-cs.fr::103fe320-5d97-4c12-9fe7-ae15579a3838" providerId="AD" clId="Web-{DA1642F6-ACEC-4A7F-BF33-6C9FD85EE94A}" dt="2023-03-08T16:03:53.182" v="1" actId="1076"/>
        <pc:sldMkLst>
          <pc:docMk/>
          <pc:sldMk cId="1921551548" sldId="302"/>
        </pc:sldMkLst>
        <pc:spChg chg="mod">
          <ac:chgData name="Valentin Everest (Student at CentraleSupelec)" userId="S::valentin.everest@student-cs.fr::103fe320-5d97-4c12-9fe7-ae15579a3838" providerId="AD" clId="Web-{DA1642F6-ACEC-4A7F-BF33-6C9FD85EE94A}" dt="2023-03-08T16:03:53.182" v="1" actId="1076"/>
          <ac:spMkLst>
            <pc:docMk/>
            <pc:sldMk cId="1921551548" sldId="302"/>
            <ac:spMk id="29" creationId="{B9B5526A-AC6E-CF24-D9D0-5F5EABED81AE}"/>
          </ac:spMkLst>
        </pc:spChg>
      </pc:sldChg>
    </pc:docChg>
  </pc:docChgLst>
  <pc:docChgLst>
    <pc:chgData name="Theodore Paun (Student at CentraleSupelec)" userId="S::andrei-theodore.paun@student-cs.fr::af2f250b-43c5-404c-8c7f-0d6d18de496b" providerId="AD" clId="Web-{A18D88AC-8CC1-4342-A8F4-47F8E44AB533}"/>
    <pc:docChg chg="modSld">
      <pc:chgData name="Theodore Paun (Student at CentraleSupelec)" userId="S::andrei-theodore.paun@student-cs.fr::af2f250b-43c5-404c-8c7f-0d6d18de496b" providerId="AD" clId="Web-{A18D88AC-8CC1-4342-A8F4-47F8E44AB533}" dt="2023-03-08T16:02:10.427" v="101"/>
      <pc:docMkLst>
        <pc:docMk/>
      </pc:docMkLst>
      <pc:sldChg chg="addSp modSp">
        <pc:chgData name="Theodore Paun (Student at CentraleSupelec)" userId="S::andrei-theodore.paun@student-cs.fr::af2f250b-43c5-404c-8c7f-0d6d18de496b" providerId="AD" clId="Web-{A18D88AC-8CC1-4342-A8F4-47F8E44AB533}" dt="2023-03-08T15:58:27.186" v="51" actId="1076"/>
        <pc:sldMkLst>
          <pc:docMk/>
          <pc:sldMk cId="1336084705" sldId="297"/>
        </pc:sldMkLst>
        <pc:spChg chg="add">
          <ac:chgData name="Theodore Paun (Student at CentraleSupelec)" userId="S::andrei-theodore.paun@student-cs.fr::af2f250b-43c5-404c-8c7f-0d6d18de496b" providerId="AD" clId="Web-{A18D88AC-8CC1-4342-A8F4-47F8E44AB533}" dt="2023-03-08T15:57:09.637" v="30"/>
          <ac:spMkLst>
            <pc:docMk/>
            <pc:sldMk cId="1336084705" sldId="297"/>
            <ac:spMk id="10" creationId="{B8EE7BED-D8AE-14E7-218C-5F41EFCC8059}"/>
          </ac:spMkLst>
        </pc:spChg>
        <pc:spChg chg="add">
          <ac:chgData name="Theodore Paun (Student at CentraleSupelec)" userId="S::andrei-theodore.paun@student-cs.fr::af2f250b-43c5-404c-8c7f-0d6d18de496b" providerId="AD" clId="Web-{A18D88AC-8CC1-4342-A8F4-47F8E44AB533}" dt="2023-03-08T15:57:09.652" v="31"/>
          <ac:spMkLst>
            <pc:docMk/>
            <pc:sldMk cId="1336084705" sldId="297"/>
            <ac:spMk id="12" creationId="{838BBFA8-D137-93B5-06FE-21CADF13C8AB}"/>
          </ac:spMkLst>
        </pc:spChg>
        <pc:spChg chg="add">
          <ac:chgData name="Theodore Paun (Student at CentraleSupelec)" userId="S::andrei-theodore.paun@student-cs.fr::af2f250b-43c5-404c-8c7f-0d6d18de496b" providerId="AD" clId="Web-{A18D88AC-8CC1-4342-A8F4-47F8E44AB533}" dt="2023-03-08T15:57:09.668" v="32"/>
          <ac:spMkLst>
            <pc:docMk/>
            <pc:sldMk cId="1336084705" sldId="297"/>
            <ac:spMk id="14" creationId="{A47F2E98-A1B1-7EFF-19EC-D90E7748ECD5}"/>
          </ac:spMkLst>
        </pc:spChg>
        <pc:spChg chg="add">
          <ac:chgData name="Theodore Paun (Student at CentraleSupelec)" userId="S::andrei-theodore.paun@student-cs.fr::af2f250b-43c5-404c-8c7f-0d6d18de496b" providerId="AD" clId="Web-{A18D88AC-8CC1-4342-A8F4-47F8E44AB533}" dt="2023-03-08T15:57:09.684" v="33"/>
          <ac:spMkLst>
            <pc:docMk/>
            <pc:sldMk cId="1336084705" sldId="297"/>
            <ac:spMk id="16" creationId="{71A01BCA-2F6A-CE47-09F5-8043B2F441CC}"/>
          </ac:spMkLst>
        </pc:spChg>
        <pc:spChg chg="add mod">
          <ac:chgData name="Theodore Paun (Student at CentraleSupelec)" userId="S::andrei-theodore.paun@student-cs.fr::af2f250b-43c5-404c-8c7f-0d6d18de496b" providerId="AD" clId="Web-{A18D88AC-8CC1-4342-A8F4-47F8E44AB533}" dt="2023-03-08T15:58:27.186" v="51" actId="1076"/>
          <ac:spMkLst>
            <pc:docMk/>
            <pc:sldMk cId="1336084705" sldId="297"/>
            <ac:spMk id="18" creationId="{C979C50E-64D0-FC4D-EB04-F59EC27E4679}"/>
          </ac:spMkLst>
        </pc:spChg>
        <pc:spChg chg="mod">
          <ac:chgData name="Theodore Paun (Student at CentraleSupelec)" userId="S::andrei-theodore.paun@student-cs.fr::af2f250b-43c5-404c-8c7f-0d6d18de496b" providerId="AD" clId="Web-{A18D88AC-8CC1-4342-A8F4-47F8E44AB533}" dt="2023-03-08T15:57:56.279" v="49" actId="20577"/>
          <ac:spMkLst>
            <pc:docMk/>
            <pc:sldMk cId="1336084705" sldId="297"/>
            <ac:spMk id="101" creationId="{00000000-0000-0000-0000-000000000000}"/>
          </ac:spMkLst>
        </pc:spChg>
        <pc:picChg chg="mod">
          <ac:chgData name="Theodore Paun (Student at CentraleSupelec)" userId="S::andrei-theodore.paun@student-cs.fr::af2f250b-43c5-404c-8c7f-0d6d18de496b" providerId="AD" clId="Web-{A18D88AC-8CC1-4342-A8F4-47F8E44AB533}" dt="2023-03-08T15:57:43.935" v="46" actId="1076"/>
          <ac:picMkLst>
            <pc:docMk/>
            <pc:sldMk cId="1336084705" sldId="297"/>
            <ac:picMk id="3" creationId="{D6D44D4B-26B6-C281-4FB7-5247AC276338}"/>
          </ac:picMkLst>
        </pc:picChg>
        <pc:cxnChg chg="add">
          <ac:chgData name="Theodore Paun (Student at CentraleSupelec)" userId="S::andrei-theodore.paun@student-cs.fr::af2f250b-43c5-404c-8c7f-0d6d18de496b" providerId="AD" clId="Web-{A18D88AC-8CC1-4342-A8F4-47F8E44AB533}" dt="2023-03-08T15:57:09.605" v="29"/>
          <ac:cxnSpMkLst>
            <pc:docMk/>
            <pc:sldMk cId="1336084705" sldId="297"/>
            <ac:cxnSpMk id="4" creationId="{CA607CB0-C423-3699-0EA6-3E29BAD949FB}"/>
          </ac:cxnSpMkLst>
        </pc:cxnChg>
      </pc:sldChg>
      <pc:sldChg chg="addSp delSp modSp">
        <pc:chgData name="Theodore Paun (Student at CentraleSupelec)" userId="S::andrei-theodore.paun@student-cs.fr::af2f250b-43c5-404c-8c7f-0d6d18de496b" providerId="AD" clId="Web-{A18D88AC-8CC1-4342-A8F4-47F8E44AB533}" dt="2023-03-08T15:58:32.967" v="52" actId="1076"/>
        <pc:sldMkLst>
          <pc:docMk/>
          <pc:sldMk cId="175661928" sldId="298"/>
        </pc:sldMkLst>
        <pc:spChg chg="add del">
          <ac:chgData name="Theodore Paun (Student at CentraleSupelec)" userId="S::andrei-theodore.paun@student-cs.fr::af2f250b-43c5-404c-8c7f-0d6d18de496b" providerId="AD" clId="Web-{A18D88AC-8CC1-4342-A8F4-47F8E44AB533}" dt="2023-03-08T15:55:35.681" v="8"/>
          <ac:spMkLst>
            <pc:docMk/>
            <pc:sldMk cId="175661928" sldId="298"/>
            <ac:spMk id="10" creationId="{74EA49D5-452D-5B79-FC3C-7BB78B36DAAC}"/>
          </ac:spMkLst>
        </pc:spChg>
        <pc:spChg chg="add del">
          <ac:chgData name="Theodore Paun (Student at CentraleSupelec)" userId="S::andrei-theodore.paun@student-cs.fr::af2f250b-43c5-404c-8c7f-0d6d18de496b" providerId="AD" clId="Web-{A18D88AC-8CC1-4342-A8F4-47F8E44AB533}" dt="2023-03-08T15:55:35.681" v="7"/>
          <ac:spMkLst>
            <pc:docMk/>
            <pc:sldMk cId="175661928" sldId="298"/>
            <ac:spMk id="12" creationId="{52B5F74C-59F9-340C-A020-18CD14A5F693}"/>
          </ac:spMkLst>
        </pc:spChg>
        <pc:spChg chg="add del">
          <ac:chgData name="Theodore Paun (Student at CentraleSupelec)" userId="S::andrei-theodore.paun@student-cs.fr::af2f250b-43c5-404c-8c7f-0d6d18de496b" providerId="AD" clId="Web-{A18D88AC-8CC1-4342-A8F4-47F8E44AB533}" dt="2023-03-08T15:55:35.681" v="6"/>
          <ac:spMkLst>
            <pc:docMk/>
            <pc:sldMk cId="175661928" sldId="298"/>
            <ac:spMk id="14" creationId="{78A139C5-8837-A0FD-E1BA-511817A7F50F}"/>
          </ac:spMkLst>
        </pc:spChg>
        <pc:spChg chg="add mod">
          <ac:chgData name="Theodore Paun (Student at CentraleSupelec)" userId="S::andrei-theodore.paun@student-cs.fr::af2f250b-43c5-404c-8c7f-0d6d18de496b" providerId="AD" clId="Web-{A18D88AC-8CC1-4342-A8F4-47F8E44AB533}" dt="2023-03-08T15:56:03.041" v="16" actId="20577"/>
          <ac:spMkLst>
            <pc:docMk/>
            <pc:sldMk cId="175661928" sldId="298"/>
            <ac:spMk id="18" creationId="{37A72C4B-FA7C-BE17-9FB5-32BE7F438F08}"/>
          </ac:spMkLst>
        </pc:spChg>
        <pc:spChg chg="add">
          <ac:chgData name="Theodore Paun (Student at CentraleSupelec)" userId="S::andrei-theodore.paun@student-cs.fr::af2f250b-43c5-404c-8c7f-0d6d18de496b" providerId="AD" clId="Web-{A18D88AC-8CC1-4342-A8F4-47F8E44AB533}" dt="2023-03-08T15:55:56.556" v="13"/>
          <ac:spMkLst>
            <pc:docMk/>
            <pc:sldMk cId="175661928" sldId="298"/>
            <ac:spMk id="20" creationId="{60EB61E7-2987-506F-D201-3F3160505A71}"/>
          </ac:spMkLst>
        </pc:spChg>
        <pc:spChg chg="add">
          <ac:chgData name="Theodore Paun (Student at CentraleSupelec)" userId="S::andrei-theodore.paun@student-cs.fr::af2f250b-43c5-404c-8c7f-0d6d18de496b" providerId="AD" clId="Web-{A18D88AC-8CC1-4342-A8F4-47F8E44AB533}" dt="2023-03-08T15:55:56.588" v="14"/>
          <ac:spMkLst>
            <pc:docMk/>
            <pc:sldMk cId="175661928" sldId="298"/>
            <ac:spMk id="22" creationId="{53C1A57A-D3EC-EC4E-7BF9-188D4DBE20FC}"/>
          </ac:spMkLst>
        </pc:spChg>
        <pc:spChg chg="add">
          <ac:chgData name="Theodore Paun (Student at CentraleSupelec)" userId="S::andrei-theodore.paun@student-cs.fr::af2f250b-43c5-404c-8c7f-0d6d18de496b" providerId="AD" clId="Web-{A18D88AC-8CC1-4342-A8F4-47F8E44AB533}" dt="2023-03-08T15:55:56.603" v="15"/>
          <ac:spMkLst>
            <pc:docMk/>
            <pc:sldMk cId="175661928" sldId="298"/>
            <ac:spMk id="24" creationId="{9D9C2118-64E8-F88A-F36A-C64998FE0878}"/>
          </ac:spMkLst>
        </pc:spChg>
        <pc:spChg chg="add mod">
          <ac:chgData name="Theodore Paun (Student at CentraleSupelec)" userId="S::andrei-theodore.paun@student-cs.fr::af2f250b-43c5-404c-8c7f-0d6d18de496b" providerId="AD" clId="Web-{A18D88AC-8CC1-4342-A8F4-47F8E44AB533}" dt="2023-03-08T15:58:32.967" v="52" actId="1076"/>
          <ac:spMkLst>
            <pc:docMk/>
            <pc:sldMk cId="175661928" sldId="298"/>
            <ac:spMk id="26" creationId="{543F932F-A8BD-FF32-7F06-F61A50CC908F}"/>
          </ac:spMkLst>
        </pc:spChg>
        <pc:spChg chg="mod">
          <ac:chgData name="Theodore Paun (Student at CentraleSupelec)" userId="S::andrei-theodore.paun@student-cs.fr::af2f250b-43c5-404c-8c7f-0d6d18de496b" providerId="AD" clId="Web-{A18D88AC-8CC1-4342-A8F4-47F8E44AB533}" dt="2023-03-08T15:56:46.495" v="22" actId="1076"/>
          <ac:spMkLst>
            <pc:docMk/>
            <pc:sldMk cId="175661928" sldId="298"/>
            <ac:spMk id="101" creationId="{00000000-0000-0000-0000-000000000000}"/>
          </ac:spMkLst>
        </pc:spChg>
        <pc:cxnChg chg="add del">
          <ac:chgData name="Theodore Paun (Student at CentraleSupelec)" userId="S::andrei-theodore.paun@student-cs.fr::af2f250b-43c5-404c-8c7f-0d6d18de496b" providerId="AD" clId="Web-{A18D88AC-8CC1-4342-A8F4-47F8E44AB533}" dt="2023-03-08T15:55:35.681" v="9"/>
          <ac:cxnSpMkLst>
            <pc:docMk/>
            <pc:sldMk cId="175661928" sldId="298"/>
            <ac:cxnSpMk id="4" creationId="{9DB8C385-2F08-2E24-D58D-2883C03F3120}"/>
          </ac:cxnSpMkLst>
        </pc:cxnChg>
        <pc:cxnChg chg="add">
          <ac:chgData name="Theodore Paun (Student at CentraleSupelec)" userId="S::andrei-theodore.paun@student-cs.fr::af2f250b-43c5-404c-8c7f-0d6d18de496b" providerId="AD" clId="Web-{A18D88AC-8CC1-4342-A8F4-47F8E44AB533}" dt="2023-03-08T15:55:56.525" v="11"/>
          <ac:cxnSpMkLst>
            <pc:docMk/>
            <pc:sldMk cId="175661928" sldId="298"/>
            <ac:cxnSpMk id="16" creationId="{4982912C-1CE2-094A-82CB-BF192C29679B}"/>
          </ac:cxnSpMkLst>
        </pc:cxnChg>
      </pc:sldChg>
      <pc:sldChg chg="modSp">
        <pc:chgData name="Theodore Paun (Student at CentraleSupelec)" userId="S::andrei-theodore.paun@student-cs.fr::af2f250b-43c5-404c-8c7f-0d6d18de496b" providerId="AD" clId="Web-{A18D88AC-8CC1-4342-A8F4-47F8E44AB533}" dt="2023-03-08T15:55:11.836" v="1" actId="1076"/>
        <pc:sldMkLst>
          <pc:docMk/>
          <pc:sldMk cId="1596054046" sldId="299"/>
        </pc:sldMkLst>
        <pc:spChg chg="mod">
          <ac:chgData name="Theodore Paun (Student at CentraleSupelec)" userId="S::andrei-theodore.paun@student-cs.fr::af2f250b-43c5-404c-8c7f-0d6d18de496b" providerId="AD" clId="Web-{A18D88AC-8CC1-4342-A8F4-47F8E44AB533}" dt="2023-03-08T15:55:11.836" v="1" actId="1076"/>
          <ac:spMkLst>
            <pc:docMk/>
            <pc:sldMk cId="1596054046" sldId="299"/>
            <ac:spMk id="14" creationId="{A69A65C9-0FD4-1E49-570F-808BE19D6B2D}"/>
          </ac:spMkLst>
        </pc:spChg>
      </pc:sldChg>
      <pc:sldChg chg="addSp delSp modSp">
        <pc:chgData name="Theodore Paun (Student at CentraleSupelec)" userId="S::andrei-theodore.paun@student-cs.fr::af2f250b-43c5-404c-8c7f-0d6d18de496b" providerId="AD" clId="Web-{A18D88AC-8CC1-4342-A8F4-47F8E44AB533}" dt="2023-03-08T16:02:10.427" v="101"/>
        <pc:sldMkLst>
          <pc:docMk/>
          <pc:sldMk cId="1921551548" sldId="302"/>
        </pc:sldMkLst>
        <pc:spChg chg="add">
          <ac:chgData name="Theodore Paun (Student at CentraleSupelec)" userId="S::andrei-theodore.paun@student-cs.fr::af2f250b-43c5-404c-8c7f-0d6d18de496b" providerId="AD" clId="Web-{A18D88AC-8CC1-4342-A8F4-47F8E44AB533}" dt="2023-03-08T16:02:03.161" v="97"/>
          <ac:spMkLst>
            <pc:docMk/>
            <pc:sldMk cId="1921551548" sldId="302"/>
            <ac:spMk id="13" creationId="{DEB32CA7-DF4E-F7EE-4CB9-821ABD5DA1F2}"/>
          </ac:spMkLst>
        </pc:spChg>
        <pc:spChg chg="mod">
          <ac:chgData name="Theodore Paun (Student at CentraleSupelec)" userId="S::andrei-theodore.paun@student-cs.fr::af2f250b-43c5-404c-8c7f-0d6d18de496b" providerId="AD" clId="Web-{A18D88AC-8CC1-4342-A8F4-47F8E44AB533}" dt="2023-03-08T16:00:59.862" v="59" actId="20577"/>
          <ac:spMkLst>
            <pc:docMk/>
            <pc:sldMk cId="1921551548" sldId="302"/>
            <ac:spMk id="14" creationId="{A69A65C9-0FD4-1E49-570F-808BE19D6B2D}"/>
          </ac:spMkLst>
        </pc:spChg>
        <pc:spChg chg="add">
          <ac:chgData name="Theodore Paun (Student at CentraleSupelec)" userId="S::andrei-theodore.paun@student-cs.fr::af2f250b-43c5-404c-8c7f-0d6d18de496b" providerId="AD" clId="Web-{A18D88AC-8CC1-4342-A8F4-47F8E44AB533}" dt="2023-03-08T16:02:03.177" v="98"/>
          <ac:spMkLst>
            <pc:docMk/>
            <pc:sldMk cId="1921551548" sldId="302"/>
            <ac:spMk id="18" creationId="{EF22A8B4-B382-5563-7FB1-C59131CB9F9C}"/>
          </ac:spMkLst>
        </pc:spChg>
        <pc:spChg chg="del mod">
          <ac:chgData name="Theodore Paun (Student at CentraleSupelec)" userId="S::andrei-theodore.paun@student-cs.fr::af2f250b-43c5-404c-8c7f-0d6d18de496b" providerId="AD" clId="Web-{A18D88AC-8CC1-4342-A8F4-47F8E44AB533}" dt="2023-03-08T16:02:02.302" v="94"/>
          <ac:spMkLst>
            <pc:docMk/>
            <pc:sldMk cId="1921551548" sldId="302"/>
            <ac:spMk id="19" creationId="{90B751E1-70D9-3E43-3BEE-B8A9F5EB855C}"/>
          </ac:spMkLst>
        </pc:spChg>
        <pc:spChg chg="del mod">
          <ac:chgData name="Theodore Paun (Student at CentraleSupelec)" userId="S::andrei-theodore.paun@student-cs.fr::af2f250b-43c5-404c-8c7f-0d6d18de496b" providerId="AD" clId="Web-{A18D88AC-8CC1-4342-A8F4-47F8E44AB533}" dt="2023-03-08T16:02:02.302" v="93"/>
          <ac:spMkLst>
            <pc:docMk/>
            <pc:sldMk cId="1921551548" sldId="302"/>
            <ac:spMk id="21" creationId="{987C7941-353D-EF33-433C-76335B6EF5D5}"/>
          </ac:spMkLst>
        </pc:spChg>
        <pc:spChg chg="add">
          <ac:chgData name="Theodore Paun (Student at CentraleSupelec)" userId="S::andrei-theodore.paun@student-cs.fr::af2f250b-43c5-404c-8c7f-0d6d18de496b" providerId="AD" clId="Web-{A18D88AC-8CC1-4342-A8F4-47F8E44AB533}" dt="2023-03-08T16:02:03.192" v="99"/>
          <ac:spMkLst>
            <pc:docMk/>
            <pc:sldMk cId="1921551548" sldId="302"/>
            <ac:spMk id="22" creationId="{3401C185-7722-6D65-4D81-FB95676F4858}"/>
          </ac:spMkLst>
        </pc:spChg>
        <pc:spChg chg="del mod">
          <ac:chgData name="Theodore Paun (Student at CentraleSupelec)" userId="S::andrei-theodore.paun@student-cs.fr::af2f250b-43c5-404c-8c7f-0d6d18de496b" providerId="AD" clId="Web-{A18D88AC-8CC1-4342-A8F4-47F8E44AB533}" dt="2023-03-08T16:02:02.302" v="92"/>
          <ac:spMkLst>
            <pc:docMk/>
            <pc:sldMk cId="1921551548" sldId="302"/>
            <ac:spMk id="23" creationId="{BED66616-122C-A1FA-915F-52A59A4C246E}"/>
          </ac:spMkLst>
        </pc:spChg>
        <pc:spChg chg="del mod">
          <ac:chgData name="Theodore Paun (Student at CentraleSupelec)" userId="S::andrei-theodore.paun@student-cs.fr::af2f250b-43c5-404c-8c7f-0d6d18de496b" providerId="AD" clId="Web-{A18D88AC-8CC1-4342-A8F4-47F8E44AB533}" dt="2023-03-08T16:02:02.302" v="91"/>
          <ac:spMkLst>
            <pc:docMk/>
            <pc:sldMk cId="1921551548" sldId="302"/>
            <ac:spMk id="25" creationId="{8F80A594-BEA3-8F67-1CB6-ED1A7E08B201}"/>
          </ac:spMkLst>
        </pc:spChg>
        <pc:spChg chg="add">
          <ac:chgData name="Theodore Paun (Student at CentraleSupelec)" userId="S::andrei-theodore.paun@student-cs.fr::af2f250b-43c5-404c-8c7f-0d6d18de496b" providerId="AD" clId="Web-{A18D88AC-8CC1-4342-A8F4-47F8E44AB533}" dt="2023-03-08T16:02:03.208" v="100"/>
          <ac:spMkLst>
            <pc:docMk/>
            <pc:sldMk cId="1921551548" sldId="302"/>
            <ac:spMk id="26" creationId="{4D725290-BEC9-ED68-6142-1D6C9C217802}"/>
          </ac:spMkLst>
        </pc:spChg>
        <pc:spChg chg="del mod">
          <ac:chgData name="Theodore Paun (Student at CentraleSupelec)" userId="S::andrei-theodore.paun@student-cs.fr::af2f250b-43c5-404c-8c7f-0d6d18de496b" providerId="AD" clId="Web-{A18D88AC-8CC1-4342-A8F4-47F8E44AB533}" dt="2023-03-08T16:02:02.286" v="90"/>
          <ac:spMkLst>
            <pc:docMk/>
            <pc:sldMk cId="1921551548" sldId="302"/>
            <ac:spMk id="27" creationId="{C192E520-E0F2-7BC3-A555-4CAB53803B74}"/>
          </ac:spMkLst>
        </pc:spChg>
        <pc:spChg chg="add">
          <ac:chgData name="Theodore Paun (Student at CentraleSupelec)" userId="S::andrei-theodore.paun@student-cs.fr::af2f250b-43c5-404c-8c7f-0d6d18de496b" providerId="AD" clId="Web-{A18D88AC-8CC1-4342-A8F4-47F8E44AB533}" dt="2023-03-08T16:02:10.427" v="101"/>
          <ac:spMkLst>
            <pc:docMk/>
            <pc:sldMk cId="1921551548" sldId="302"/>
            <ac:spMk id="29" creationId="{B9B5526A-AC6E-CF24-D9D0-5F5EABED81AE}"/>
          </ac:spMkLst>
        </pc:spChg>
        <pc:cxnChg chg="add">
          <ac:chgData name="Theodore Paun (Student at CentraleSupelec)" userId="S::andrei-theodore.paun@student-cs.fr::af2f250b-43c5-404c-8c7f-0d6d18de496b" providerId="AD" clId="Web-{A18D88AC-8CC1-4342-A8F4-47F8E44AB533}" dt="2023-03-08T16:02:03.146" v="96"/>
          <ac:cxnSpMkLst>
            <pc:docMk/>
            <pc:sldMk cId="1921551548" sldId="302"/>
            <ac:cxnSpMk id="9" creationId="{FD1D677C-F8EF-5E00-8478-79127091C0F9}"/>
          </ac:cxnSpMkLst>
        </pc:cxnChg>
        <pc:cxnChg chg="del mod">
          <ac:chgData name="Theodore Paun (Student at CentraleSupelec)" userId="S::andrei-theodore.paun@student-cs.fr::af2f250b-43c5-404c-8c7f-0d6d18de496b" providerId="AD" clId="Web-{A18D88AC-8CC1-4342-A8F4-47F8E44AB533}" dt="2023-03-08T16:02:02.302" v="95"/>
          <ac:cxnSpMkLst>
            <pc:docMk/>
            <pc:sldMk cId="1921551548" sldId="302"/>
            <ac:cxnSpMk id="17" creationId="{E8A57EF4-00B4-74DF-91B3-BEADCB38CC9F}"/>
          </ac:cxnSpMkLst>
        </pc:cxnChg>
      </pc:sldChg>
    </pc:docChg>
  </pc:docChgLst>
  <pc:docChgLst>
    <pc:chgData name="Flore Bergerot (Student at CentraleSupelec)" userId="S::flore.bergerot@student-cs.fr::9b398b0d-bf0e-40df-a42f-ff8ce2c7c285" providerId="AD" clId="Web-{9A41E3F1-487D-4158-8901-61C284C9133B}"/>
    <pc:docChg chg="modSld">
      <pc:chgData name="Flore Bergerot (Student at CentraleSupelec)" userId="S::flore.bergerot@student-cs.fr::9b398b0d-bf0e-40df-a42f-ff8ce2c7c285" providerId="AD" clId="Web-{9A41E3F1-487D-4158-8901-61C284C9133B}" dt="2023-03-29T08:01:50.733" v="0" actId="1076"/>
      <pc:docMkLst>
        <pc:docMk/>
      </pc:docMkLst>
      <pc:sldChg chg="modSp">
        <pc:chgData name="Flore Bergerot (Student at CentraleSupelec)" userId="S::flore.bergerot@student-cs.fr::9b398b0d-bf0e-40df-a42f-ff8ce2c7c285" providerId="AD" clId="Web-{9A41E3F1-487D-4158-8901-61C284C9133B}" dt="2023-03-29T08:01:50.733" v="0" actId="1076"/>
        <pc:sldMkLst>
          <pc:docMk/>
          <pc:sldMk cId="3159682686" sldId="303"/>
        </pc:sldMkLst>
        <pc:spChg chg="mod">
          <ac:chgData name="Flore Bergerot (Student at CentraleSupelec)" userId="S::flore.bergerot@student-cs.fr::9b398b0d-bf0e-40df-a42f-ff8ce2c7c285" providerId="AD" clId="Web-{9A41E3F1-487D-4158-8901-61C284C9133B}" dt="2023-03-29T08:01:50.733" v="0" actId="1076"/>
          <ac:spMkLst>
            <pc:docMk/>
            <pc:sldMk cId="3159682686" sldId="303"/>
            <ac:spMk id="19" creationId="{D337F2D3-C9F7-2B1A-AC8A-A56F245A30C0}"/>
          </ac:spMkLst>
        </pc:spChg>
      </pc:sldChg>
    </pc:docChg>
  </pc:docChgLst>
  <pc:docChgLst>
    <pc:chgData name="Louis Dupont (Student at CentraleSupelec)" userId="S::louis.dupont@student-cs.fr::687fdefc-11b0-4eb9-bd08-c0f42067fdf3" providerId="AD" clId="Web-{14DB7326-6A06-45C3-B887-F5FA7DE93136}"/>
    <pc:docChg chg="modSld">
      <pc:chgData name="Louis Dupont (Student at CentraleSupelec)" userId="S::louis.dupont@student-cs.fr::687fdefc-11b0-4eb9-bd08-c0f42067fdf3" providerId="AD" clId="Web-{14DB7326-6A06-45C3-B887-F5FA7DE93136}" dt="2023-03-06T14:10:46.171" v="58" actId="14100"/>
      <pc:docMkLst>
        <pc:docMk/>
      </pc:docMkLst>
      <pc:sldChg chg="modSp">
        <pc:chgData name="Louis Dupont (Student at CentraleSupelec)" userId="S::louis.dupont@student-cs.fr::687fdefc-11b0-4eb9-bd08-c0f42067fdf3" providerId="AD" clId="Web-{14DB7326-6A06-45C3-B887-F5FA7DE93136}" dt="2023-03-06T14:10:09.654" v="43" actId="14100"/>
        <pc:sldMkLst>
          <pc:docMk/>
          <pc:sldMk cId="2595012187" sldId="296"/>
        </pc:sldMkLst>
        <pc:spChg chg="mod">
          <ac:chgData name="Louis Dupont (Student at CentraleSupelec)" userId="S::louis.dupont@student-cs.fr::687fdefc-11b0-4eb9-bd08-c0f42067fdf3" providerId="AD" clId="Web-{14DB7326-6A06-45C3-B887-F5FA7DE93136}" dt="2023-03-06T14:10:09.654" v="43" actId="14100"/>
          <ac:spMkLst>
            <pc:docMk/>
            <pc:sldMk cId="2595012187" sldId="296"/>
            <ac:spMk id="3" creationId="{836C6E4F-1A95-D44B-0DFB-93CC56D2AAF2}"/>
          </ac:spMkLst>
        </pc:spChg>
      </pc:sldChg>
      <pc:sldChg chg="modSp">
        <pc:chgData name="Louis Dupont (Student at CentraleSupelec)" userId="S::louis.dupont@student-cs.fr::687fdefc-11b0-4eb9-bd08-c0f42067fdf3" providerId="AD" clId="Web-{14DB7326-6A06-45C3-B887-F5FA7DE93136}" dt="2023-03-06T14:10:29.389" v="50" actId="20577"/>
        <pc:sldMkLst>
          <pc:docMk/>
          <pc:sldMk cId="1336084705" sldId="297"/>
        </pc:sldMkLst>
        <pc:spChg chg="mod">
          <ac:chgData name="Louis Dupont (Student at CentraleSupelec)" userId="S::louis.dupont@student-cs.fr::687fdefc-11b0-4eb9-bd08-c0f42067fdf3" providerId="AD" clId="Web-{14DB7326-6A06-45C3-B887-F5FA7DE93136}" dt="2023-03-06T14:10:29.389" v="50" actId="20577"/>
          <ac:spMkLst>
            <pc:docMk/>
            <pc:sldMk cId="1336084705" sldId="297"/>
            <ac:spMk id="8" creationId="{FF42EF75-85C8-449D-9E3F-3EDD329FF0E4}"/>
          </ac:spMkLst>
        </pc:spChg>
      </pc:sldChg>
      <pc:sldChg chg="modSp">
        <pc:chgData name="Louis Dupont (Student at CentraleSupelec)" userId="S::louis.dupont@student-cs.fr::687fdefc-11b0-4eb9-bd08-c0f42067fdf3" providerId="AD" clId="Web-{14DB7326-6A06-45C3-B887-F5FA7DE93136}" dt="2023-03-06T14:10:39.874" v="56" actId="20577"/>
        <pc:sldMkLst>
          <pc:docMk/>
          <pc:sldMk cId="175661928" sldId="298"/>
        </pc:sldMkLst>
        <pc:spChg chg="mod">
          <ac:chgData name="Louis Dupont (Student at CentraleSupelec)" userId="S::louis.dupont@student-cs.fr::687fdefc-11b0-4eb9-bd08-c0f42067fdf3" providerId="AD" clId="Web-{14DB7326-6A06-45C3-B887-F5FA7DE93136}" dt="2023-03-06T14:10:39.874" v="56" actId="20577"/>
          <ac:spMkLst>
            <pc:docMk/>
            <pc:sldMk cId="175661928" sldId="298"/>
            <ac:spMk id="8" creationId="{FF42EF75-85C8-449D-9E3F-3EDD329FF0E4}"/>
          </ac:spMkLst>
        </pc:spChg>
      </pc:sldChg>
      <pc:sldChg chg="modSp">
        <pc:chgData name="Louis Dupont (Student at CentraleSupelec)" userId="S::louis.dupont@student-cs.fr::687fdefc-11b0-4eb9-bd08-c0f42067fdf3" providerId="AD" clId="Web-{14DB7326-6A06-45C3-B887-F5FA7DE93136}" dt="2023-03-06T14:09:46.138" v="39" actId="1076"/>
        <pc:sldMkLst>
          <pc:docMk/>
          <pc:sldMk cId="1921551548" sldId="302"/>
        </pc:sldMkLst>
        <pc:spChg chg="mod">
          <ac:chgData name="Louis Dupont (Student at CentraleSupelec)" userId="S::louis.dupont@student-cs.fr::687fdefc-11b0-4eb9-bd08-c0f42067fdf3" providerId="AD" clId="Web-{14DB7326-6A06-45C3-B887-F5FA7DE93136}" dt="2023-03-06T14:09:46.138" v="39" actId="1076"/>
          <ac:spMkLst>
            <pc:docMk/>
            <pc:sldMk cId="1921551548" sldId="302"/>
            <ac:spMk id="8" creationId="{FF42EF75-85C8-449D-9E3F-3EDD329FF0E4}"/>
          </ac:spMkLst>
        </pc:spChg>
      </pc:sldChg>
      <pc:sldChg chg="modSp">
        <pc:chgData name="Louis Dupont (Student at CentraleSupelec)" userId="S::louis.dupont@student-cs.fr::687fdefc-11b0-4eb9-bd08-c0f42067fdf3" providerId="AD" clId="Web-{14DB7326-6A06-45C3-B887-F5FA7DE93136}" dt="2023-03-06T14:10:19.280" v="45" actId="14100"/>
        <pc:sldMkLst>
          <pc:docMk/>
          <pc:sldMk cId="3159682686" sldId="303"/>
        </pc:sldMkLst>
        <pc:spChg chg="mod">
          <ac:chgData name="Louis Dupont (Student at CentraleSupelec)" userId="S::louis.dupont@student-cs.fr::687fdefc-11b0-4eb9-bd08-c0f42067fdf3" providerId="AD" clId="Web-{14DB7326-6A06-45C3-B887-F5FA7DE93136}" dt="2023-03-06T14:10:19.280" v="45" actId="14100"/>
          <ac:spMkLst>
            <pc:docMk/>
            <pc:sldMk cId="3159682686" sldId="303"/>
            <ac:spMk id="8" creationId="{DFF3306B-B4C3-85C3-7D1C-28A48B880468}"/>
          </ac:spMkLst>
        </pc:spChg>
      </pc:sldChg>
      <pc:sldChg chg="modSp">
        <pc:chgData name="Louis Dupont (Student at CentraleSupelec)" userId="S::louis.dupont@student-cs.fr::687fdefc-11b0-4eb9-bd08-c0f42067fdf3" providerId="AD" clId="Web-{14DB7326-6A06-45C3-B887-F5FA7DE93136}" dt="2023-03-06T14:10:46.171" v="58" actId="14100"/>
        <pc:sldMkLst>
          <pc:docMk/>
          <pc:sldMk cId="595686206" sldId="304"/>
        </pc:sldMkLst>
        <pc:spChg chg="mod">
          <ac:chgData name="Louis Dupont (Student at CentraleSupelec)" userId="S::louis.dupont@student-cs.fr::687fdefc-11b0-4eb9-bd08-c0f42067fdf3" providerId="AD" clId="Web-{14DB7326-6A06-45C3-B887-F5FA7DE93136}" dt="2023-03-06T14:10:46.171" v="58" actId="14100"/>
          <ac:spMkLst>
            <pc:docMk/>
            <pc:sldMk cId="595686206" sldId="304"/>
            <ac:spMk id="2" creationId="{8067ECE2-8EA0-0270-4D3F-4A8848C77178}"/>
          </ac:spMkLst>
        </pc:spChg>
      </pc:sldChg>
    </pc:docChg>
  </pc:docChgLst>
  <pc:docChgLst>
    <pc:chgData name="Valentin Everest (Student at CentraleSupelec)" userId="S::valentin.everest@student-cs.fr::103fe320-5d97-4c12-9fe7-ae15579a3838" providerId="AD" clId="Web-{4FC48EC6-5D5D-4648-89CA-389C2D75A1E2}"/>
    <pc:docChg chg="modSld">
      <pc:chgData name="Valentin Everest (Student at CentraleSupelec)" userId="S::valentin.everest@student-cs.fr::103fe320-5d97-4c12-9fe7-ae15579a3838" providerId="AD" clId="Web-{4FC48EC6-5D5D-4648-89CA-389C2D75A1E2}" dt="2023-02-27T13:43:06.172" v="276" actId="20577"/>
      <pc:docMkLst>
        <pc:docMk/>
      </pc:docMkLst>
      <pc:sldChg chg="modSp">
        <pc:chgData name="Valentin Everest (Student at CentraleSupelec)" userId="S::valentin.everest@student-cs.fr::103fe320-5d97-4c12-9fe7-ae15579a3838" providerId="AD" clId="Web-{4FC48EC6-5D5D-4648-89CA-389C2D75A1E2}" dt="2023-02-27T13:40:23.700" v="98" actId="20577"/>
        <pc:sldMkLst>
          <pc:docMk/>
          <pc:sldMk cId="1596054046" sldId="299"/>
        </pc:sldMkLst>
        <pc:spChg chg="mod">
          <ac:chgData name="Valentin Everest (Student at CentraleSupelec)" userId="S::valentin.everest@student-cs.fr::103fe320-5d97-4c12-9fe7-ae15579a3838" providerId="AD" clId="Web-{4FC48EC6-5D5D-4648-89CA-389C2D75A1E2}" dt="2023-02-27T13:40:23.700" v="98" actId="20577"/>
          <ac:spMkLst>
            <pc:docMk/>
            <pc:sldMk cId="1596054046" sldId="299"/>
            <ac:spMk id="14" creationId="{A69A65C9-0FD4-1E49-570F-808BE19D6B2D}"/>
          </ac:spMkLst>
        </pc:spChg>
        <pc:picChg chg="mod">
          <ac:chgData name="Valentin Everest (Student at CentraleSupelec)" userId="S::valentin.everest@student-cs.fr::103fe320-5d97-4c12-9fe7-ae15579a3838" providerId="AD" clId="Web-{4FC48EC6-5D5D-4648-89CA-389C2D75A1E2}" dt="2023-02-27T13:40:14.075" v="95" actId="1076"/>
          <ac:picMkLst>
            <pc:docMk/>
            <pc:sldMk cId="1596054046" sldId="299"/>
            <ac:picMk id="15" creationId="{7E39E7A9-9141-BCD9-3BC3-1C6585F82E07}"/>
          </ac:picMkLst>
        </pc:picChg>
        <pc:picChg chg="mod">
          <ac:chgData name="Valentin Everest (Student at CentraleSupelec)" userId="S::valentin.everest@student-cs.fr::103fe320-5d97-4c12-9fe7-ae15579a3838" providerId="AD" clId="Web-{4FC48EC6-5D5D-4648-89CA-389C2D75A1E2}" dt="2023-02-27T13:40:16.856" v="96" actId="1076"/>
          <ac:picMkLst>
            <pc:docMk/>
            <pc:sldMk cId="1596054046" sldId="299"/>
            <ac:picMk id="16" creationId="{068226C3-E64C-AC6B-72C7-E5CCF1271A85}"/>
          </ac:picMkLst>
        </pc:picChg>
      </pc:sldChg>
      <pc:sldChg chg="modSp">
        <pc:chgData name="Valentin Everest (Student at CentraleSupelec)" userId="S::valentin.everest@student-cs.fr::103fe320-5d97-4c12-9fe7-ae15579a3838" providerId="AD" clId="Web-{4FC48EC6-5D5D-4648-89CA-389C2D75A1E2}" dt="2023-02-27T13:43:06.172" v="276" actId="20577"/>
        <pc:sldMkLst>
          <pc:docMk/>
          <pc:sldMk cId="1921551548" sldId="302"/>
        </pc:sldMkLst>
        <pc:spChg chg="mod">
          <ac:chgData name="Valentin Everest (Student at CentraleSupelec)" userId="S::valentin.everest@student-cs.fr::103fe320-5d97-4c12-9fe7-ae15579a3838" providerId="AD" clId="Web-{4FC48EC6-5D5D-4648-89CA-389C2D75A1E2}" dt="2023-02-27T13:43:06.172" v="276" actId="20577"/>
          <ac:spMkLst>
            <pc:docMk/>
            <pc:sldMk cId="1921551548" sldId="302"/>
            <ac:spMk id="14" creationId="{A69A65C9-0FD4-1E49-570F-808BE19D6B2D}"/>
          </ac:spMkLst>
        </pc:spChg>
        <pc:picChg chg="mod">
          <ac:chgData name="Valentin Everest (Student at CentraleSupelec)" userId="S::valentin.everest@student-cs.fr::103fe320-5d97-4c12-9fe7-ae15579a3838" providerId="AD" clId="Web-{4FC48EC6-5D5D-4648-89CA-389C2D75A1E2}" dt="2023-02-27T13:42:55.985" v="273" actId="1076"/>
          <ac:picMkLst>
            <pc:docMk/>
            <pc:sldMk cId="1921551548" sldId="302"/>
            <ac:picMk id="2" creationId="{34166B76-2F2D-2B5B-7E0D-9B15264587B0}"/>
          </ac:picMkLst>
        </pc:picChg>
      </pc:sldChg>
    </pc:docChg>
  </pc:docChgLst>
  <pc:docChgLst>
    <pc:chgData name="Valentin Everest (Student at CentraleSupelec)" userId="103fe320-5d97-4c12-9fe7-ae15579a3838" providerId="ADAL" clId="{8904A5EE-A8B8-48E6-AA82-A3672CB30B5A}"/>
    <pc:docChg chg="undo custSel modSld">
      <pc:chgData name="Valentin Everest (Student at CentraleSupelec)" userId="103fe320-5d97-4c12-9fe7-ae15579a3838" providerId="ADAL" clId="{8904A5EE-A8B8-48E6-AA82-A3672CB30B5A}" dt="2023-02-27T16:06:15.525" v="563" actId="1076"/>
      <pc:docMkLst>
        <pc:docMk/>
      </pc:docMkLst>
      <pc:sldChg chg="addSp delSp modSp mod">
        <pc:chgData name="Valentin Everest (Student at CentraleSupelec)" userId="103fe320-5d97-4c12-9fe7-ae15579a3838" providerId="ADAL" clId="{8904A5EE-A8B8-48E6-AA82-A3672CB30B5A}" dt="2023-02-27T15:43:29.229" v="300" actId="6549"/>
        <pc:sldMkLst>
          <pc:docMk/>
          <pc:sldMk cId="1596054046" sldId="299"/>
        </pc:sldMkLst>
        <pc:spChg chg="mod">
          <ac:chgData name="Valentin Everest (Student at CentraleSupelec)" userId="103fe320-5d97-4c12-9fe7-ae15579a3838" providerId="ADAL" clId="{8904A5EE-A8B8-48E6-AA82-A3672CB30B5A}" dt="2023-02-27T15:43:29.229" v="300" actId="6549"/>
          <ac:spMkLst>
            <pc:docMk/>
            <pc:sldMk cId="1596054046" sldId="299"/>
            <ac:spMk id="14" creationId="{A69A65C9-0FD4-1E49-570F-808BE19D6B2D}"/>
          </ac:spMkLst>
        </pc:spChg>
        <pc:picChg chg="add mod">
          <ac:chgData name="Valentin Everest (Student at CentraleSupelec)" userId="103fe320-5d97-4c12-9fe7-ae15579a3838" providerId="ADAL" clId="{8904A5EE-A8B8-48E6-AA82-A3672CB30B5A}" dt="2023-02-27T15:40:55.512" v="297" actId="1076"/>
          <ac:picMkLst>
            <pc:docMk/>
            <pc:sldMk cId="1596054046" sldId="299"/>
            <ac:picMk id="3" creationId="{52909F0A-3E69-AFB3-33AE-B1C1FAF45B27}"/>
          </ac:picMkLst>
        </pc:picChg>
        <pc:picChg chg="del mod">
          <ac:chgData name="Valentin Everest (Student at CentraleSupelec)" userId="103fe320-5d97-4c12-9fe7-ae15579a3838" providerId="ADAL" clId="{8904A5EE-A8B8-48E6-AA82-A3672CB30B5A}" dt="2023-02-27T15:36:48.606" v="204" actId="478"/>
          <ac:picMkLst>
            <pc:docMk/>
            <pc:sldMk cId="1596054046" sldId="299"/>
            <ac:picMk id="15" creationId="{7E39E7A9-9141-BCD9-3BC3-1C6585F82E07}"/>
          </ac:picMkLst>
        </pc:picChg>
        <pc:picChg chg="del">
          <ac:chgData name="Valentin Everest (Student at CentraleSupelec)" userId="103fe320-5d97-4c12-9fe7-ae15579a3838" providerId="ADAL" clId="{8904A5EE-A8B8-48E6-AA82-A3672CB30B5A}" dt="2023-02-27T15:26:14.429" v="1" actId="478"/>
          <ac:picMkLst>
            <pc:docMk/>
            <pc:sldMk cId="1596054046" sldId="299"/>
            <ac:picMk id="16" creationId="{068226C3-E64C-AC6B-72C7-E5CCF1271A85}"/>
          </ac:picMkLst>
        </pc:picChg>
      </pc:sldChg>
      <pc:sldChg chg="addSp delSp modSp mod">
        <pc:chgData name="Valentin Everest (Student at CentraleSupelec)" userId="103fe320-5d97-4c12-9fe7-ae15579a3838" providerId="ADAL" clId="{8904A5EE-A8B8-48E6-AA82-A3672CB30B5A}" dt="2023-02-27T16:06:15.525" v="563" actId="1076"/>
        <pc:sldMkLst>
          <pc:docMk/>
          <pc:sldMk cId="1921551548" sldId="302"/>
        </pc:sldMkLst>
        <pc:spChg chg="add del mod">
          <ac:chgData name="Valentin Everest (Student at CentraleSupelec)" userId="103fe320-5d97-4c12-9fe7-ae15579a3838" providerId="ADAL" clId="{8904A5EE-A8B8-48E6-AA82-A3672CB30B5A}" dt="2023-02-27T16:06:15.525" v="563" actId="1076"/>
          <ac:spMkLst>
            <pc:docMk/>
            <pc:sldMk cId="1921551548" sldId="302"/>
            <ac:spMk id="8" creationId="{FF42EF75-85C8-449D-9E3F-3EDD329FF0E4}"/>
          </ac:spMkLst>
        </pc:spChg>
        <pc:spChg chg="mod">
          <ac:chgData name="Valentin Everest (Student at CentraleSupelec)" userId="103fe320-5d97-4c12-9fe7-ae15579a3838" providerId="ADAL" clId="{8904A5EE-A8B8-48E6-AA82-A3672CB30B5A}" dt="2023-02-27T16:05:54.210" v="555" actId="20577"/>
          <ac:spMkLst>
            <pc:docMk/>
            <pc:sldMk cId="1921551548" sldId="302"/>
            <ac:spMk id="14" creationId="{A69A65C9-0FD4-1E49-570F-808BE19D6B2D}"/>
          </ac:spMkLst>
        </pc:spChg>
        <pc:picChg chg="del mod">
          <ac:chgData name="Valentin Everest (Student at CentraleSupelec)" userId="103fe320-5d97-4c12-9fe7-ae15579a3838" providerId="ADAL" clId="{8904A5EE-A8B8-48E6-AA82-A3672CB30B5A}" dt="2023-02-27T15:46:32.399" v="352" actId="478"/>
          <ac:picMkLst>
            <pc:docMk/>
            <pc:sldMk cId="1921551548" sldId="302"/>
            <ac:picMk id="2" creationId="{34166B76-2F2D-2B5B-7E0D-9B15264587B0}"/>
          </ac:picMkLst>
        </pc:picChg>
        <pc:picChg chg="add mod">
          <ac:chgData name="Valentin Everest (Student at CentraleSupelec)" userId="103fe320-5d97-4c12-9fe7-ae15579a3838" providerId="ADAL" clId="{8904A5EE-A8B8-48E6-AA82-A3672CB30B5A}" dt="2023-02-27T16:05:56.565" v="556" actId="1076"/>
          <ac:picMkLst>
            <pc:docMk/>
            <pc:sldMk cId="1921551548" sldId="302"/>
            <ac:picMk id="4" creationId="{8CFED929-D117-2C24-2928-F5B05C24598F}"/>
          </ac:picMkLst>
        </pc:picChg>
      </pc:sldChg>
    </pc:docChg>
  </pc:docChgLst>
  <pc:docChgLst>
    <pc:chgData name="Valentin Everest (Student at CentraleSupelec)" userId="S::valentin.everest@student-cs.fr::103fe320-5d97-4c12-9fe7-ae15579a3838" providerId="AD" clId="Web-{5975C3D5-0F3E-4029-9526-C1369333CCAB}"/>
    <pc:docChg chg="modSld">
      <pc:chgData name="Valentin Everest (Student at CentraleSupelec)" userId="S::valentin.everest@student-cs.fr::103fe320-5d97-4c12-9fe7-ae15579a3838" providerId="AD" clId="Web-{5975C3D5-0F3E-4029-9526-C1369333CCAB}" dt="2023-03-20T12:59:43.196" v="1" actId="1076"/>
      <pc:docMkLst>
        <pc:docMk/>
      </pc:docMkLst>
      <pc:sldChg chg="modSp">
        <pc:chgData name="Valentin Everest (Student at CentraleSupelec)" userId="S::valentin.everest@student-cs.fr::103fe320-5d97-4c12-9fe7-ae15579a3838" providerId="AD" clId="Web-{5975C3D5-0F3E-4029-9526-C1369333CCAB}" dt="2023-03-20T12:59:43.196" v="1" actId="1076"/>
        <pc:sldMkLst>
          <pc:docMk/>
          <pc:sldMk cId="1921551548" sldId="302"/>
        </pc:sldMkLst>
        <pc:spChg chg="mod">
          <ac:chgData name="Valentin Everest (Student at CentraleSupelec)" userId="S::valentin.everest@student-cs.fr::103fe320-5d97-4c12-9fe7-ae15579a3838" providerId="AD" clId="Web-{5975C3D5-0F3E-4029-9526-C1369333CCAB}" dt="2023-03-20T12:59:43.196" v="1" actId="1076"/>
          <ac:spMkLst>
            <pc:docMk/>
            <pc:sldMk cId="1921551548" sldId="302"/>
            <ac:spMk id="29" creationId="{B9B5526A-AC6E-CF24-D9D0-5F5EABED81AE}"/>
          </ac:spMkLst>
        </pc:spChg>
      </pc:sldChg>
    </pc:docChg>
  </pc:docChgLst>
  <pc:docChgLst>
    <pc:chgData name="Valentin Everest (Student at CentraleSupelec)" userId="S::valentin.everest@student-cs.fr::103fe320-5d97-4c12-9fe7-ae15579a3838" providerId="AD" clId="Web-{3D951B82-DEA3-4BE0-BB4F-252774224F0F}"/>
    <pc:docChg chg="modSld">
      <pc:chgData name="Valentin Everest (Student at CentraleSupelec)" userId="S::valentin.everest@student-cs.fr::103fe320-5d97-4c12-9fe7-ae15579a3838" providerId="AD" clId="Web-{3D951B82-DEA3-4BE0-BB4F-252774224F0F}" dt="2023-03-06T14:30:42.500" v="2" actId="20577"/>
      <pc:docMkLst>
        <pc:docMk/>
      </pc:docMkLst>
      <pc:sldChg chg="modSp">
        <pc:chgData name="Valentin Everest (Student at CentraleSupelec)" userId="S::valentin.everest@student-cs.fr::103fe320-5d97-4c12-9fe7-ae15579a3838" providerId="AD" clId="Web-{3D951B82-DEA3-4BE0-BB4F-252774224F0F}" dt="2023-03-06T14:30:42.500" v="2" actId="20577"/>
        <pc:sldMkLst>
          <pc:docMk/>
          <pc:sldMk cId="1746474584" sldId="295"/>
        </pc:sldMkLst>
        <pc:spChg chg="mod">
          <ac:chgData name="Valentin Everest (Student at CentraleSupelec)" userId="S::valentin.everest@student-cs.fr::103fe320-5d97-4c12-9fe7-ae15579a3838" providerId="AD" clId="Web-{3D951B82-DEA3-4BE0-BB4F-252774224F0F}" dt="2023-03-06T14:30:42.500" v="2" actId="20577"/>
          <ac:spMkLst>
            <pc:docMk/>
            <pc:sldMk cId="1746474584" sldId="295"/>
            <ac:spMk id="4" creationId="{00000000-0000-0000-0000-000000000000}"/>
          </ac:spMkLst>
        </pc:spChg>
        <pc:graphicFrameChg chg="mod modGraphic">
          <ac:chgData name="Valentin Everest (Student at CentraleSupelec)" userId="S::valentin.everest@student-cs.fr::103fe320-5d97-4c12-9fe7-ae15579a3838" providerId="AD" clId="Web-{3D951B82-DEA3-4BE0-BB4F-252774224F0F}" dt="2023-03-06T14:30:22.359" v="1"/>
          <ac:graphicFrameMkLst>
            <pc:docMk/>
            <pc:sldMk cId="1746474584" sldId="295"/>
            <ac:graphicFrameMk id="2" creationId="{00000000-0000-0000-0000-000000000000}"/>
          </ac:graphicFrameMkLst>
        </pc:graphicFrameChg>
      </pc:sldChg>
    </pc:docChg>
  </pc:docChgLst>
  <pc:docChgLst>
    <pc:chgData name="Flore Bergerot (Student at CentraleSupelec)" userId="S::flore.bergerot@student-cs.fr::9b398b0d-bf0e-40df-a42f-ff8ce2c7c285" providerId="AD" clId="Web-{8E4202C4-EF05-45AB-9812-88575CA47342}"/>
    <pc:docChg chg="modSld">
      <pc:chgData name="Flore Bergerot (Student at CentraleSupelec)" userId="S::flore.bergerot@student-cs.fr::9b398b0d-bf0e-40df-a42f-ff8ce2c7c285" providerId="AD" clId="Web-{8E4202C4-EF05-45AB-9812-88575CA47342}" dt="2023-02-15T15:34:00.528" v="71" actId="20577"/>
      <pc:docMkLst>
        <pc:docMk/>
      </pc:docMkLst>
      <pc:sldChg chg="modSp">
        <pc:chgData name="Flore Bergerot (Student at CentraleSupelec)" userId="S::flore.bergerot@student-cs.fr::9b398b0d-bf0e-40df-a42f-ff8ce2c7c285" providerId="AD" clId="Web-{8E4202C4-EF05-45AB-9812-88575CA47342}" dt="2023-02-15T15:34:00.528" v="71" actId="20577"/>
        <pc:sldMkLst>
          <pc:docMk/>
          <pc:sldMk cId="3827946629" sldId="257"/>
        </pc:sldMkLst>
        <pc:spChg chg="mod">
          <ac:chgData name="Flore Bergerot (Student at CentraleSupelec)" userId="S::flore.bergerot@student-cs.fr::9b398b0d-bf0e-40df-a42f-ff8ce2c7c285" providerId="AD" clId="Web-{8E4202C4-EF05-45AB-9812-88575CA47342}" dt="2023-02-15T15:34:00.528" v="71" actId="20577"/>
          <ac:spMkLst>
            <pc:docMk/>
            <pc:sldMk cId="3827946629" sldId="257"/>
            <ac:spMk id="11" creationId="{00000000-0000-0000-0000-000000000000}"/>
          </ac:spMkLst>
        </pc:spChg>
      </pc:sldChg>
    </pc:docChg>
  </pc:docChgLst>
  <pc:docChgLst>
    <pc:chgData name="Louis Dupont (Student at CentraleSupelec)" userId="S::louis.dupont@student-cs.fr::687fdefc-11b0-4eb9-bd08-c0f42067fdf3" providerId="AD" clId="Web-{4C6AAE8B-B126-4F80-992E-214B77ECABAA}"/>
    <pc:docChg chg="modSld">
      <pc:chgData name="Louis Dupont (Student at CentraleSupelec)" userId="S::louis.dupont@student-cs.fr::687fdefc-11b0-4eb9-bd08-c0f42067fdf3" providerId="AD" clId="Web-{4C6AAE8B-B126-4F80-992E-214B77ECABAA}" dt="2023-03-08T16:01:27.648" v="16" actId="1076"/>
      <pc:docMkLst>
        <pc:docMk/>
      </pc:docMkLst>
      <pc:sldChg chg="addSp">
        <pc:chgData name="Louis Dupont (Student at CentraleSupelec)" userId="S::louis.dupont@student-cs.fr::687fdefc-11b0-4eb9-bd08-c0f42067fdf3" providerId="AD" clId="Web-{4C6AAE8B-B126-4F80-992E-214B77ECABAA}" dt="2023-03-08T16:00:52.319" v="5"/>
        <pc:sldMkLst>
          <pc:docMk/>
          <pc:sldMk cId="2595012187" sldId="296"/>
        </pc:sldMkLst>
        <pc:spChg chg="add">
          <ac:chgData name="Louis Dupont (Student at CentraleSupelec)" userId="S::louis.dupont@student-cs.fr::687fdefc-11b0-4eb9-bd08-c0f42067fdf3" providerId="AD" clId="Web-{4C6AAE8B-B126-4F80-992E-214B77ECABAA}" dt="2023-03-08T16:00:52.210" v="1"/>
          <ac:spMkLst>
            <pc:docMk/>
            <pc:sldMk cId="2595012187" sldId="296"/>
            <ac:spMk id="11" creationId="{2E36FE2D-8324-B0DC-B2E9-0A400FB872D6}"/>
          </ac:spMkLst>
        </pc:spChg>
        <pc:spChg chg="add">
          <ac:chgData name="Louis Dupont (Student at CentraleSupelec)" userId="S::louis.dupont@student-cs.fr::687fdefc-11b0-4eb9-bd08-c0f42067fdf3" providerId="AD" clId="Web-{4C6AAE8B-B126-4F80-992E-214B77ECABAA}" dt="2023-03-08T16:00:52.241" v="2"/>
          <ac:spMkLst>
            <pc:docMk/>
            <pc:sldMk cId="2595012187" sldId="296"/>
            <ac:spMk id="13" creationId="{680C99F5-6B9F-3D2E-5073-F21315B65C36}"/>
          </ac:spMkLst>
        </pc:spChg>
        <pc:spChg chg="add">
          <ac:chgData name="Louis Dupont (Student at CentraleSupelec)" userId="S::louis.dupont@student-cs.fr::687fdefc-11b0-4eb9-bd08-c0f42067fdf3" providerId="AD" clId="Web-{4C6AAE8B-B126-4F80-992E-214B77ECABAA}" dt="2023-03-08T16:00:52.272" v="3"/>
          <ac:spMkLst>
            <pc:docMk/>
            <pc:sldMk cId="2595012187" sldId="296"/>
            <ac:spMk id="15" creationId="{0CF3DC81-98D9-5AA0-8372-F8A4142E36F8}"/>
          </ac:spMkLst>
        </pc:spChg>
        <pc:spChg chg="add">
          <ac:chgData name="Louis Dupont (Student at CentraleSupelec)" userId="S::louis.dupont@student-cs.fr::687fdefc-11b0-4eb9-bd08-c0f42067fdf3" providerId="AD" clId="Web-{4C6AAE8B-B126-4F80-992E-214B77ECABAA}" dt="2023-03-08T16:00:52.288" v="4"/>
          <ac:spMkLst>
            <pc:docMk/>
            <pc:sldMk cId="2595012187" sldId="296"/>
            <ac:spMk id="17" creationId="{B24C0D92-02F7-F36D-279E-6DDEFA9D9757}"/>
          </ac:spMkLst>
        </pc:spChg>
        <pc:spChg chg="add">
          <ac:chgData name="Louis Dupont (Student at CentraleSupelec)" userId="S::louis.dupont@student-cs.fr::687fdefc-11b0-4eb9-bd08-c0f42067fdf3" providerId="AD" clId="Web-{4C6AAE8B-B126-4F80-992E-214B77ECABAA}" dt="2023-03-08T16:00:52.319" v="5"/>
          <ac:spMkLst>
            <pc:docMk/>
            <pc:sldMk cId="2595012187" sldId="296"/>
            <ac:spMk id="19" creationId="{89C1E11B-80FF-36D0-2D26-D898E1214BDF}"/>
          </ac:spMkLst>
        </pc:spChg>
        <pc:cxnChg chg="add">
          <ac:chgData name="Louis Dupont (Student at CentraleSupelec)" userId="S::louis.dupont@student-cs.fr::687fdefc-11b0-4eb9-bd08-c0f42067fdf3" providerId="AD" clId="Web-{4C6AAE8B-B126-4F80-992E-214B77ECABAA}" dt="2023-03-08T16:00:52.194" v="0"/>
          <ac:cxnSpMkLst>
            <pc:docMk/>
            <pc:sldMk cId="2595012187" sldId="296"/>
            <ac:cxnSpMk id="8" creationId="{5D5BBF42-0019-2A04-B7AB-8B68FDEAC415}"/>
          </ac:cxnSpMkLst>
        </pc:cxnChg>
      </pc:sldChg>
      <pc:sldChg chg="addSp modSp">
        <pc:chgData name="Louis Dupont (Student at CentraleSupelec)" userId="S::louis.dupont@student-cs.fr::687fdefc-11b0-4eb9-bd08-c0f42067fdf3" providerId="AD" clId="Web-{4C6AAE8B-B126-4F80-992E-214B77ECABAA}" dt="2023-03-08T16:01:27.648" v="16" actId="1076"/>
        <pc:sldMkLst>
          <pc:docMk/>
          <pc:sldMk cId="1457584215" sldId="301"/>
        </pc:sldMkLst>
        <pc:spChg chg="add">
          <ac:chgData name="Louis Dupont (Student at CentraleSupelec)" userId="S::louis.dupont@student-cs.fr::687fdefc-11b0-4eb9-bd08-c0f42067fdf3" providerId="AD" clId="Web-{4C6AAE8B-B126-4F80-992E-214B77ECABAA}" dt="2023-03-08T16:01:02.101" v="7"/>
          <ac:spMkLst>
            <pc:docMk/>
            <pc:sldMk cId="1457584215" sldId="301"/>
            <ac:spMk id="11" creationId="{F14CAFA1-454A-DC52-92D8-B992B2CA9A8F}"/>
          </ac:spMkLst>
        </pc:spChg>
        <pc:spChg chg="mod">
          <ac:chgData name="Louis Dupont (Student at CentraleSupelec)" userId="S::louis.dupont@student-cs.fr::687fdefc-11b0-4eb9-bd08-c0f42067fdf3" providerId="AD" clId="Web-{4C6AAE8B-B126-4F80-992E-214B77ECABAA}" dt="2023-03-08T16:01:17.679" v="15" actId="1076"/>
          <ac:spMkLst>
            <pc:docMk/>
            <pc:sldMk cId="1457584215" sldId="301"/>
            <ac:spMk id="13" creationId="{9921CC78-ACFD-9F65-FFAC-AF1A35A93CE9}"/>
          </ac:spMkLst>
        </pc:spChg>
        <pc:spChg chg="add">
          <ac:chgData name="Louis Dupont (Student at CentraleSupelec)" userId="S::louis.dupont@student-cs.fr::687fdefc-11b0-4eb9-bd08-c0f42067fdf3" providerId="AD" clId="Web-{4C6AAE8B-B126-4F80-992E-214B77ECABAA}" dt="2023-03-08T16:01:02.116" v="8"/>
          <ac:spMkLst>
            <pc:docMk/>
            <pc:sldMk cId="1457584215" sldId="301"/>
            <ac:spMk id="15" creationId="{02CA34C1-33DE-3FD7-D2AC-4385288FA648}"/>
          </ac:spMkLst>
        </pc:spChg>
        <pc:spChg chg="add">
          <ac:chgData name="Louis Dupont (Student at CentraleSupelec)" userId="S::louis.dupont@student-cs.fr::687fdefc-11b0-4eb9-bd08-c0f42067fdf3" providerId="AD" clId="Web-{4C6AAE8B-B126-4F80-992E-214B77ECABAA}" dt="2023-03-08T16:01:02.132" v="9"/>
          <ac:spMkLst>
            <pc:docMk/>
            <pc:sldMk cId="1457584215" sldId="301"/>
            <ac:spMk id="17" creationId="{D207A052-7F55-1818-0682-98661D1C6050}"/>
          </ac:spMkLst>
        </pc:spChg>
        <pc:spChg chg="add">
          <ac:chgData name="Louis Dupont (Student at CentraleSupelec)" userId="S::louis.dupont@student-cs.fr::687fdefc-11b0-4eb9-bd08-c0f42067fdf3" providerId="AD" clId="Web-{4C6AAE8B-B126-4F80-992E-214B77ECABAA}" dt="2023-03-08T16:01:02.147" v="10"/>
          <ac:spMkLst>
            <pc:docMk/>
            <pc:sldMk cId="1457584215" sldId="301"/>
            <ac:spMk id="19" creationId="{E476966D-B553-1F26-F890-4296A79691C9}"/>
          </ac:spMkLst>
        </pc:spChg>
        <pc:spChg chg="add mod">
          <ac:chgData name="Louis Dupont (Student at CentraleSupelec)" userId="S::louis.dupont@student-cs.fr::687fdefc-11b0-4eb9-bd08-c0f42067fdf3" providerId="AD" clId="Web-{4C6AAE8B-B126-4F80-992E-214B77ECABAA}" dt="2023-03-08T16:01:27.648" v="16" actId="1076"/>
          <ac:spMkLst>
            <pc:docMk/>
            <pc:sldMk cId="1457584215" sldId="301"/>
            <ac:spMk id="21" creationId="{B1559FA3-B281-A06A-AE44-4F61C3B36E16}"/>
          </ac:spMkLst>
        </pc:spChg>
        <pc:spChg chg="mod">
          <ac:chgData name="Louis Dupont (Student at CentraleSupelec)" userId="S::louis.dupont@student-cs.fr::687fdefc-11b0-4eb9-bd08-c0f42067fdf3" providerId="AD" clId="Web-{4C6AAE8B-B126-4F80-992E-214B77ECABAA}" dt="2023-03-08T16:01:13.117" v="14" actId="20577"/>
          <ac:spMkLst>
            <pc:docMk/>
            <pc:sldMk cId="1457584215" sldId="301"/>
            <ac:spMk id="101" creationId="{00000000-0000-0000-0000-000000000000}"/>
          </ac:spMkLst>
        </pc:spChg>
        <pc:cxnChg chg="add">
          <ac:chgData name="Louis Dupont (Student at CentraleSupelec)" userId="S::louis.dupont@student-cs.fr::687fdefc-11b0-4eb9-bd08-c0f42067fdf3" providerId="AD" clId="Web-{4C6AAE8B-B126-4F80-992E-214B77ECABAA}" dt="2023-03-08T16:01:02.085" v="6"/>
          <ac:cxnSpMkLst>
            <pc:docMk/>
            <pc:sldMk cId="1457584215" sldId="301"/>
            <ac:cxnSpMk id="3" creationId="{8AE852AF-88F2-F589-19DE-3B11874F9D65}"/>
          </ac:cxnSpMkLst>
        </pc:cxnChg>
      </pc:sldChg>
    </pc:docChg>
  </pc:docChgLst>
  <pc:docChgLst>
    <pc:chgData name="Valentin Everest (Student at CentraleSupelec)" userId="S::valentin.everest@student-cs.fr::103fe320-5d97-4c12-9fe7-ae15579a3838" providerId="AD" clId="Web-{3CF9D098-7DFA-4BC9-B087-D560264FEBF0}"/>
    <pc:docChg chg="modSld">
      <pc:chgData name="Valentin Everest (Student at CentraleSupelec)" userId="S::valentin.everest@student-cs.fr::103fe320-5d97-4c12-9fe7-ae15579a3838" providerId="AD" clId="Web-{3CF9D098-7DFA-4BC9-B087-D560264FEBF0}" dt="2023-02-15T15:54:02.600" v="5"/>
      <pc:docMkLst>
        <pc:docMk/>
      </pc:docMkLst>
      <pc:sldChg chg="modSp">
        <pc:chgData name="Valentin Everest (Student at CentraleSupelec)" userId="S::valentin.everest@student-cs.fr::103fe320-5d97-4c12-9fe7-ae15579a3838" providerId="AD" clId="Web-{3CF9D098-7DFA-4BC9-B087-D560264FEBF0}" dt="2023-02-15T15:54:02.600" v="5"/>
        <pc:sldMkLst>
          <pc:docMk/>
          <pc:sldMk cId="1746474584" sldId="295"/>
        </pc:sldMkLst>
        <pc:graphicFrameChg chg="mod modGraphic">
          <ac:chgData name="Valentin Everest (Student at CentraleSupelec)" userId="S::valentin.everest@student-cs.fr::103fe320-5d97-4c12-9fe7-ae15579a3838" providerId="AD" clId="Web-{3CF9D098-7DFA-4BC9-B087-D560264FEBF0}" dt="2023-02-15T15:54:02.600" v="5"/>
          <ac:graphicFrameMkLst>
            <pc:docMk/>
            <pc:sldMk cId="1746474584" sldId="295"/>
            <ac:graphicFrameMk id="2" creationId="{00000000-0000-0000-0000-000000000000}"/>
          </ac:graphicFrameMkLst>
        </pc:graphicFrameChg>
      </pc:sldChg>
    </pc:docChg>
  </pc:docChgLst>
  <pc:docChgLst>
    <pc:chgData name="Valentin Everest (Student at CentraleSupelec)" userId="S::valentin.everest@student-cs.fr::103fe320-5d97-4c12-9fe7-ae15579a3838" providerId="AD" clId="Web-{861CC929-8E5D-46BA-AA7F-6AF4D9B26E5E}"/>
    <pc:docChg chg="addSld modSld sldOrd">
      <pc:chgData name="Valentin Everest (Student at CentraleSupelec)" userId="S::valentin.everest@student-cs.fr::103fe320-5d97-4c12-9fe7-ae15579a3838" providerId="AD" clId="Web-{861CC929-8E5D-46BA-AA7F-6AF4D9B26E5E}" dt="2023-02-15T13:33:44.694" v="440" actId="14100"/>
      <pc:docMkLst>
        <pc:docMk/>
      </pc:docMkLst>
      <pc:sldChg chg="addSp delSp modSp">
        <pc:chgData name="Valentin Everest (Student at CentraleSupelec)" userId="S::valentin.everest@student-cs.fr::103fe320-5d97-4c12-9fe7-ae15579a3838" providerId="AD" clId="Web-{861CC929-8E5D-46BA-AA7F-6AF4D9B26E5E}" dt="2023-02-15T13:31:07.510" v="421"/>
        <pc:sldMkLst>
          <pc:docMk/>
          <pc:sldMk cId="3161668088" sldId="267"/>
        </pc:sldMkLst>
        <pc:spChg chg="add del mod">
          <ac:chgData name="Valentin Everest (Student at CentraleSupelec)" userId="S::valentin.everest@student-cs.fr::103fe320-5d97-4c12-9fe7-ae15579a3838" providerId="AD" clId="Web-{861CC929-8E5D-46BA-AA7F-6AF4D9B26E5E}" dt="2023-02-15T13:31:06.104" v="420"/>
          <ac:spMkLst>
            <pc:docMk/>
            <pc:sldMk cId="3161668088" sldId="267"/>
            <ac:spMk id="4" creationId="{4E19D825-9C6A-9162-29E5-E4D939C48643}"/>
          </ac:spMkLst>
        </pc:spChg>
        <pc:picChg chg="add del">
          <ac:chgData name="Valentin Everest (Student at CentraleSupelec)" userId="S::valentin.everest@student-cs.fr::103fe320-5d97-4c12-9fe7-ae15579a3838" providerId="AD" clId="Web-{861CC929-8E5D-46BA-AA7F-6AF4D9B26E5E}" dt="2023-02-15T13:31:07.510" v="421"/>
          <ac:picMkLst>
            <pc:docMk/>
            <pc:sldMk cId="3161668088" sldId="267"/>
            <ac:picMk id="3" creationId="{AE13C997-9F1D-B571-3711-3106AE5BFE24}"/>
          </ac:picMkLst>
        </pc:picChg>
      </pc:sldChg>
      <pc:sldChg chg="addSp delSp modSp add ord replId">
        <pc:chgData name="Valentin Everest (Student at CentraleSupelec)" userId="S::valentin.everest@student-cs.fr::103fe320-5d97-4c12-9fe7-ae15579a3838" providerId="AD" clId="Web-{861CC929-8E5D-46BA-AA7F-6AF4D9B26E5E}" dt="2023-02-15T13:33:44.694" v="440" actId="14100"/>
        <pc:sldMkLst>
          <pc:docMk/>
          <pc:sldMk cId="1596054046" sldId="299"/>
        </pc:sldMkLst>
        <pc:spChg chg="del">
          <ac:chgData name="Valentin Everest (Student at CentraleSupelec)" userId="S::valentin.everest@student-cs.fr::103fe320-5d97-4c12-9fe7-ae15579a3838" providerId="AD" clId="Web-{861CC929-8E5D-46BA-AA7F-6AF4D9B26E5E}" dt="2023-02-15T13:13:46.840" v="14"/>
          <ac:spMkLst>
            <pc:docMk/>
            <pc:sldMk cId="1596054046" sldId="299"/>
            <ac:spMk id="4" creationId="{A3CE98D9-BF3B-B14A-E326-CAA642D45AFD}"/>
          </ac:spMkLst>
        </pc:spChg>
        <pc:spChg chg="add del mod">
          <ac:chgData name="Valentin Everest (Student at CentraleSupelec)" userId="S::valentin.everest@student-cs.fr::103fe320-5d97-4c12-9fe7-ae15579a3838" providerId="AD" clId="Web-{861CC929-8E5D-46BA-AA7F-6AF4D9B26E5E}" dt="2023-02-15T13:30:07.537" v="408"/>
          <ac:spMkLst>
            <pc:docMk/>
            <pc:sldMk cId="1596054046" sldId="299"/>
            <ac:spMk id="10" creationId="{82D8BF2B-228B-48E0-6603-1F3F248CCC11}"/>
          </ac:spMkLst>
        </pc:spChg>
        <pc:spChg chg="add del">
          <ac:chgData name="Valentin Everest (Student at CentraleSupelec)" userId="S::valentin.everest@student-cs.fr::103fe320-5d97-4c12-9fe7-ae15579a3838" providerId="AD" clId="Web-{861CC929-8E5D-46BA-AA7F-6AF4D9B26E5E}" dt="2023-02-15T13:30:05.693" v="406"/>
          <ac:spMkLst>
            <pc:docMk/>
            <pc:sldMk cId="1596054046" sldId="299"/>
            <ac:spMk id="12" creationId="{DEA8320C-F64E-7C4C-B15C-95E41CD582C0}"/>
          </ac:spMkLst>
        </pc:spChg>
        <pc:spChg chg="add mod">
          <ac:chgData name="Valentin Everest (Student at CentraleSupelec)" userId="S::valentin.everest@student-cs.fr::103fe320-5d97-4c12-9fe7-ae15579a3838" providerId="AD" clId="Web-{861CC929-8E5D-46BA-AA7F-6AF4D9B26E5E}" dt="2023-02-15T13:32:09.968" v="431" actId="20577"/>
          <ac:spMkLst>
            <pc:docMk/>
            <pc:sldMk cId="1596054046" sldId="299"/>
            <ac:spMk id="14" creationId="{A69A65C9-0FD4-1E49-570F-808BE19D6B2D}"/>
          </ac:spMkLst>
        </pc:spChg>
        <pc:spChg chg="add del mod">
          <ac:chgData name="Valentin Everest (Student at CentraleSupelec)" userId="S::valentin.everest@student-cs.fr::103fe320-5d97-4c12-9fe7-ae15579a3838" providerId="AD" clId="Web-{861CC929-8E5D-46BA-AA7F-6AF4D9B26E5E}" dt="2023-02-15T13:30:28.664" v="413"/>
          <ac:spMkLst>
            <pc:docMk/>
            <pc:sldMk cId="1596054046" sldId="299"/>
            <ac:spMk id="101" creationId="{00000000-0000-0000-0000-000000000000}"/>
          </ac:spMkLst>
        </pc:spChg>
        <pc:picChg chg="add del mod">
          <ac:chgData name="Valentin Everest (Student at CentraleSupelec)" userId="S::valentin.everest@student-cs.fr::103fe320-5d97-4c12-9fe7-ae15579a3838" providerId="AD" clId="Web-{861CC929-8E5D-46BA-AA7F-6AF4D9B26E5E}" dt="2023-02-15T13:29:50.598" v="401"/>
          <ac:picMkLst>
            <pc:docMk/>
            <pc:sldMk cId="1596054046" sldId="299"/>
            <ac:picMk id="2" creationId="{66424CA2-2804-20F5-BC8F-946129B2564E}"/>
          </ac:picMkLst>
        </pc:picChg>
        <pc:picChg chg="del mod">
          <ac:chgData name="Valentin Everest (Student at CentraleSupelec)" userId="S::valentin.everest@student-cs.fr::103fe320-5d97-4c12-9fe7-ae15579a3838" providerId="AD" clId="Web-{861CC929-8E5D-46BA-AA7F-6AF4D9B26E5E}" dt="2023-02-15T13:13:41.339" v="13"/>
          <ac:picMkLst>
            <pc:docMk/>
            <pc:sldMk cId="1596054046" sldId="299"/>
            <ac:picMk id="3" creationId="{DF94E12E-B459-B152-5A4D-7C694BA14E80}"/>
          </ac:picMkLst>
        </pc:picChg>
        <pc:picChg chg="add mod">
          <ac:chgData name="Valentin Everest (Student at CentraleSupelec)" userId="S::valentin.everest@student-cs.fr::103fe320-5d97-4c12-9fe7-ae15579a3838" providerId="AD" clId="Web-{861CC929-8E5D-46BA-AA7F-6AF4D9B26E5E}" dt="2023-02-15T13:32:19.687" v="435" actId="1076"/>
          <ac:picMkLst>
            <pc:docMk/>
            <pc:sldMk cId="1596054046" sldId="299"/>
            <ac:picMk id="15" creationId="{7E39E7A9-9141-BCD9-3BC3-1C6585F82E07}"/>
          </ac:picMkLst>
        </pc:picChg>
        <pc:picChg chg="add mod">
          <ac:chgData name="Valentin Everest (Student at CentraleSupelec)" userId="S::valentin.everest@student-cs.fr::103fe320-5d97-4c12-9fe7-ae15579a3838" providerId="AD" clId="Web-{861CC929-8E5D-46BA-AA7F-6AF4D9B26E5E}" dt="2023-02-15T13:33:44.694" v="440" actId="14100"/>
          <ac:picMkLst>
            <pc:docMk/>
            <pc:sldMk cId="1596054046" sldId="299"/>
            <ac:picMk id="16" creationId="{068226C3-E64C-AC6B-72C7-E5CCF1271A85}"/>
          </ac:picMkLst>
        </pc:picChg>
      </pc:sldChg>
    </pc:docChg>
  </pc:docChgLst>
  <pc:docChgLst>
    <pc:chgData name="Theodore Paun (Student at CentraleSupelec)" userId="S::andrei-theodore.paun@student-cs.fr::af2f250b-43c5-404c-8c7f-0d6d18de496b" providerId="AD" clId="Web-{9A70D486-B6EA-48B3-BBD8-A8EA2EC1E5C0}"/>
    <pc:docChg chg="addSld modSld">
      <pc:chgData name="Theodore Paun (Student at CentraleSupelec)" userId="S::andrei-theodore.paun@student-cs.fr::af2f250b-43c5-404c-8c7f-0d6d18de496b" providerId="AD" clId="Web-{9A70D486-B6EA-48B3-BBD8-A8EA2EC1E5C0}" dt="2023-02-15T13:35:32.964" v="1306"/>
      <pc:docMkLst>
        <pc:docMk/>
      </pc:docMkLst>
      <pc:sldChg chg="modSp">
        <pc:chgData name="Theodore Paun (Student at CentraleSupelec)" userId="S::andrei-theodore.paun@student-cs.fr::af2f250b-43c5-404c-8c7f-0d6d18de496b" providerId="AD" clId="Web-{9A70D486-B6EA-48B3-BBD8-A8EA2EC1E5C0}" dt="2023-02-15T13:35:32.964" v="1306"/>
        <pc:sldMkLst>
          <pc:docMk/>
          <pc:sldMk cId="1746474584" sldId="295"/>
        </pc:sldMkLst>
        <pc:graphicFrameChg chg="mod modGraphic">
          <ac:chgData name="Theodore Paun (Student at CentraleSupelec)" userId="S::andrei-theodore.paun@student-cs.fr::af2f250b-43c5-404c-8c7f-0d6d18de496b" providerId="AD" clId="Web-{9A70D486-B6EA-48B3-BBD8-A8EA2EC1E5C0}" dt="2023-02-15T13:35:32.964" v="1306"/>
          <ac:graphicFrameMkLst>
            <pc:docMk/>
            <pc:sldMk cId="1746474584" sldId="295"/>
            <ac:graphicFrameMk id="2" creationId="{00000000-0000-0000-0000-000000000000}"/>
          </ac:graphicFrameMkLst>
        </pc:graphicFrameChg>
      </pc:sldChg>
      <pc:sldChg chg="addSp modSp add replId">
        <pc:chgData name="Theodore Paun (Student at CentraleSupelec)" userId="S::andrei-theodore.paun@student-cs.fr::af2f250b-43c5-404c-8c7f-0d6d18de496b" providerId="AD" clId="Web-{9A70D486-B6EA-48B3-BBD8-A8EA2EC1E5C0}" dt="2023-02-15T13:31:48.268" v="1196" actId="20577"/>
        <pc:sldMkLst>
          <pc:docMk/>
          <pc:sldMk cId="1336084705" sldId="297"/>
        </pc:sldMkLst>
        <pc:spChg chg="mod">
          <ac:chgData name="Theodore Paun (Student at CentraleSupelec)" userId="S::andrei-theodore.paun@student-cs.fr::af2f250b-43c5-404c-8c7f-0d6d18de496b" providerId="AD" clId="Web-{9A70D486-B6EA-48B3-BBD8-A8EA2EC1E5C0}" dt="2023-02-15T13:31:48.268" v="1196" actId="20577"/>
          <ac:spMkLst>
            <pc:docMk/>
            <pc:sldMk cId="1336084705" sldId="297"/>
            <ac:spMk id="101" creationId="{00000000-0000-0000-0000-000000000000}"/>
          </ac:spMkLst>
        </pc:spChg>
        <pc:picChg chg="add mod">
          <ac:chgData name="Theodore Paun (Student at CentraleSupelec)" userId="S::andrei-theodore.paun@student-cs.fr::af2f250b-43c5-404c-8c7f-0d6d18de496b" providerId="AD" clId="Web-{9A70D486-B6EA-48B3-BBD8-A8EA2EC1E5C0}" dt="2023-02-15T13:13:50.871" v="500" actId="1076"/>
          <ac:picMkLst>
            <pc:docMk/>
            <pc:sldMk cId="1336084705" sldId="297"/>
            <ac:picMk id="2" creationId="{B443BC22-84CA-8544-8394-EE6F19863E3E}"/>
          </ac:picMkLst>
        </pc:picChg>
      </pc:sldChg>
      <pc:sldChg chg="addSp delSp modSp add replId">
        <pc:chgData name="Theodore Paun (Student at CentraleSupelec)" userId="S::andrei-theodore.paun@student-cs.fr::af2f250b-43c5-404c-8c7f-0d6d18de496b" providerId="AD" clId="Web-{9A70D486-B6EA-48B3-BBD8-A8EA2EC1E5C0}" dt="2023-02-15T13:32:13.941" v="1203" actId="20577"/>
        <pc:sldMkLst>
          <pc:docMk/>
          <pc:sldMk cId="175661928" sldId="298"/>
        </pc:sldMkLst>
        <pc:spChg chg="mod">
          <ac:chgData name="Theodore Paun (Student at CentraleSupelec)" userId="S::andrei-theodore.paun@student-cs.fr::af2f250b-43c5-404c-8c7f-0d6d18de496b" providerId="AD" clId="Web-{9A70D486-B6EA-48B3-BBD8-A8EA2EC1E5C0}" dt="2023-02-15T13:32:13.941" v="1203" actId="20577"/>
          <ac:spMkLst>
            <pc:docMk/>
            <pc:sldMk cId="175661928" sldId="298"/>
            <ac:spMk id="101" creationId="{00000000-0000-0000-0000-000000000000}"/>
          </ac:spMkLst>
        </pc:spChg>
        <pc:picChg chg="del">
          <ac:chgData name="Theodore Paun (Student at CentraleSupelec)" userId="S::andrei-theodore.paun@student-cs.fr::af2f250b-43c5-404c-8c7f-0d6d18de496b" providerId="AD" clId="Web-{9A70D486-B6EA-48B3-BBD8-A8EA2EC1E5C0}" dt="2023-02-15T13:11:52.429" v="362"/>
          <ac:picMkLst>
            <pc:docMk/>
            <pc:sldMk cId="175661928" sldId="298"/>
            <ac:picMk id="2" creationId="{B443BC22-84CA-8544-8394-EE6F19863E3E}"/>
          </ac:picMkLst>
        </pc:picChg>
        <pc:picChg chg="add mod">
          <ac:chgData name="Theodore Paun (Student at CentraleSupelec)" userId="S::andrei-theodore.paun@student-cs.fr::af2f250b-43c5-404c-8c7f-0d6d18de496b" providerId="AD" clId="Web-{9A70D486-B6EA-48B3-BBD8-A8EA2EC1E5C0}" dt="2023-02-15T13:14:31.450" v="505" actId="1076"/>
          <ac:picMkLst>
            <pc:docMk/>
            <pc:sldMk cId="175661928" sldId="298"/>
            <ac:picMk id="3" creationId="{639CE50E-C8F3-8062-E051-FAE67E957353}"/>
          </ac:picMkLst>
        </pc:picChg>
      </pc:sldChg>
    </pc:docChg>
  </pc:docChgLst>
  <pc:docChgLst>
    <pc:chgData name="Flore Bergerot (Student at CentraleSupelec)" userId="S::flore.bergerot@student-cs.fr::9b398b0d-bf0e-40df-a42f-ff8ce2c7c285" providerId="AD" clId="Web-{4FCD8B64-88C7-4621-932C-FBF159D9FCA8}"/>
    <pc:docChg chg="modSld">
      <pc:chgData name="Flore Bergerot (Student at CentraleSupelec)" userId="S::flore.bergerot@student-cs.fr::9b398b0d-bf0e-40df-a42f-ff8ce2c7c285" providerId="AD" clId="Web-{4FCD8B64-88C7-4621-932C-FBF159D9FCA8}" dt="2023-03-20T08:50:05.709" v="28" actId="1076"/>
      <pc:docMkLst>
        <pc:docMk/>
      </pc:docMkLst>
      <pc:sldChg chg="addSp modSp">
        <pc:chgData name="Flore Bergerot (Student at CentraleSupelec)" userId="S::flore.bergerot@student-cs.fr::9b398b0d-bf0e-40df-a42f-ff8ce2c7c285" providerId="AD" clId="Web-{4FCD8B64-88C7-4621-932C-FBF159D9FCA8}" dt="2023-03-20T08:49:44.739" v="19" actId="1076"/>
        <pc:sldMkLst>
          <pc:docMk/>
          <pc:sldMk cId="3159682686" sldId="303"/>
        </pc:sldMkLst>
        <pc:spChg chg="add">
          <ac:chgData name="Flore Bergerot (Student at CentraleSupelec)" userId="S::flore.bergerot@student-cs.fr::9b398b0d-bf0e-40df-a42f-ff8ce2c7c285" providerId="AD" clId="Web-{4FCD8B64-88C7-4621-932C-FBF159D9FCA8}" dt="2023-03-20T08:49:02.035" v="1"/>
          <ac:spMkLst>
            <pc:docMk/>
            <pc:sldMk cId="3159682686" sldId="303"/>
            <ac:spMk id="11" creationId="{AB90B4E4-5251-68E5-1B1B-113C5613908D}"/>
          </ac:spMkLst>
        </pc:spChg>
        <pc:spChg chg="add">
          <ac:chgData name="Flore Bergerot (Student at CentraleSupelec)" userId="S::flore.bergerot@student-cs.fr::9b398b0d-bf0e-40df-a42f-ff8ce2c7c285" providerId="AD" clId="Web-{4FCD8B64-88C7-4621-932C-FBF159D9FCA8}" dt="2023-03-20T08:49:02.050" v="2"/>
          <ac:spMkLst>
            <pc:docMk/>
            <pc:sldMk cId="3159682686" sldId="303"/>
            <ac:spMk id="13" creationId="{DC63130F-8265-5CB0-B1BF-A66142E25325}"/>
          </ac:spMkLst>
        </pc:spChg>
        <pc:spChg chg="add">
          <ac:chgData name="Flore Bergerot (Student at CentraleSupelec)" userId="S::flore.bergerot@student-cs.fr::9b398b0d-bf0e-40df-a42f-ff8ce2c7c285" providerId="AD" clId="Web-{4FCD8B64-88C7-4621-932C-FBF159D9FCA8}" dt="2023-03-20T08:49:02.082" v="3"/>
          <ac:spMkLst>
            <pc:docMk/>
            <pc:sldMk cId="3159682686" sldId="303"/>
            <ac:spMk id="15" creationId="{A32C3105-E71E-50BF-5D53-33163DB6811D}"/>
          </ac:spMkLst>
        </pc:spChg>
        <pc:spChg chg="add">
          <ac:chgData name="Flore Bergerot (Student at CentraleSupelec)" userId="S::flore.bergerot@student-cs.fr::9b398b0d-bf0e-40df-a42f-ff8ce2c7c285" providerId="AD" clId="Web-{4FCD8B64-88C7-4621-932C-FBF159D9FCA8}" dt="2023-03-20T08:49:02.097" v="4"/>
          <ac:spMkLst>
            <pc:docMk/>
            <pc:sldMk cId="3159682686" sldId="303"/>
            <ac:spMk id="17" creationId="{93E948FA-2F7E-CDDA-DF01-E1E80DD73315}"/>
          </ac:spMkLst>
        </pc:spChg>
        <pc:spChg chg="add mod">
          <ac:chgData name="Flore Bergerot (Student at CentraleSupelec)" userId="S::flore.bergerot@student-cs.fr::9b398b0d-bf0e-40df-a42f-ff8ce2c7c285" providerId="AD" clId="Web-{4FCD8B64-88C7-4621-932C-FBF159D9FCA8}" dt="2023-03-20T08:49:44.739" v="19" actId="1076"/>
          <ac:spMkLst>
            <pc:docMk/>
            <pc:sldMk cId="3159682686" sldId="303"/>
            <ac:spMk id="19" creationId="{D337F2D3-C9F7-2B1A-AC8A-A56F245A30C0}"/>
          </ac:spMkLst>
        </pc:spChg>
        <pc:spChg chg="mod">
          <ac:chgData name="Flore Bergerot (Student at CentraleSupelec)" userId="S::flore.bergerot@student-cs.fr::9b398b0d-bf0e-40df-a42f-ff8ce2c7c285" providerId="AD" clId="Web-{4FCD8B64-88C7-4621-932C-FBF159D9FCA8}" dt="2023-03-20T08:49:24.942" v="17" actId="20577"/>
          <ac:spMkLst>
            <pc:docMk/>
            <pc:sldMk cId="3159682686" sldId="303"/>
            <ac:spMk id="101" creationId="{00000000-0000-0000-0000-000000000000}"/>
          </ac:spMkLst>
        </pc:spChg>
        <pc:cxnChg chg="add">
          <ac:chgData name="Flore Bergerot (Student at CentraleSupelec)" userId="S::flore.bergerot@student-cs.fr::9b398b0d-bf0e-40df-a42f-ff8ce2c7c285" providerId="AD" clId="Web-{4FCD8B64-88C7-4621-932C-FBF159D9FCA8}" dt="2023-03-20T08:49:02.003" v="0"/>
          <ac:cxnSpMkLst>
            <pc:docMk/>
            <pc:sldMk cId="3159682686" sldId="303"/>
            <ac:cxnSpMk id="4" creationId="{E7B81BD2-4418-DE29-2D06-92923FE3D8A2}"/>
          </ac:cxnSpMkLst>
        </pc:cxnChg>
      </pc:sldChg>
      <pc:sldChg chg="addSp modSp">
        <pc:chgData name="Flore Bergerot (Student at CentraleSupelec)" userId="S::flore.bergerot@student-cs.fr::9b398b0d-bf0e-40df-a42f-ff8ce2c7c285" providerId="AD" clId="Web-{4FCD8B64-88C7-4621-932C-FBF159D9FCA8}" dt="2023-03-20T08:50:05.709" v="28" actId="1076"/>
        <pc:sldMkLst>
          <pc:docMk/>
          <pc:sldMk cId="595686206" sldId="304"/>
        </pc:sldMkLst>
        <pc:spChg chg="add">
          <ac:chgData name="Flore Bergerot (Student at CentraleSupelec)" userId="S::flore.bergerot@student-cs.fr::9b398b0d-bf0e-40df-a42f-ff8ce2c7c285" providerId="AD" clId="Web-{4FCD8B64-88C7-4621-932C-FBF159D9FCA8}" dt="2023-03-20T08:49:56.974" v="23"/>
          <ac:spMkLst>
            <pc:docMk/>
            <pc:sldMk cId="595686206" sldId="304"/>
            <ac:spMk id="11" creationId="{EB1F36A4-F115-3654-6772-56FF1779B12F}"/>
          </ac:spMkLst>
        </pc:spChg>
        <pc:spChg chg="add">
          <ac:chgData name="Flore Bergerot (Student at CentraleSupelec)" userId="S::flore.bergerot@student-cs.fr::9b398b0d-bf0e-40df-a42f-ff8ce2c7c285" providerId="AD" clId="Web-{4FCD8B64-88C7-4621-932C-FBF159D9FCA8}" dt="2023-03-20T08:49:57.021" v="24"/>
          <ac:spMkLst>
            <pc:docMk/>
            <pc:sldMk cId="595686206" sldId="304"/>
            <ac:spMk id="13" creationId="{95588FEC-9585-439D-D62A-1E8512C0EC8F}"/>
          </ac:spMkLst>
        </pc:spChg>
        <pc:spChg chg="add">
          <ac:chgData name="Flore Bergerot (Student at CentraleSupelec)" userId="S::flore.bergerot@student-cs.fr::9b398b0d-bf0e-40df-a42f-ff8ce2c7c285" providerId="AD" clId="Web-{4FCD8B64-88C7-4621-932C-FBF159D9FCA8}" dt="2023-03-20T08:49:57.037" v="25"/>
          <ac:spMkLst>
            <pc:docMk/>
            <pc:sldMk cId="595686206" sldId="304"/>
            <ac:spMk id="15" creationId="{499C2F42-C8D3-3831-FB1D-D49BE5F0E208}"/>
          </ac:spMkLst>
        </pc:spChg>
        <pc:spChg chg="add">
          <ac:chgData name="Flore Bergerot (Student at CentraleSupelec)" userId="S::flore.bergerot@student-cs.fr::9b398b0d-bf0e-40df-a42f-ff8ce2c7c285" providerId="AD" clId="Web-{4FCD8B64-88C7-4621-932C-FBF159D9FCA8}" dt="2023-03-20T08:49:57.068" v="26"/>
          <ac:spMkLst>
            <pc:docMk/>
            <pc:sldMk cId="595686206" sldId="304"/>
            <ac:spMk id="17" creationId="{C9A818D9-2A5F-548C-DCC7-F3A6A6AD3FCF}"/>
          </ac:spMkLst>
        </pc:spChg>
        <pc:spChg chg="add mod">
          <ac:chgData name="Flore Bergerot (Student at CentraleSupelec)" userId="S::flore.bergerot@student-cs.fr::9b398b0d-bf0e-40df-a42f-ff8ce2c7c285" providerId="AD" clId="Web-{4FCD8B64-88C7-4621-932C-FBF159D9FCA8}" dt="2023-03-20T08:50:05.709" v="28" actId="1076"/>
          <ac:spMkLst>
            <pc:docMk/>
            <pc:sldMk cId="595686206" sldId="304"/>
            <ac:spMk id="19" creationId="{C783C405-E8B7-4816-2717-197F2C9359F8}"/>
          </ac:spMkLst>
        </pc:spChg>
        <pc:spChg chg="mod">
          <ac:chgData name="Flore Bergerot (Student at CentraleSupelec)" userId="S::flore.bergerot@student-cs.fr::9b398b0d-bf0e-40df-a42f-ff8ce2c7c285" providerId="AD" clId="Web-{4FCD8B64-88C7-4621-932C-FBF159D9FCA8}" dt="2023-03-20T08:49:54.959" v="21" actId="20577"/>
          <ac:spMkLst>
            <pc:docMk/>
            <pc:sldMk cId="595686206" sldId="304"/>
            <ac:spMk id="101" creationId="{00000000-0000-0000-0000-000000000000}"/>
          </ac:spMkLst>
        </pc:spChg>
        <pc:cxnChg chg="add">
          <ac:chgData name="Flore Bergerot (Student at CentraleSupelec)" userId="S::flore.bergerot@student-cs.fr::9b398b0d-bf0e-40df-a42f-ff8ce2c7c285" providerId="AD" clId="Web-{4FCD8B64-88C7-4621-932C-FBF159D9FCA8}" dt="2023-03-20T08:49:56.958" v="22"/>
          <ac:cxnSpMkLst>
            <pc:docMk/>
            <pc:sldMk cId="595686206" sldId="304"/>
            <ac:cxnSpMk id="9" creationId="{EB4E2F48-0A78-85C9-12B8-CFCF30E8C923}"/>
          </ac:cxnSpMkLst>
        </pc:cxnChg>
      </pc:sldChg>
    </pc:docChg>
  </pc:docChgLst>
  <pc:docChgLst>
    <pc:chgData name="Louis Dupont (Student at CentraleSupelec)" userId="687fdefc-11b0-4eb9-bd08-c0f42067fdf3" providerId="ADAL" clId="{BC2F0326-1179-49B3-9F1F-9881140E78BE}"/>
    <pc:docChg chg="undo custSel addSld delSld modSld sldOrd modMainMaster addSection delSection modSection">
      <pc:chgData name="Louis Dupont (Student at CentraleSupelec)" userId="687fdefc-11b0-4eb9-bd08-c0f42067fdf3" providerId="ADAL" clId="{BC2F0326-1179-49B3-9F1F-9881140E78BE}" dt="2023-03-31T07:43:40.664" v="2452" actId="20577"/>
      <pc:docMkLst>
        <pc:docMk/>
      </pc:docMkLst>
      <pc:sldChg chg="addSp delSp modSp mod">
        <pc:chgData name="Louis Dupont (Student at CentraleSupelec)" userId="687fdefc-11b0-4eb9-bd08-c0f42067fdf3" providerId="ADAL" clId="{BC2F0326-1179-49B3-9F1F-9881140E78BE}" dt="2023-03-20T13:03:04.989" v="2442" actId="115"/>
        <pc:sldMkLst>
          <pc:docMk/>
          <pc:sldMk cId="3827946629" sldId="257"/>
        </pc:sldMkLst>
        <pc:spChg chg="add mod">
          <ac:chgData name="Louis Dupont (Student at CentraleSupelec)" userId="687fdefc-11b0-4eb9-bd08-c0f42067fdf3" providerId="ADAL" clId="{BC2F0326-1179-49B3-9F1F-9881140E78BE}" dt="2023-02-27T15:32:59.669" v="1901"/>
          <ac:spMkLst>
            <pc:docMk/>
            <pc:sldMk cId="3827946629" sldId="257"/>
            <ac:spMk id="2" creationId="{E84CDDEA-821F-E7CF-C2EE-8C792ECF09D3}"/>
          </ac:spMkLst>
        </pc:spChg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3827946629" sldId="257"/>
            <ac:spMk id="6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7:10.948" v="1893" actId="20577"/>
          <ac:spMkLst>
            <pc:docMk/>
            <pc:sldMk cId="3827946629" sldId="257"/>
            <ac:spMk id="7" creationId="{00000000-0000-0000-0000-000000000000}"/>
          </ac:spMkLst>
        </pc:spChg>
        <pc:spChg chg="del">
          <ac:chgData name="Louis Dupont (Student at CentraleSupelec)" userId="687fdefc-11b0-4eb9-bd08-c0f42067fdf3" providerId="ADAL" clId="{BC2F0326-1179-49B3-9F1F-9881140E78BE}" dt="2023-02-27T15:29:25.124" v="1895" actId="478"/>
          <ac:spMkLst>
            <pc:docMk/>
            <pc:sldMk cId="3827946629" sldId="257"/>
            <ac:spMk id="8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3-20T13:03:04.989" v="2442" actId="115"/>
          <ac:spMkLst>
            <pc:docMk/>
            <pc:sldMk cId="3827946629" sldId="257"/>
            <ac:spMk id="11" creationId="{00000000-0000-0000-0000-000000000000}"/>
          </ac:spMkLst>
        </pc:spChg>
      </pc:sldChg>
      <pc:sldChg chg="modSp del ord">
        <pc:chgData name="Louis Dupont (Student at CentraleSupelec)" userId="687fdefc-11b0-4eb9-bd08-c0f42067fdf3" providerId="ADAL" clId="{BC2F0326-1179-49B3-9F1F-9881140E78BE}" dt="2023-03-20T13:02:38.223" v="2439"/>
        <pc:sldMkLst>
          <pc:docMk/>
          <pc:sldMk cId="3161668088" sldId="267"/>
        </pc:sldMkLst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3161668088" sldId="267"/>
            <ac:spMk id="23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3161668088" sldId="267"/>
            <ac:spMk id="24" creationId="{00000000-0000-0000-0000-000000000000}"/>
          </ac:spMkLst>
        </pc:spChg>
      </pc:sldChg>
      <pc:sldChg chg="modSp del">
        <pc:chgData name="Louis Dupont (Student at CentraleSupelec)" userId="687fdefc-11b0-4eb9-bd08-c0f42067fdf3" providerId="ADAL" clId="{BC2F0326-1179-49B3-9F1F-9881140E78BE}" dt="2023-02-15T13:25:13.690" v="1050" actId="47"/>
        <pc:sldMkLst>
          <pc:docMk/>
          <pc:sldMk cId="3277178420" sldId="289"/>
        </pc:sldMkLst>
        <pc:spChg chg="mod">
          <ac:chgData name="Louis Dupont (Student at CentraleSupelec)" userId="687fdefc-11b0-4eb9-bd08-c0f42067fdf3" providerId="ADAL" clId="{BC2F0326-1179-49B3-9F1F-9881140E78BE}" dt="2023-02-15T13:03:54.514" v="10"/>
          <ac:spMkLst>
            <pc:docMk/>
            <pc:sldMk cId="3277178420" sldId="289"/>
            <ac:spMk id="6" creationId="{00000000-0000-0000-0000-000000000000}"/>
          </ac:spMkLst>
        </pc:spChg>
      </pc:sldChg>
      <pc:sldChg chg="modSp del">
        <pc:chgData name="Louis Dupont (Student at CentraleSupelec)" userId="687fdefc-11b0-4eb9-bd08-c0f42067fdf3" providerId="ADAL" clId="{BC2F0326-1179-49B3-9F1F-9881140E78BE}" dt="2023-02-15T13:25:15.690" v="1051" actId="47"/>
        <pc:sldMkLst>
          <pc:docMk/>
          <pc:sldMk cId="2940396715" sldId="290"/>
        </pc:sldMkLst>
        <pc:spChg chg="mod">
          <ac:chgData name="Louis Dupont (Student at CentraleSupelec)" userId="687fdefc-11b0-4eb9-bd08-c0f42067fdf3" providerId="ADAL" clId="{BC2F0326-1179-49B3-9F1F-9881140E78BE}" dt="2023-02-15T13:03:54.514" v="10"/>
          <ac:spMkLst>
            <pc:docMk/>
            <pc:sldMk cId="2940396715" sldId="290"/>
            <ac:spMk id="6" creationId="{00000000-0000-0000-0000-000000000000}"/>
          </ac:spMkLst>
        </pc:spChg>
      </pc:sldChg>
      <pc:sldChg chg="modSp del">
        <pc:chgData name="Louis Dupont (Student at CentraleSupelec)" userId="687fdefc-11b0-4eb9-bd08-c0f42067fdf3" providerId="ADAL" clId="{BC2F0326-1179-49B3-9F1F-9881140E78BE}" dt="2023-02-15T13:25:16.551" v="1052" actId="47"/>
        <pc:sldMkLst>
          <pc:docMk/>
          <pc:sldMk cId="709355255" sldId="291"/>
        </pc:sldMkLst>
        <pc:spChg chg="mod">
          <ac:chgData name="Louis Dupont (Student at CentraleSupelec)" userId="687fdefc-11b0-4eb9-bd08-c0f42067fdf3" providerId="ADAL" clId="{BC2F0326-1179-49B3-9F1F-9881140E78BE}" dt="2023-02-15T13:03:54.514" v="10"/>
          <ac:spMkLst>
            <pc:docMk/>
            <pc:sldMk cId="709355255" sldId="291"/>
            <ac:spMk id="5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BC2F0326-1179-49B3-9F1F-9881140E78BE}" dt="2023-02-27T15:28:33.200" v="1894"/>
        <pc:sldMkLst>
          <pc:docMk/>
          <pc:sldMk cId="336249700" sldId="292"/>
        </pc:sldMkLst>
        <pc:spChg chg="mod">
          <ac:chgData name="Louis Dupont (Student at CentraleSupelec)" userId="687fdefc-11b0-4eb9-bd08-c0f42067fdf3" providerId="ADAL" clId="{BC2F0326-1179-49B3-9F1F-9881140E78BE}" dt="2023-02-15T13:03:54.514" v="10"/>
          <ac:spMkLst>
            <pc:docMk/>
            <pc:sldMk cId="336249700" sldId="292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336249700" sldId="292"/>
            <ac:spMk id="6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15T13:10:42.403" v="14" actId="120"/>
          <ac:spMkLst>
            <pc:docMk/>
            <pc:sldMk cId="336249700" sldId="292"/>
            <ac:spMk id="101" creationId="{00000000-0000-0000-0000-000000000000}"/>
          </ac:spMkLst>
        </pc:spChg>
      </pc:sldChg>
      <pc:sldChg chg="modSp del">
        <pc:chgData name="Louis Dupont (Student at CentraleSupelec)" userId="687fdefc-11b0-4eb9-bd08-c0f42067fdf3" providerId="ADAL" clId="{BC2F0326-1179-49B3-9F1F-9881140E78BE}" dt="2023-02-15T13:25:17.131" v="1053" actId="47"/>
        <pc:sldMkLst>
          <pc:docMk/>
          <pc:sldMk cId="2976018367" sldId="293"/>
        </pc:sldMkLst>
        <pc:spChg chg="mod">
          <ac:chgData name="Louis Dupont (Student at CentraleSupelec)" userId="687fdefc-11b0-4eb9-bd08-c0f42067fdf3" providerId="ADAL" clId="{BC2F0326-1179-49B3-9F1F-9881140E78BE}" dt="2023-02-15T13:03:54.514" v="10"/>
          <ac:spMkLst>
            <pc:docMk/>
            <pc:sldMk cId="2976018367" sldId="293"/>
            <ac:spMk id="6" creationId="{00000000-0000-0000-0000-000000000000}"/>
          </ac:spMkLst>
        </pc:spChg>
      </pc:sldChg>
      <pc:sldChg chg="modSp del">
        <pc:chgData name="Louis Dupont (Student at CentraleSupelec)" userId="687fdefc-11b0-4eb9-bd08-c0f42067fdf3" providerId="ADAL" clId="{BC2F0326-1179-49B3-9F1F-9881140E78BE}" dt="2023-02-15T13:25:18.201" v="1054" actId="47"/>
        <pc:sldMkLst>
          <pc:docMk/>
          <pc:sldMk cId="4271017113" sldId="294"/>
        </pc:sldMkLst>
        <pc:spChg chg="mod">
          <ac:chgData name="Louis Dupont (Student at CentraleSupelec)" userId="687fdefc-11b0-4eb9-bd08-c0f42067fdf3" providerId="ADAL" clId="{BC2F0326-1179-49B3-9F1F-9881140E78BE}" dt="2023-02-15T13:03:54.514" v="10"/>
          <ac:spMkLst>
            <pc:docMk/>
            <pc:sldMk cId="4271017113" sldId="294"/>
            <ac:spMk id="6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BC2F0326-1179-49B3-9F1F-9881140E78BE}" dt="2023-03-20T13:02:38.223" v="2439"/>
        <pc:sldMkLst>
          <pc:docMk/>
          <pc:sldMk cId="1746474584" sldId="295"/>
        </pc:sldMkLst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1746474584" sldId="295"/>
            <ac:spMk id="3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1746474584" sldId="295"/>
            <ac:spMk id="5" creationId="{00000000-0000-0000-0000-000000000000}"/>
          </ac:spMkLst>
        </pc:spChg>
        <pc:graphicFrameChg chg="mod modGraphic">
          <ac:chgData name="Louis Dupont (Student at CentraleSupelec)" userId="687fdefc-11b0-4eb9-bd08-c0f42067fdf3" providerId="ADAL" clId="{BC2F0326-1179-49B3-9F1F-9881140E78BE}" dt="2023-02-15T13:49:07.748" v="1629" actId="404"/>
          <ac:graphicFrameMkLst>
            <pc:docMk/>
            <pc:sldMk cId="1746474584" sldId="295"/>
            <ac:graphicFrameMk id="2" creationId="{00000000-0000-0000-0000-000000000000}"/>
          </ac:graphicFrameMkLst>
        </pc:graphicFrameChg>
      </pc:sldChg>
      <pc:sldChg chg="addSp delSp modSp add mod">
        <pc:chgData name="Louis Dupont (Student at CentraleSupelec)" userId="687fdefc-11b0-4eb9-bd08-c0f42067fdf3" providerId="ADAL" clId="{BC2F0326-1179-49B3-9F1F-9881140E78BE}" dt="2023-03-20T13:02:38.223" v="2439"/>
        <pc:sldMkLst>
          <pc:docMk/>
          <pc:sldMk cId="2595012187" sldId="296"/>
        </pc:sldMkLst>
        <pc:spChg chg="add mod">
          <ac:chgData name="Louis Dupont (Student at CentraleSupelec)" userId="687fdefc-11b0-4eb9-bd08-c0f42067fdf3" providerId="ADAL" clId="{BC2F0326-1179-49B3-9F1F-9881140E78BE}" dt="2023-02-27T15:24:28.680" v="1657" actId="1076"/>
          <ac:spMkLst>
            <pc:docMk/>
            <pc:sldMk cId="2595012187" sldId="296"/>
            <ac:spMk id="3" creationId="{836C6E4F-1A95-D44B-0DFB-93CC56D2AAF2}"/>
          </ac:spMkLst>
        </pc:spChg>
        <pc:spChg chg="add mod">
          <ac:chgData name="Louis Dupont (Student at CentraleSupelec)" userId="687fdefc-11b0-4eb9-bd08-c0f42067fdf3" providerId="ADAL" clId="{BC2F0326-1179-49B3-9F1F-9881140E78BE}" dt="2023-02-27T15:24:36.326" v="1660" actId="1076"/>
          <ac:spMkLst>
            <pc:docMk/>
            <pc:sldMk cId="2595012187" sldId="296"/>
            <ac:spMk id="4" creationId="{A3CE98D9-BF3B-B14A-E326-CAA642D45AFD}"/>
          </ac:spMkLst>
        </pc:spChg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2595012187" sldId="296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2595012187" sldId="296"/>
            <ac:spMk id="6" creationId="{00000000-0000-0000-0000-000000000000}"/>
          </ac:spMkLst>
        </pc:spChg>
        <pc:spChg chg="del mod">
          <ac:chgData name="Louis Dupont (Student at CentraleSupelec)" userId="687fdefc-11b0-4eb9-bd08-c0f42067fdf3" providerId="ADAL" clId="{BC2F0326-1179-49B3-9F1F-9881140E78BE}" dt="2023-02-15T13:28:05.414" v="1062" actId="478"/>
          <ac:spMkLst>
            <pc:docMk/>
            <pc:sldMk cId="2595012187" sldId="296"/>
            <ac:spMk id="8" creationId="{FF42EF75-85C8-449D-9E3F-3EDD329FF0E4}"/>
          </ac:spMkLst>
        </pc:spChg>
        <pc:spChg chg="mod">
          <ac:chgData name="Louis Dupont (Student at CentraleSupelec)" userId="687fdefc-11b0-4eb9-bd08-c0f42067fdf3" providerId="ADAL" clId="{BC2F0326-1179-49B3-9F1F-9881140E78BE}" dt="2023-03-06T14:29:56.618" v="2418" actId="20577"/>
          <ac:spMkLst>
            <pc:docMk/>
            <pc:sldMk cId="2595012187" sldId="296"/>
            <ac:spMk id="101" creationId="{00000000-0000-0000-0000-000000000000}"/>
          </ac:spMkLst>
        </pc:spChg>
        <pc:picChg chg="add del mod">
          <ac:chgData name="Louis Dupont (Student at CentraleSupelec)" userId="687fdefc-11b0-4eb9-bd08-c0f42067fdf3" providerId="ADAL" clId="{BC2F0326-1179-49B3-9F1F-9881140E78BE}" dt="2023-02-15T13:18:24.690" v="614" actId="478"/>
          <ac:picMkLst>
            <pc:docMk/>
            <pc:sldMk cId="2595012187" sldId="296"/>
            <ac:picMk id="3" creationId="{DF94E12E-B459-B152-5A4D-7C694BA14E80}"/>
          </ac:picMkLst>
        </pc:picChg>
        <pc:picChg chg="add mod">
          <ac:chgData name="Louis Dupont (Student at CentraleSupelec)" userId="687fdefc-11b0-4eb9-bd08-c0f42067fdf3" providerId="ADAL" clId="{BC2F0326-1179-49B3-9F1F-9881140E78BE}" dt="2023-02-27T15:25:41.298" v="1770" actId="1076"/>
          <ac:picMkLst>
            <pc:docMk/>
            <pc:sldMk cId="2595012187" sldId="296"/>
            <ac:picMk id="10" creationId="{E1545E0D-4A64-2C3B-A3C9-B7F899635EF4}"/>
          </ac:picMkLst>
        </pc:picChg>
      </pc:sldChg>
      <pc:sldChg chg="new del">
        <pc:chgData name="Louis Dupont (Student at CentraleSupelec)" userId="687fdefc-11b0-4eb9-bd08-c0f42067fdf3" providerId="ADAL" clId="{BC2F0326-1179-49B3-9F1F-9881140E78BE}" dt="2023-02-15T13:03:19.129" v="9" actId="47"/>
        <pc:sldMkLst>
          <pc:docMk/>
          <pc:sldMk cId="2731188855" sldId="296"/>
        </pc:sldMkLst>
      </pc:sldChg>
      <pc:sldChg chg="modSp mod">
        <pc:chgData name="Louis Dupont (Student at CentraleSupelec)" userId="687fdefc-11b0-4eb9-bd08-c0f42067fdf3" providerId="ADAL" clId="{BC2F0326-1179-49B3-9F1F-9881140E78BE}" dt="2023-03-20T13:02:38.223" v="2439"/>
        <pc:sldMkLst>
          <pc:docMk/>
          <pc:sldMk cId="1336084705" sldId="297"/>
        </pc:sldMkLst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1336084705" sldId="297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1336084705" sldId="297"/>
            <ac:spMk id="6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15T13:30:15.183" v="1068" actId="403"/>
          <ac:spMkLst>
            <pc:docMk/>
            <pc:sldMk cId="1336084705" sldId="297"/>
            <ac:spMk id="101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BC2F0326-1179-49B3-9F1F-9881140E78BE}" dt="2023-03-20T13:02:38.223" v="2439"/>
        <pc:sldMkLst>
          <pc:docMk/>
          <pc:sldMk cId="175661928" sldId="298"/>
        </pc:sldMkLst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175661928" sldId="298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175661928" sldId="298"/>
            <ac:spMk id="6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15T13:30:24.351" v="1069" actId="255"/>
          <ac:spMkLst>
            <pc:docMk/>
            <pc:sldMk cId="175661928" sldId="298"/>
            <ac:spMk id="101" creationId="{00000000-0000-0000-0000-000000000000}"/>
          </ac:spMkLst>
        </pc:spChg>
      </pc:sldChg>
      <pc:sldChg chg="addSp delSp modSp mod">
        <pc:chgData name="Louis Dupont (Student at CentraleSupelec)" userId="687fdefc-11b0-4eb9-bd08-c0f42067fdf3" providerId="ADAL" clId="{BC2F0326-1179-49B3-9F1F-9881140E78BE}" dt="2023-03-20T13:02:38.223" v="2439"/>
        <pc:sldMkLst>
          <pc:docMk/>
          <pc:sldMk cId="1596054046" sldId="299"/>
        </pc:sldMkLst>
        <pc:spChg chg="add mod">
          <ac:chgData name="Louis Dupont (Student at CentraleSupelec)" userId="687fdefc-11b0-4eb9-bd08-c0f42067fdf3" providerId="ADAL" clId="{BC2F0326-1179-49B3-9F1F-9881140E78BE}" dt="2023-03-06T14:13:36.293" v="2410" actId="1035"/>
          <ac:spMkLst>
            <pc:docMk/>
            <pc:sldMk cId="1596054046" sldId="299"/>
            <ac:spMk id="2" creationId="{FD1EEEE5-5ADE-2B07-2570-8683FC642E3D}"/>
          </ac:spMkLst>
        </pc:spChg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1596054046" sldId="299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1596054046" sldId="299"/>
            <ac:spMk id="6" creationId="{00000000-0000-0000-0000-000000000000}"/>
          </ac:spMkLst>
        </pc:spChg>
        <pc:spChg chg="del">
          <ac:chgData name="Louis Dupont (Student at CentraleSupelec)" userId="687fdefc-11b0-4eb9-bd08-c0f42067fdf3" providerId="ADAL" clId="{BC2F0326-1179-49B3-9F1F-9881140E78BE}" dt="2023-02-15T13:46:39.345" v="1606" actId="478"/>
          <ac:spMkLst>
            <pc:docMk/>
            <pc:sldMk cId="1596054046" sldId="299"/>
            <ac:spMk id="8" creationId="{FF42EF75-85C8-449D-9E3F-3EDD329FF0E4}"/>
          </ac:spMkLst>
        </pc:spChg>
        <pc:spChg chg="mod">
          <ac:chgData name="Louis Dupont (Student at CentraleSupelec)" userId="687fdefc-11b0-4eb9-bd08-c0f42067fdf3" providerId="ADAL" clId="{BC2F0326-1179-49B3-9F1F-9881140E78BE}" dt="2023-03-06T14:11:22.807" v="2370" actId="21"/>
          <ac:spMkLst>
            <pc:docMk/>
            <pc:sldMk cId="1596054046" sldId="299"/>
            <ac:spMk id="14" creationId="{A69A65C9-0FD4-1E49-570F-808BE19D6B2D}"/>
          </ac:spMkLst>
        </pc:spChg>
        <pc:spChg chg="mod">
          <ac:chgData name="Louis Dupont (Student at CentraleSupelec)" userId="687fdefc-11b0-4eb9-bd08-c0f42067fdf3" providerId="ADAL" clId="{BC2F0326-1179-49B3-9F1F-9881140E78BE}" dt="2023-02-15T13:29:40.950" v="1067" actId="14100"/>
          <ac:spMkLst>
            <pc:docMk/>
            <pc:sldMk cId="1596054046" sldId="299"/>
            <ac:spMk id="101" creationId="{00000000-0000-0000-0000-000000000000}"/>
          </ac:spMkLst>
        </pc:spChg>
        <pc:picChg chg="mod modCrop">
          <ac:chgData name="Louis Dupont (Student at CentraleSupelec)" userId="687fdefc-11b0-4eb9-bd08-c0f42067fdf3" providerId="ADAL" clId="{BC2F0326-1179-49B3-9F1F-9881140E78BE}" dt="2023-03-06T14:13:40.839" v="2411" actId="1076"/>
          <ac:picMkLst>
            <pc:docMk/>
            <pc:sldMk cId="1596054046" sldId="299"/>
            <ac:picMk id="3" creationId="{52909F0A-3E69-AFB3-33AE-B1C1FAF45B27}"/>
          </ac:picMkLst>
        </pc:picChg>
        <pc:picChg chg="mod">
          <ac:chgData name="Louis Dupont (Student at CentraleSupelec)" userId="687fdefc-11b0-4eb9-bd08-c0f42067fdf3" providerId="ADAL" clId="{BC2F0326-1179-49B3-9F1F-9881140E78BE}" dt="2023-02-15T13:46:32.946" v="1604" actId="1076"/>
          <ac:picMkLst>
            <pc:docMk/>
            <pc:sldMk cId="1596054046" sldId="299"/>
            <ac:picMk id="15" creationId="{7E39E7A9-9141-BCD9-3BC3-1C6585F82E07}"/>
          </ac:picMkLst>
        </pc:picChg>
        <pc:picChg chg="mod">
          <ac:chgData name="Louis Dupont (Student at CentraleSupelec)" userId="687fdefc-11b0-4eb9-bd08-c0f42067fdf3" providerId="ADAL" clId="{BC2F0326-1179-49B3-9F1F-9881140E78BE}" dt="2023-02-15T13:46:34.166" v="1605" actId="1076"/>
          <ac:picMkLst>
            <pc:docMk/>
            <pc:sldMk cId="1596054046" sldId="299"/>
            <ac:picMk id="16" creationId="{068226C3-E64C-AC6B-72C7-E5CCF1271A85}"/>
          </ac:picMkLst>
        </pc:picChg>
      </pc:sldChg>
      <pc:sldChg chg="modSp">
        <pc:chgData name="Louis Dupont (Student at CentraleSupelec)" userId="687fdefc-11b0-4eb9-bd08-c0f42067fdf3" providerId="ADAL" clId="{BC2F0326-1179-49B3-9F1F-9881140E78BE}" dt="2023-02-27T15:28:33.200" v="1894"/>
        <pc:sldMkLst>
          <pc:docMk/>
          <pc:sldMk cId="3395863333" sldId="300"/>
        </pc:sldMkLst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3395863333" sldId="300"/>
            <ac:spMk id="6" creationId="{00000000-0000-0000-0000-000000000000}"/>
          </ac:spMkLst>
        </pc:spChg>
      </pc:sldChg>
      <pc:sldChg chg="addSp delSp modSp add mod">
        <pc:chgData name="Louis Dupont (Student at CentraleSupelec)" userId="687fdefc-11b0-4eb9-bd08-c0f42067fdf3" providerId="ADAL" clId="{BC2F0326-1179-49B3-9F1F-9881140E78BE}" dt="2023-03-20T13:02:38.223" v="2439"/>
        <pc:sldMkLst>
          <pc:docMk/>
          <pc:sldMk cId="1457584215" sldId="301"/>
        </pc:sldMkLst>
        <pc:spChg chg="mod">
          <ac:chgData name="Louis Dupont (Student at CentraleSupelec)" userId="687fdefc-11b0-4eb9-bd08-c0f42067fdf3" providerId="ADAL" clId="{BC2F0326-1179-49B3-9F1F-9881140E78BE}" dt="2023-02-27T15:46:01.943" v="2369" actId="1036"/>
          <ac:spMkLst>
            <pc:docMk/>
            <pc:sldMk cId="1457584215" sldId="301"/>
            <ac:spMk id="4" creationId="{A3CE98D9-BF3B-B14A-E326-CAA642D45AFD}"/>
          </ac:spMkLst>
        </pc:spChg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1457584215" sldId="301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1457584215" sldId="301"/>
            <ac:spMk id="6" creationId="{00000000-0000-0000-0000-000000000000}"/>
          </ac:spMkLst>
        </pc:spChg>
        <pc:spChg chg="add mod">
          <ac:chgData name="Louis Dupont (Student at CentraleSupelec)" userId="687fdefc-11b0-4eb9-bd08-c0f42067fdf3" providerId="ADAL" clId="{BC2F0326-1179-49B3-9F1F-9881140E78BE}" dt="2023-03-06T14:12:54.793" v="2404" actId="1035"/>
          <ac:spMkLst>
            <pc:docMk/>
            <pc:sldMk cId="1457584215" sldId="301"/>
            <ac:spMk id="10" creationId="{8EFE8D7D-BEF9-A7E5-45FB-C525761741D8}"/>
          </ac:spMkLst>
        </pc:spChg>
        <pc:spChg chg="add mod">
          <ac:chgData name="Louis Dupont (Student at CentraleSupelec)" userId="687fdefc-11b0-4eb9-bd08-c0f42067fdf3" providerId="ADAL" clId="{BC2F0326-1179-49B3-9F1F-9881140E78BE}" dt="2023-02-15T13:45:51.940" v="1599" actId="1076"/>
          <ac:spMkLst>
            <pc:docMk/>
            <pc:sldMk cId="1457584215" sldId="301"/>
            <ac:spMk id="13" creationId="{9921CC78-ACFD-9F65-FFAC-AF1A35A93CE9}"/>
          </ac:spMkLst>
        </pc:spChg>
        <pc:spChg chg="mod">
          <ac:chgData name="Louis Dupont (Student at CentraleSupelec)" userId="687fdefc-11b0-4eb9-bd08-c0f42067fdf3" providerId="ADAL" clId="{BC2F0326-1179-49B3-9F1F-9881140E78BE}" dt="2023-03-06T14:12:51.300" v="2399" actId="1076"/>
          <ac:spMkLst>
            <pc:docMk/>
            <pc:sldMk cId="1457584215" sldId="301"/>
            <ac:spMk id="101" creationId="{00000000-0000-0000-0000-000000000000}"/>
          </ac:spMkLst>
        </pc:spChg>
        <pc:picChg chg="add del mod">
          <ac:chgData name="Louis Dupont (Student at CentraleSupelec)" userId="687fdefc-11b0-4eb9-bd08-c0f42067fdf3" providerId="ADAL" clId="{BC2F0326-1179-49B3-9F1F-9881140E78BE}" dt="2023-02-27T15:42:26.852" v="2029" actId="478"/>
          <ac:picMkLst>
            <pc:docMk/>
            <pc:sldMk cId="1457584215" sldId="301"/>
            <ac:picMk id="3" creationId="{3606868D-E2BC-157D-39D1-4A142CA97D53}"/>
          </ac:picMkLst>
        </pc:picChg>
        <pc:picChg chg="add mod modCrop">
          <ac:chgData name="Louis Dupont (Student at CentraleSupelec)" userId="687fdefc-11b0-4eb9-bd08-c0f42067fdf3" providerId="ADAL" clId="{BC2F0326-1179-49B3-9F1F-9881140E78BE}" dt="2023-02-27T15:46:01.943" v="2369" actId="1036"/>
          <ac:picMkLst>
            <pc:docMk/>
            <pc:sldMk cId="1457584215" sldId="301"/>
            <ac:picMk id="8" creationId="{CC0627CD-35CC-29EB-0565-F4CA3EBD5E28}"/>
          </ac:picMkLst>
        </pc:picChg>
        <pc:picChg chg="add del">
          <ac:chgData name="Louis Dupont (Student at CentraleSupelec)" userId="687fdefc-11b0-4eb9-bd08-c0f42067fdf3" providerId="ADAL" clId="{BC2F0326-1179-49B3-9F1F-9881140E78BE}" dt="2023-02-15T13:37:41.066" v="1077" actId="22"/>
          <ac:picMkLst>
            <pc:docMk/>
            <pc:sldMk cId="1457584215" sldId="301"/>
            <ac:picMk id="9" creationId="{CFEC5BFF-4C4B-D0E4-1B18-0816E23452B4}"/>
          </ac:picMkLst>
        </pc:picChg>
        <pc:picChg chg="del">
          <ac:chgData name="Louis Dupont (Student at CentraleSupelec)" userId="687fdefc-11b0-4eb9-bd08-c0f42067fdf3" providerId="ADAL" clId="{BC2F0326-1179-49B3-9F1F-9881140E78BE}" dt="2023-02-15T13:32:44.117" v="1074" actId="478"/>
          <ac:picMkLst>
            <pc:docMk/>
            <pc:sldMk cId="1457584215" sldId="301"/>
            <ac:picMk id="10" creationId="{E1545E0D-4A64-2C3B-A3C9-B7F899635EF4}"/>
          </ac:picMkLst>
        </pc:picChg>
        <pc:picChg chg="add mod">
          <ac:chgData name="Louis Dupont (Student at CentraleSupelec)" userId="687fdefc-11b0-4eb9-bd08-c0f42067fdf3" providerId="ADAL" clId="{BC2F0326-1179-49B3-9F1F-9881140E78BE}" dt="2023-02-27T15:45:50.504" v="2356" actId="1076"/>
          <ac:picMkLst>
            <pc:docMk/>
            <pc:sldMk cId="1457584215" sldId="301"/>
            <ac:picMk id="12" creationId="{7AAFDC01-E8A6-9A79-5255-C7FBD2FF6084}"/>
          </ac:picMkLst>
        </pc:picChg>
      </pc:sldChg>
      <pc:sldChg chg="modSp mod">
        <pc:chgData name="Louis Dupont (Student at CentraleSupelec)" userId="687fdefc-11b0-4eb9-bd08-c0f42067fdf3" providerId="ADAL" clId="{BC2F0326-1179-49B3-9F1F-9881140E78BE}" dt="2023-03-20T13:02:38.223" v="2439"/>
        <pc:sldMkLst>
          <pc:docMk/>
          <pc:sldMk cId="1921551548" sldId="302"/>
        </pc:sldMkLst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1921551548" sldId="302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1921551548" sldId="302"/>
            <ac:spMk id="6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3-06T14:13:05.001" v="2405" actId="20577"/>
          <ac:spMkLst>
            <pc:docMk/>
            <pc:sldMk cId="1921551548" sldId="302"/>
            <ac:spMk id="8" creationId="{FF42EF75-85C8-449D-9E3F-3EDD329FF0E4}"/>
          </ac:spMkLst>
        </pc:spChg>
        <pc:spChg chg="mod">
          <ac:chgData name="Louis Dupont (Student at CentraleSupelec)" userId="687fdefc-11b0-4eb9-bd08-c0f42067fdf3" providerId="ADAL" clId="{BC2F0326-1179-49B3-9F1F-9881140E78BE}" dt="2023-02-15T13:50:22.809" v="1644" actId="404"/>
          <ac:spMkLst>
            <pc:docMk/>
            <pc:sldMk cId="1921551548" sldId="302"/>
            <ac:spMk id="14" creationId="{A69A65C9-0FD4-1E49-570F-808BE19D6B2D}"/>
          </ac:spMkLst>
        </pc:spChg>
      </pc:sldChg>
      <pc:sldChg chg="modSp mod">
        <pc:chgData name="Louis Dupont (Student at CentraleSupelec)" userId="687fdefc-11b0-4eb9-bd08-c0f42067fdf3" providerId="ADAL" clId="{BC2F0326-1179-49B3-9F1F-9881140E78BE}" dt="2023-03-31T07:43:40.664" v="2452" actId="20577"/>
        <pc:sldMkLst>
          <pc:docMk/>
          <pc:sldMk cId="3159682686" sldId="303"/>
        </pc:sldMkLst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3159682686" sldId="303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2-27T15:28:33.200" v="1894"/>
          <ac:spMkLst>
            <pc:docMk/>
            <pc:sldMk cId="3159682686" sldId="303"/>
            <ac:spMk id="6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3-31T07:43:40.664" v="2452" actId="20577"/>
          <ac:spMkLst>
            <pc:docMk/>
            <pc:sldMk cId="3159682686" sldId="303"/>
            <ac:spMk id="101" creationId="{00000000-0000-0000-0000-000000000000}"/>
          </ac:spMkLst>
        </pc:spChg>
      </pc:sldChg>
      <pc:sldChg chg="modSp mod">
        <pc:chgData name="Louis Dupont (Student at CentraleSupelec)" userId="687fdefc-11b0-4eb9-bd08-c0f42067fdf3" providerId="ADAL" clId="{BC2F0326-1179-49B3-9F1F-9881140E78BE}" dt="2023-03-20T13:02:38.223" v="2439"/>
        <pc:sldMkLst>
          <pc:docMk/>
          <pc:sldMk cId="595686206" sldId="304"/>
        </pc:sldMkLst>
        <pc:spChg chg="mod">
          <ac:chgData name="Louis Dupont (Student at CentraleSupelec)" userId="687fdefc-11b0-4eb9-bd08-c0f42067fdf3" providerId="ADAL" clId="{BC2F0326-1179-49B3-9F1F-9881140E78BE}" dt="2023-03-20T13:02:38.223" v="2439"/>
          <ac:spMkLst>
            <pc:docMk/>
            <pc:sldMk cId="595686206" sldId="304"/>
            <ac:spMk id="5" creationId="{00000000-0000-0000-0000-000000000000}"/>
          </ac:spMkLst>
        </pc:spChg>
        <pc:spChg chg="mod">
          <ac:chgData name="Louis Dupont (Student at CentraleSupelec)" userId="687fdefc-11b0-4eb9-bd08-c0f42067fdf3" providerId="ADAL" clId="{BC2F0326-1179-49B3-9F1F-9881140E78BE}" dt="2023-03-06T14:29:48.422" v="2414" actId="20577"/>
          <ac:spMkLst>
            <pc:docMk/>
            <pc:sldMk cId="595686206" sldId="304"/>
            <ac:spMk id="101" creationId="{00000000-0000-0000-0000-000000000000}"/>
          </ac:spMkLst>
        </pc:spChg>
      </pc:sldChg>
      <pc:sldMasterChg chg="modSldLayout">
        <pc:chgData name="Louis Dupont (Student at CentraleSupelec)" userId="687fdefc-11b0-4eb9-bd08-c0f42067fdf3" providerId="ADAL" clId="{BC2F0326-1179-49B3-9F1F-9881140E78BE}" dt="2023-03-20T13:02:38.223" v="2439"/>
        <pc:sldMasterMkLst>
          <pc:docMk/>
          <pc:sldMasterMk cId="0" sldId="2147483648"/>
        </pc:sldMasterMkLst>
        <pc:sldLayoutChg chg="modSp">
          <pc:chgData name="Louis Dupont (Student at CentraleSupelec)" userId="687fdefc-11b0-4eb9-bd08-c0f42067fdf3" providerId="ADAL" clId="{BC2F0326-1179-49B3-9F1F-9881140E78BE}" dt="2023-03-20T13:02:38.223" v="2439"/>
          <pc:sldLayoutMkLst>
            <pc:docMk/>
            <pc:sldMasterMk cId="0" sldId="2147483648"/>
            <pc:sldLayoutMk cId="0" sldId="2147483655"/>
          </pc:sldLayoutMkLst>
          <pc:spChg chg="mod">
            <ac:chgData name="Louis Dupont (Student at CentraleSupelec)" userId="687fdefc-11b0-4eb9-bd08-c0f42067fdf3" providerId="ADAL" clId="{BC2F0326-1179-49B3-9F1F-9881140E78BE}" dt="2023-03-20T13:02:38.223" v="2439"/>
            <ac:spMkLst>
              <pc:docMk/>
              <pc:sldMasterMk cId="0" sldId="2147483648"/>
              <pc:sldLayoutMk cId="0" sldId="2147483655"/>
              <ac:spMk id="10" creationId="{00000000-0000-0000-0000-000000000000}"/>
            </ac:spMkLst>
          </pc:spChg>
        </pc:sldLayoutChg>
        <pc:sldLayoutChg chg="modSp">
          <pc:chgData name="Louis Dupont (Student at CentraleSupelec)" userId="687fdefc-11b0-4eb9-bd08-c0f42067fdf3" providerId="ADAL" clId="{BC2F0326-1179-49B3-9F1F-9881140E78BE}" dt="2023-03-20T13:02:38.223" v="2439"/>
          <pc:sldLayoutMkLst>
            <pc:docMk/>
            <pc:sldMasterMk cId="0" sldId="2147483648"/>
            <pc:sldLayoutMk cId="2436282056" sldId="2147483660"/>
          </pc:sldLayoutMkLst>
          <pc:spChg chg="mod">
            <ac:chgData name="Louis Dupont (Student at CentraleSupelec)" userId="687fdefc-11b0-4eb9-bd08-c0f42067fdf3" providerId="ADAL" clId="{BC2F0326-1179-49B3-9F1F-9881140E78BE}" dt="2023-03-20T13:02:38.223" v="2439"/>
            <ac:spMkLst>
              <pc:docMk/>
              <pc:sldMasterMk cId="0" sldId="2147483648"/>
              <pc:sldLayoutMk cId="2436282056" sldId="2147483660"/>
              <ac:spMk id="4" creationId="{00000000-0000-0000-0000-000000000000}"/>
            </ac:spMkLst>
          </pc:spChg>
        </pc:sldLayoutChg>
        <pc:sldLayoutChg chg="modSp">
          <pc:chgData name="Louis Dupont (Student at CentraleSupelec)" userId="687fdefc-11b0-4eb9-bd08-c0f42067fdf3" providerId="ADAL" clId="{BC2F0326-1179-49B3-9F1F-9881140E78BE}" dt="2023-03-20T13:02:38.223" v="2439"/>
          <pc:sldLayoutMkLst>
            <pc:docMk/>
            <pc:sldMasterMk cId="0" sldId="2147483648"/>
            <pc:sldLayoutMk cId="3129036141" sldId="2147483661"/>
          </pc:sldLayoutMkLst>
          <pc:spChg chg="mod">
            <ac:chgData name="Louis Dupont (Student at CentraleSupelec)" userId="687fdefc-11b0-4eb9-bd08-c0f42067fdf3" providerId="ADAL" clId="{BC2F0326-1179-49B3-9F1F-9881140E78BE}" dt="2023-03-20T13:02:38.223" v="2439"/>
            <ac:spMkLst>
              <pc:docMk/>
              <pc:sldMasterMk cId="0" sldId="2147483648"/>
              <pc:sldLayoutMk cId="3129036141" sldId="2147483661"/>
              <ac:spMk id="13" creationId="{00000000-0000-0000-0000-000000000000}"/>
            </ac:spMkLst>
          </pc:spChg>
        </pc:sldLayoutChg>
        <pc:sldLayoutChg chg="modSp">
          <pc:chgData name="Louis Dupont (Student at CentraleSupelec)" userId="687fdefc-11b0-4eb9-bd08-c0f42067fdf3" providerId="ADAL" clId="{BC2F0326-1179-49B3-9F1F-9881140E78BE}" dt="2023-03-20T13:02:38.223" v="2439"/>
          <pc:sldLayoutMkLst>
            <pc:docMk/>
            <pc:sldMasterMk cId="0" sldId="2147483648"/>
            <pc:sldLayoutMk cId="3494463418" sldId="2147483662"/>
          </pc:sldLayoutMkLst>
          <pc:spChg chg="mod">
            <ac:chgData name="Louis Dupont (Student at CentraleSupelec)" userId="687fdefc-11b0-4eb9-bd08-c0f42067fdf3" providerId="ADAL" clId="{BC2F0326-1179-49B3-9F1F-9881140E78BE}" dt="2023-03-20T13:02:38.223" v="2439"/>
            <ac:spMkLst>
              <pc:docMk/>
              <pc:sldMasterMk cId="0" sldId="2147483648"/>
              <pc:sldLayoutMk cId="3494463418" sldId="2147483662"/>
              <ac:spMk id="4" creationId="{00000000-0000-0000-0000-000000000000}"/>
            </ac:spMkLst>
          </pc:spChg>
        </pc:sldLayoutChg>
        <pc:sldLayoutChg chg="modSp">
          <pc:chgData name="Louis Dupont (Student at CentraleSupelec)" userId="687fdefc-11b0-4eb9-bd08-c0f42067fdf3" providerId="ADAL" clId="{BC2F0326-1179-49B3-9F1F-9881140E78BE}" dt="2023-02-27T15:28:33.200" v="1894"/>
          <pc:sldLayoutMkLst>
            <pc:docMk/>
            <pc:sldMasterMk cId="0" sldId="2147483648"/>
            <pc:sldLayoutMk cId="2436282056" sldId="2147483663"/>
          </pc:sldLayoutMkLst>
          <pc:spChg chg="mod">
            <ac:chgData name="Louis Dupont (Student at CentraleSupelec)" userId="687fdefc-11b0-4eb9-bd08-c0f42067fdf3" providerId="ADAL" clId="{BC2F0326-1179-49B3-9F1F-9881140E78BE}" dt="2023-02-15T13:03:54.514" v="10"/>
            <ac:spMkLst>
              <pc:docMk/>
              <pc:sldMasterMk cId="0" sldId="2147483648"/>
              <pc:sldLayoutMk cId="2436282056" sldId="2147483663"/>
              <ac:spMk id="4" creationId="{00000000-0000-0000-0000-000000000000}"/>
            </ac:spMkLst>
          </pc:spChg>
          <pc:spChg chg="mod">
            <ac:chgData name="Louis Dupont (Student at CentraleSupelec)" userId="687fdefc-11b0-4eb9-bd08-c0f42067fdf3" providerId="ADAL" clId="{BC2F0326-1179-49B3-9F1F-9881140E78BE}" dt="2023-02-27T15:28:33.200" v="1894"/>
            <ac:spMkLst>
              <pc:docMk/>
              <pc:sldMasterMk cId="0" sldId="2147483648"/>
              <pc:sldLayoutMk cId="2436282056" sldId="2147483663"/>
              <ac:spMk id="5" creationId="{00000000-0000-0000-0000-000000000000}"/>
            </ac:spMkLst>
          </pc:spChg>
        </pc:sldLayoutChg>
        <pc:sldLayoutChg chg="modSp">
          <pc:chgData name="Louis Dupont (Student at CentraleSupelec)" userId="687fdefc-11b0-4eb9-bd08-c0f42067fdf3" providerId="ADAL" clId="{BC2F0326-1179-49B3-9F1F-9881140E78BE}" dt="2023-02-27T15:28:33.200" v="1894"/>
          <pc:sldLayoutMkLst>
            <pc:docMk/>
            <pc:sldMasterMk cId="0" sldId="2147483648"/>
            <pc:sldLayoutMk cId="3494463418" sldId="2147483664"/>
          </pc:sldLayoutMkLst>
          <pc:spChg chg="mod">
            <ac:chgData name="Louis Dupont (Student at CentraleSupelec)" userId="687fdefc-11b0-4eb9-bd08-c0f42067fdf3" providerId="ADAL" clId="{BC2F0326-1179-49B3-9F1F-9881140E78BE}" dt="2023-02-15T13:03:54.514" v="10"/>
            <ac:spMkLst>
              <pc:docMk/>
              <pc:sldMasterMk cId="0" sldId="2147483648"/>
              <pc:sldLayoutMk cId="3494463418" sldId="2147483664"/>
              <ac:spMk id="4" creationId="{00000000-0000-0000-0000-000000000000}"/>
            </ac:spMkLst>
          </pc:spChg>
          <pc:spChg chg="mod">
            <ac:chgData name="Louis Dupont (Student at CentraleSupelec)" userId="687fdefc-11b0-4eb9-bd08-c0f42067fdf3" providerId="ADAL" clId="{BC2F0326-1179-49B3-9F1F-9881140E78BE}" dt="2023-02-27T15:28:33.200" v="1894"/>
            <ac:spMkLst>
              <pc:docMk/>
              <pc:sldMasterMk cId="0" sldId="2147483648"/>
              <pc:sldLayoutMk cId="3494463418" sldId="2147483664"/>
              <ac:spMk id="5" creationId="{00000000-0000-0000-0000-000000000000}"/>
            </ac:spMkLst>
          </pc:spChg>
        </pc:sldLayoutChg>
        <pc:sldLayoutChg chg="modSp">
          <pc:chgData name="Louis Dupont (Student at CentraleSupelec)" userId="687fdefc-11b0-4eb9-bd08-c0f42067fdf3" providerId="ADAL" clId="{BC2F0326-1179-49B3-9F1F-9881140E78BE}" dt="2023-02-27T15:28:33.200" v="1894"/>
          <pc:sldLayoutMkLst>
            <pc:docMk/>
            <pc:sldMasterMk cId="0" sldId="2147483648"/>
            <pc:sldLayoutMk cId="0" sldId="2147483665"/>
          </pc:sldLayoutMkLst>
          <pc:spChg chg="mod">
            <ac:chgData name="Louis Dupont (Student at CentraleSupelec)" userId="687fdefc-11b0-4eb9-bd08-c0f42067fdf3" providerId="ADAL" clId="{BC2F0326-1179-49B3-9F1F-9881140E78BE}" dt="2023-02-27T15:28:33.200" v="1894"/>
            <ac:spMkLst>
              <pc:docMk/>
              <pc:sldMasterMk cId="0" sldId="2147483648"/>
              <pc:sldLayoutMk cId="0" sldId="2147483665"/>
              <ac:spMk id="3" creationId="{00000000-0000-0000-0000-000000000000}"/>
            </ac:spMkLst>
          </pc:spChg>
          <pc:spChg chg="mod">
            <ac:chgData name="Louis Dupont (Student at CentraleSupelec)" userId="687fdefc-11b0-4eb9-bd08-c0f42067fdf3" providerId="ADAL" clId="{BC2F0326-1179-49B3-9F1F-9881140E78BE}" dt="2023-02-15T13:03:54.514" v="10"/>
            <ac:spMkLst>
              <pc:docMk/>
              <pc:sldMasterMk cId="0" sldId="2147483648"/>
              <pc:sldLayoutMk cId="0" sldId="2147483665"/>
              <ac:spMk id="10" creationId="{00000000-0000-0000-0000-000000000000}"/>
            </ac:spMkLst>
          </pc:spChg>
        </pc:sldLayoutChg>
        <pc:sldLayoutChg chg="modSp">
          <pc:chgData name="Louis Dupont (Student at CentraleSupelec)" userId="687fdefc-11b0-4eb9-bd08-c0f42067fdf3" providerId="ADAL" clId="{BC2F0326-1179-49B3-9F1F-9881140E78BE}" dt="2023-02-27T15:28:33.200" v="1894"/>
          <pc:sldLayoutMkLst>
            <pc:docMk/>
            <pc:sldMasterMk cId="0" sldId="2147483648"/>
            <pc:sldLayoutMk cId="3129036141" sldId="2147483666"/>
          </pc:sldLayoutMkLst>
          <pc:spChg chg="mod">
            <ac:chgData name="Louis Dupont (Student at CentraleSupelec)" userId="687fdefc-11b0-4eb9-bd08-c0f42067fdf3" providerId="ADAL" clId="{BC2F0326-1179-49B3-9F1F-9881140E78BE}" dt="2023-02-27T15:28:33.200" v="1894"/>
            <ac:spMkLst>
              <pc:docMk/>
              <pc:sldMasterMk cId="0" sldId="2147483648"/>
              <pc:sldLayoutMk cId="3129036141" sldId="2147483666"/>
              <ac:spMk id="5" creationId="{00000000-0000-0000-0000-000000000000}"/>
            </ac:spMkLst>
          </pc:spChg>
          <pc:spChg chg="mod">
            <ac:chgData name="Louis Dupont (Student at CentraleSupelec)" userId="687fdefc-11b0-4eb9-bd08-c0f42067fdf3" providerId="ADAL" clId="{BC2F0326-1179-49B3-9F1F-9881140E78BE}" dt="2023-02-15T13:03:54.514" v="10"/>
            <ac:spMkLst>
              <pc:docMk/>
              <pc:sldMasterMk cId="0" sldId="2147483648"/>
              <pc:sldLayoutMk cId="3129036141" sldId="2147483666"/>
              <ac:spMk id="13" creationId="{00000000-0000-0000-0000-000000000000}"/>
            </ac:spMkLst>
          </pc:spChg>
        </pc:sldLayoutChg>
      </pc:sldMasterChg>
    </pc:docChg>
  </pc:docChgLst>
  <pc:docChgLst>
    <pc:chgData name="Flore Bergerot (Student at CentraleSupelec)" userId="S::flore.bergerot@student-cs.fr::9b398b0d-bf0e-40df-a42f-ff8ce2c7c285" providerId="AD" clId="Web-{47186C38-F874-4F95-9F34-300379C4CB49}"/>
    <pc:docChg chg="modSld">
      <pc:chgData name="Flore Bergerot (Student at CentraleSupelec)" userId="S::flore.bergerot@student-cs.fr::9b398b0d-bf0e-40df-a42f-ff8ce2c7c285" providerId="AD" clId="Web-{47186C38-F874-4F95-9F34-300379C4CB49}" dt="2023-03-20T14:07:59.240" v="0" actId="1076"/>
      <pc:docMkLst>
        <pc:docMk/>
      </pc:docMkLst>
      <pc:sldChg chg="modSp">
        <pc:chgData name="Flore Bergerot (Student at CentraleSupelec)" userId="S::flore.bergerot@student-cs.fr::9b398b0d-bf0e-40df-a42f-ff8ce2c7c285" providerId="AD" clId="Web-{47186C38-F874-4F95-9F34-300379C4CB49}" dt="2023-03-20T14:07:59.240" v="0" actId="1076"/>
        <pc:sldMkLst>
          <pc:docMk/>
          <pc:sldMk cId="595686206" sldId="304"/>
        </pc:sldMkLst>
        <pc:spChg chg="mod">
          <ac:chgData name="Flore Bergerot (Student at CentraleSupelec)" userId="S::flore.bergerot@student-cs.fr::9b398b0d-bf0e-40df-a42f-ff8ce2c7c285" providerId="AD" clId="Web-{47186C38-F874-4F95-9F34-300379C4CB49}" dt="2023-03-20T14:07:59.240" v="0" actId="1076"/>
          <ac:spMkLst>
            <pc:docMk/>
            <pc:sldMk cId="595686206" sldId="304"/>
            <ac:spMk id="19" creationId="{C783C405-E8B7-4816-2717-197F2C9359F8}"/>
          </ac:spMkLst>
        </pc:spChg>
      </pc:sldChg>
    </pc:docChg>
  </pc:docChgLst>
  <pc:docChgLst>
    <pc:chgData name="Theodore Paun (Student at CentraleSupelec)" userId="S::andrei-theodore.paun@student-cs.fr::af2f250b-43c5-404c-8c7f-0d6d18de496b" providerId="AD" clId="Web-{33F0FCA8-E675-4A91-A960-55EAB99ED6AA}"/>
    <pc:docChg chg="modSld">
      <pc:chgData name="Theodore Paun (Student at CentraleSupelec)" userId="S::andrei-theodore.paun@student-cs.fr::af2f250b-43c5-404c-8c7f-0d6d18de496b" providerId="AD" clId="Web-{33F0FCA8-E675-4A91-A960-55EAB99ED6AA}" dt="2023-02-27T14:05:33.279" v="12" actId="20577"/>
      <pc:docMkLst>
        <pc:docMk/>
      </pc:docMkLst>
      <pc:sldChg chg="modSp">
        <pc:chgData name="Theodore Paun (Student at CentraleSupelec)" userId="S::andrei-theodore.paun@student-cs.fr::af2f250b-43c5-404c-8c7f-0d6d18de496b" providerId="AD" clId="Web-{33F0FCA8-E675-4A91-A960-55EAB99ED6AA}" dt="2023-02-27T14:05:33.279" v="12" actId="20577"/>
        <pc:sldMkLst>
          <pc:docMk/>
          <pc:sldMk cId="1336084705" sldId="297"/>
        </pc:sldMkLst>
        <pc:spChg chg="mod">
          <ac:chgData name="Theodore Paun (Student at CentraleSupelec)" userId="S::andrei-theodore.paun@student-cs.fr::af2f250b-43c5-404c-8c7f-0d6d18de496b" providerId="AD" clId="Web-{33F0FCA8-E675-4A91-A960-55EAB99ED6AA}" dt="2023-02-27T14:04:51.448" v="1" actId="20577"/>
          <ac:spMkLst>
            <pc:docMk/>
            <pc:sldMk cId="1336084705" sldId="297"/>
            <ac:spMk id="8" creationId="{FF42EF75-85C8-449D-9E3F-3EDD329FF0E4}"/>
          </ac:spMkLst>
        </pc:spChg>
        <pc:spChg chg="mod">
          <ac:chgData name="Theodore Paun (Student at CentraleSupelec)" userId="S::andrei-theodore.paun@student-cs.fr::af2f250b-43c5-404c-8c7f-0d6d18de496b" providerId="AD" clId="Web-{33F0FCA8-E675-4A91-A960-55EAB99ED6AA}" dt="2023-02-27T14:05:33.279" v="12" actId="20577"/>
          <ac:spMkLst>
            <pc:docMk/>
            <pc:sldMk cId="1336084705" sldId="297"/>
            <ac:spMk id="101" creationId="{00000000-0000-0000-0000-000000000000}"/>
          </ac:spMkLst>
        </pc:spChg>
      </pc:sldChg>
      <pc:sldChg chg="modSp">
        <pc:chgData name="Theodore Paun (Student at CentraleSupelec)" userId="S::andrei-theodore.paun@student-cs.fr::af2f250b-43c5-404c-8c7f-0d6d18de496b" providerId="AD" clId="Web-{33F0FCA8-E675-4A91-A960-55EAB99ED6AA}" dt="2023-02-27T14:04:45.979" v="0" actId="20577"/>
        <pc:sldMkLst>
          <pc:docMk/>
          <pc:sldMk cId="175661928" sldId="298"/>
        </pc:sldMkLst>
        <pc:spChg chg="mod">
          <ac:chgData name="Theodore Paun (Student at CentraleSupelec)" userId="S::andrei-theodore.paun@student-cs.fr::af2f250b-43c5-404c-8c7f-0d6d18de496b" providerId="AD" clId="Web-{33F0FCA8-E675-4A91-A960-55EAB99ED6AA}" dt="2023-02-27T14:04:45.979" v="0" actId="20577"/>
          <ac:spMkLst>
            <pc:docMk/>
            <pc:sldMk cId="175661928" sldId="298"/>
            <ac:spMk id="8" creationId="{FF42EF75-85C8-449D-9E3F-3EDD329FF0E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6B114-B247-584B-A759-38D214B573E6}" type="datetime1">
              <a:rPr lang="fr-FR" smtClean="0"/>
              <a:pPr/>
              <a:t>31/03/2023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29580-D3F1-9D46-9FCE-B296DF92ECCD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8282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590E6-FA6C-4B47-BD39-E9F5A6FFEC41}" type="datetime1">
              <a:rPr lang="fr-FR" smtClean="0"/>
              <a:pPr/>
              <a:t>31/03/2023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DE502-8C40-5647-8954-9086A4F9DCD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473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599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6712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4229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667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9119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0689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195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4712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2023-03-20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2FD3D5F-8BD3-4ADB-AE07-45C5B6416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F93E992B-42CD-4520-B470-1099404BF3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52040EB-8817-423F-880D-C4F2B4D9EC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03433FF8-F867-4F87-B9CF-F2CCA5F09A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2023-03-20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BB911D-4A40-4E11-866E-0F94EC3D5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633750" y="1300149"/>
            <a:ext cx="740217" cy="379785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70C3CC8F-A187-4C37-B680-5DDA012489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8" y="1299197"/>
            <a:ext cx="381688" cy="38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FBCE0A2-9F2A-4582-AEB4-EBD254D397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131" y="1299197"/>
            <a:ext cx="938576" cy="381688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7E95DE26-0125-4775-B2A4-2E0517EC6B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8029" y="1245075"/>
            <a:ext cx="1114265" cy="37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o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36" y="28136"/>
            <a:ext cx="1809750" cy="678493"/>
          </a:xfrm>
          <a:prstGeom prst="rect">
            <a:avLst/>
          </a:prstGeom>
        </p:spPr>
      </p:pic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2023-03-20</a:t>
            </a:r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for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pic>
        <p:nvPicPr>
          <p:cNvPr id="12" name="I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567323" y="602504"/>
            <a:ext cx="4009355" cy="4041938"/>
          </a:xfrm>
          <a:prstGeom prst="rect">
            <a:avLst/>
          </a:prstGeom>
        </p:spPr>
      </p:pic>
      <p:sp>
        <p:nvSpPr>
          <p:cNvPr id="1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2023-03-20</a:t>
            </a:r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EBB21A-1953-4E84-8576-5A93B53E1F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0" name="Picture 4" descr="See original image">
            <a:extLst>
              <a:ext uri="{FF2B5EF4-FFF2-40B4-BE49-F238E27FC236}">
                <a16:creationId xmlns:a16="http://schemas.microsoft.com/office/drawing/2014/main" id="{CDABD2DE-8EB0-4CFD-AE31-D3B3812842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B7A347-14FD-494F-AD90-D865EBAAD3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8" name="Image 17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F0E1ED4E-5FA8-4A0C-9777-283E7104B29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3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AD1E3A3D-12A0-A14A-AD9F-0CE6AFFEFF3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Line 2"/>
          <p:cNvSpPr>
            <a:spLocks noChangeShapeType="1"/>
          </p:cNvSpPr>
          <p:nvPr userDrawn="1"/>
        </p:nvSpPr>
        <p:spPr bwMode="auto">
          <a:xfrm flipV="1">
            <a:off x="0" y="6548114"/>
            <a:ext cx="9143999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7" name="Rectangle 16"/>
          <p:cNvSpPr/>
          <p:nvPr userDrawn="1"/>
        </p:nvSpPr>
        <p:spPr>
          <a:xfrm rot="10800000" flipV="1">
            <a:off x="124092" y="287396"/>
            <a:ext cx="87840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solidFill>
                <a:srgbClr val="507FC5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 rot="10800000" flipV="1">
            <a:off x="304020" y="390875"/>
            <a:ext cx="7956000" cy="36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</p:txBody>
      </p:sp>
      <p:sp>
        <p:nvSpPr>
          <p:cNvPr id="19" name="Espace réservé du pied de page 4"/>
          <p:cNvSpPr txBox="1">
            <a:spLocks/>
          </p:cNvSpPr>
          <p:nvPr userDrawn="1"/>
        </p:nvSpPr>
        <p:spPr>
          <a:xfrm>
            <a:off x="0" y="6552000"/>
            <a:ext cx="2370406" cy="30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sz="9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55" r:id="rId3"/>
    <p:sldLayoutId id="2147483661" r:id="rId4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252000" y="963241"/>
            <a:ext cx="8640000" cy="4976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de-DE" sz="3200" b="1">
                <a:latin typeface="+mj-lt"/>
                <a:ea typeface="MS PGothic"/>
                <a:cs typeface="Arial"/>
              </a:rPr>
              <a:t>State of the art</a:t>
            </a:r>
            <a:endParaRPr lang="en-US" altLang="de-DE" sz="3200" b="1"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de-DE" u="sng">
                <a:latin typeface="+mj-lt"/>
                <a:ea typeface="MS PGothic"/>
                <a:cs typeface="Arial"/>
              </a:rPr>
              <a:t>F. </a:t>
            </a:r>
            <a:r>
              <a:rPr lang="en-US" altLang="de-DE" u="sng" err="1">
                <a:latin typeface="+mj-lt"/>
                <a:ea typeface="MS PGothic"/>
                <a:cs typeface="Arial"/>
              </a:rPr>
              <a:t>Bergerot</a:t>
            </a:r>
            <a:r>
              <a:rPr lang="en-US" altLang="de-DE" u="sng">
                <a:latin typeface="+mj-lt"/>
                <a:ea typeface="MS PGothic"/>
                <a:cs typeface="Arial"/>
              </a:rPr>
              <a:t>, L. Dupont, V. Everest, T. </a:t>
            </a:r>
            <a:r>
              <a:rPr lang="en-US" altLang="de-DE" u="sng" err="1">
                <a:latin typeface="+mj-lt"/>
                <a:ea typeface="MS PGothic"/>
                <a:cs typeface="Arial"/>
              </a:rPr>
              <a:t>Paun</a:t>
            </a:r>
            <a:endParaRPr lang="en-US" altLang="de-DE" u="sng">
              <a:latin typeface="+mj-lt"/>
              <a:ea typeface="MS PGothic"/>
              <a:cs typeface="Arial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de-DE" sz="1600">
                <a:latin typeface="+mj-lt"/>
              </a:rPr>
              <a:t>20/03/2023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de-DE" sz="1800" baseline="30000">
              <a:latin typeface="+mj-lt"/>
              <a:ea typeface="MS PGothic"/>
              <a:cs typeface="Arial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Arial" charset="0"/>
              <a:buNone/>
            </a:pPr>
            <a:endParaRPr lang="en-US" sz="1800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sz="180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de-DE" sz="1800" b="1">
              <a:latin typeface="Calibri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de-DE" sz="1800">
              <a:latin typeface="+mj-lt"/>
            </a:endParaRP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err="1">
                <a:cs typeface="Calibri"/>
              </a:rPr>
              <a:t>Projet</a:t>
            </a:r>
            <a:r>
              <a:rPr lang="en-GB">
                <a:cs typeface="Calibri"/>
              </a:rPr>
              <a:t> CS ST7 </a:t>
            </a:r>
            <a:r>
              <a:rPr lang="en-GB" err="1">
                <a:cs typeface="Calibri"/>
              </a:rPr>
              <a:t>Aéronautique</a:t>
            </a:r>
            <a:r>
              <a:rPr lang="en-GB">
                <a:cs typeface="Calibri"/>
              </a:rPr>
              <a:t> - State of the art</a:t>
            </a:r>
            <a:endParaRPr lang="fr-FR">
              <a:cs typeface="Calibri"/>
            </a:endParaRPr>
          </a:p>
        </p:txBody>
      </p:sp>
      <p:sp>
        <p:nvSpPr>
          <p:cNvPr id="2" name="Espace réservé du numéro de diapositive 6">
            <a:extLst>
              <a:ext uri="{FF2B5EF4-FFF2-40B4-BE49-F238E27FC236}">
                <a16:creationId xmlns:a16="http://schemas.microsoft.com/office/drawing/2014/main" id="{E84CDDEA-821F-E7CF-C2EE-8C792ECF09D3}"/>
              </a:ext>
            </a:extLst>
          </p:cNvPr>
          <p:cNvSpPr txBox="1">
            <a:spLocks/>
          </p:cNvSpPr>
          <p:nvPr/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94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251520" y="740228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/>
              <a:lstStyle/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 charset="0"/>
                  </a:rPr>
                  <a:t>Controller design of DC microgrids [1]</a:t>
                </a: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marL="342900" indent="-342900">
                  <a:buClrTx/>
                  <a:buFont typeface="Arial" panose="020B0604020202020204" pitchFamily="34" charset="0"/>
                  <a:buChar char="•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 u="sng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Problem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: increase the region of stability of a DC microgrid</a:t>
                </a:r>
              </a:p>
              <a:p>
                <a:pPr marL="342900" indent="-342900">
                  <a:buClrTx/>
                  <a:buFont typeface="Arial" panose="020B0604020202020204" pitchFamily="34" charset="0"/>
                  <a:buChar char="•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 u="sng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Solution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: use a </a:t>
                </a: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 charset="0"/>
                  </a:rPr>
                  <a:t>feedback controller</a:t>
                </a: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 with minimal gain norm, of the form</a:t>
                </a:r>
                <a14:m>
                  <m:oMath xmlns:m="http://schemas.openxmlformats.org/officeDocument/2006/math">
                    <m:r>
                      <a:rPr lang="fr-FR" altLang="ja-JP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 charset="0"/>
                      </a:rPr>
                      <m:t>  </m:t>
                    </m:r>
                    <m:sSub>
                      <m:sSubPr>
                        <m:ctrlP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 charset="0"/>
                          </a:rPr>
                        </m:ctrlPr>
                      </m:sSubPr>
                      <m:e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 charset="0"/>
                          </a:rPr>
                          <m:t>𝑖</m:t>
                        </m:r>
                      </m:e>
                      <m:sub>
                        <m:r>
                          <a:rPr lang="fr-FR" altLang="ja-JP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 charset="0"/>
                          </a:rPr>
                          <m:t>𝑒𝑠</m:t>
                        </m:r>
                      </m:sub>
                    </m:sSub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 charset="0"/>
                      </a:rPr>
                      <m:t>=</m:t>
                    </m:r>
                    <m:r>
                      <a:rPr lang="fr-FR" altLang="ja-JP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Lucida Sans Unicode" charset="0"/>
                        <a:cs typeface="Lucida Sans Unicode" charset="0"/>
                      </a:rPr>
                      <m:t>𝐾𝑥</m:t>
                    </m:r>
                  </m:oMath>
                </a14:m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, to use the </a:t>
                </a:r>
                <a:r>
                  <a:rPr lang="en-US" altLang="ja-JP" sz="2400">
                    <a:solidFill>
                      <a:schemeClr val="accent1"/>
                    </a:solidFill>
                    <a:ea typeface="Lucida Sans Unicode" charset="0"/>
                    <a:cs typeface="Lucida Sans Unicode" charset="0"/>
                  </a:rPr>
                  <a:t>energy storage input</a:t>
                </a:r>
              </a:p>
              <a:p>
                <a:pPr marL="342900" indent="-342900">
                  <a:buClrTx/>
                  <a:buFont typeface="Arial" panose="020B0604020202020204" pitchFamily="34" charset="0"/>
                  <a:buChar char="•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 u="sng">
                    <a:ea typeface="Lucida Sans Unicode" charset="0"/>
                    <a:cs typeface="Lucida Sans Unicode" charset="0"/>
                  </a:rPr>
                  <a:t>Features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Analytical gain</a:t>
                </a:r>
                <a:endParaRPr lang="en-US" altLang="ja-JP" sz="2400">
                  <a:ea typeface="Lucida Sans Unicode" charset="0"/>
                  <a:cs typeface="Lucida Sans Unicode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Minimization of the norm of </a:t>
                </a: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	the gain to decrease the </a:t>
                </a:r>
              </a:p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	current supplied by battery. </a:t>
                </a: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 xmlns=""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740228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146" r="-1481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3CE98D9-BF3B-B14A-E326-CAA642D45AFD}"/>
              </a:ext>
            </a:extLst>
          </p:cNvPr>
          <p:cNvSpPr txBox="1"/>
          <p:nvPr/>
        </p:nvSpPr>
        <p:spPr>
          <a:xfrm flipH="1">
            <a:off x="4935282" y="5236867"/>
            <a:ext cx="3570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err="1">
                <a:solidFill>
                  <a:srgbClr val="000000"/>
                </a:solidFill>
                <a:cs typeface="Lucida Sans Unicode" charset="0"/>
              </a:rPr>
              <a:t>Detailed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dc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microgrid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of more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electric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aircraft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,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navy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ships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…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with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a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robust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controller</a:t>
            </a:r>
            <a:endParaRPr lang="en-GB">
              <a:solidFill>
                <a:srgbClr val="000000"/>
              </a:solidFill>
              <a:cs typeface="Lucida Sans Unicode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1545E0D-4A64-2C3B-A3C9-B7F899635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053" y="2633619"/>
            <a:ext cx="4096960" cy="271425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36C6E4F-1A95-D44B-0DFB-93CC56D2AAF2}"/>
              </a:ext>
            </a:extLst>
          </p:cNvPr>
          <p:cNvSpPr txBox="1"/>
          <p:nvPr/>
        </p:nvSpPr>
        <p:spPr>
          <a:xfrm>
            <a:off x="-491" y="6161415"/>
            <a:ext cx="9145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00"/>
              <a:t>[1] </a:t>
            </a:r>
            <a:r>
              <a:rPr lang="en-GB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L. Herrera, W. Zhang and J. Wang, "Stability Analysis and Controller Design of DC Microgrids With Constant Power Loads," in </a:t>
            </a:r>
            <a:r>
              <a:rPr lang="en-GB" sz="10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 Transactions on Smart Grid</a:t>
            </a:r>
            <a:r>
              <a:rPr lang="en-GB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vol. 8, no. 2, pp. 881-888, March 2017, </a:t>
            </a:r>
            <a:r>
              <a:rPr lang="en-GB" sz="10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</a:t>
            </a:r>
            <a:r>
              <a:rPr lang="en-GB"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10.1109/TSG.2015.2457909.</a:t>
            </a:r>
            <a:endParaRPr lang="en-US" sz="100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D5BBF42-0019-2A04-B7AB-8B68FDEAC415}"/>
              </a:ext>
            </a:extLst>
          </p:cNvPr>
          <p:cNvCxnSpPr/>
          <p:nvPr/>
        </p:nvCxnSpPr>
        <p:spPr>
          <a:xfrm>
            <a:off x="7829550" y="762000"/>
            <a:ext cx="704850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arenthèse ouvrante 7">
            <a:extLst>
              <a:ext uri="{FF2B5EF4-FFF2-40B4-BE49-F238E27FC236}">
                <a16:creationId xmlns:a16="http://schemas.microsoft.com/office/drawing/2014/main" id="{2E36FE2D-8324-B0DC-B2E9-0A400FB872D6}"/>
              </a:ext>
            </a:extLst>
          </p:cNvPr>
          <p:cNvSpPr/>
          <p:nvPr/>
        </p:nvSpPr>
        <p:spPr>
          <a:xfrm>
            <a:off x="7812024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/>
            <a:endParaRPr lang="fr-FR"/>
          </a:p>
        </p:txBody>
      </p:sp>
      <p:sp>
        <p:nvSpPr>
          <p:cNvPr id="13" name="Parenthèse ouvrante 8">
            <a:extLst>
              <a:ext uri="{FF2B5EF4-FFF2-40B4-BE49-F238E27FC236}">
                <a16:creationId xmlns:a16="http://schemas.microsoft.com/office/drawing/2014/main" id="{680C99F5-6B9F-3D2E-5073-F21315B65C36}"/>
              </a:ext>
            </a:extLst>
          </p:cNvPr>
          <p:cNvSpPr/>
          <p:nvPr/>
        </p:nvSpPr>
        <p:spPr>
          <a:xfrm rot="10800000">
            <a:off x="8450199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0">
            <a:extLst>
              <a:ext uri="{FF2B5EF4-FFF2-40B4-BE49-F238E27FC236}">
                <a16:creationId xmlns:a16="http://schemas.microsoft.com/office/drawing/2014/main" id="{0CF3DC81-98D9-5AA0-8372-F8A4142E36F8}"/>
              </a:ext>
            </a:extLst>
          </p:cNvPr>
          <p:cNvSpPr txBox="1"/>
          <p:nvPr/>
        </p:nvSpPr>
        <p:spPr>
          <a:xfrm>
            <a:off x="8167687" y="962024"/>
            <a:ext cx="7310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Pratique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7" name="ZoneTexte 11">
            <a:extLst>
              <a:ext uri="{FF2B5EF4-FFF2-40B4-BE49-F238E27FC236}">
                <a16:creationId xmlns:a16="http://schemas.microsoft.com/office/drawing/2014/main" id="{B24C0D92-02F7-F36D-279E-6DDEFA9D9757}"/>
              </a:ext>
            </a:extLst>
          </p:cNvPr>
          <p:cNvSpPr txBox="1"/>
          <p:nvPr/>
        </p:nvSpPr>
        <p:spPr>
          <a:xfrm>
            <a:off x="7415212" y="962024"/>
            <a:ext cx="8358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Théorique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9" name="Demi-cadre 9">
            <a:extLst>
              <a:ext uri="{FF2B5EF4-FFF2-40B4-BE49-F238E27FC236}">
                <a16:creationId xmlns:a16="http://schemas.microsoft.com/office/drawing/2014/main" id="{89C1E11B-80FF-36D0-2D26-D898E1214BDF}"/>
              </a:ext>
            </a:extLst>
          </p:cNvPr>
          <p:cNvSpPr/>
          <p:nvPr/>
        </p:nvSpPr>
        <p:spPr>
          <a:xfrm rot="13620000">
            <a:off x="7800242" y="486508"/>
            <a:ext cx="180975" cy="209550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0121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dirty="0">
                <a:solidFill>
                  <a:srgbClr val="0070C0"/>
                </a:solidFill>
                <a:ea typeface="Lucida Sans Unicode" charset="0"/>
                <a:cs typeface="Lucida Sans Unicode"/>
              </a:rPr>
              <a:t>Supercapacitor stability for More Electric 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dirty="0">
                <a:solidFill>
                  <a:srgbClr val="0070C0"/>
                </a:solidFill>
                <a:ea typeface="Lucida Sans Unicode" charset="0"/>
                <a:cs typeface="Lucida Sans Unicode"/>
              </a:rPr>
              <a:t>Aircraft application [2]</a:t>
            </a:r>
            <a:endParaRPr lang="en-US" altLang="ja-JP" sz="3200" dirty="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 dirty="0">
                <a:solidFill>
                  <a:srgbClr val="000000"/>
                </a:solidFill>
                <a:ea typeface="Lucida Sans Unicode" charset="0"/>
                <a:cs typeface="Lucida Sans Unicode"/>
              </a:rPr>
              <a:t>Problem</a:t>
            </a:r>
            <a:r>
              <a:rPr lang="en-US" altLang="ja-JP" sz="2400" dirty="0">
                <a:solidFill>
                  <a:srgbClr val="000000"/>
                </a:solidFill>
                <a:ea typeface="Lucida Sans Unicode" charset="0"/>
                <a:cs typeface="Lucida Sans Unicode"/>
              </a:rPr>
              <a:t>: Some instability can occur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 dirty="0">
                <a:solidFill>
                  <a:srgbClr val="000000"/>
                </a:solidFill>
                <a:ea typeface="Lucida Sans Unicode" charset="0"/>
                <a:cs typeface="Lucida Sans Unicode"/>
              </a:rPr>
              <a:t>Solution</a:t>
            </a:r>
            <a:r>
              <a:rPr lang="en-US" altLang="ja-JP" sz="2400" dirty="0">
                <a:solidFill>
                  <a:srgbClr val="000000"/>
                </a:solidFill>
                <a:ea typeface="Lucida Sans Unicode" charset="0"/>
                <a:cs typeface="Lucida Sans Unicode"/>
              </a:rPr>
              <a:t>: Using a </a:t>
            </a:r>
            <a:r>
              <a:rPr lang="en-US" altLang="ja-JP" sz="2400" dirty="0">
                <a:solidFill>
                  <a:schemeClr val="accent1"/>
                </a:solidFill>
                <a:ea typeface="Lucida Sans Unicode" charset="0"/>
                <a:cs typeface="Lucida Sans Unicode"/>
              </a:rPr>
              <a:t>bidirectional converter</a:t>
            </a:r>
            <a:r>
              <a:rPr lang="en-US" altLang="ja-JP" sz="2400" dirty="0">
                <a:solidFill>
                  <a:srgbClr val="000000"/>
                </a:solidFill>
                <a:ea typeface="Lucida Sans Unicode" charset="0"/>
                <a:cs typeface="Lucida Sans Unicode"/>
              </a:rPr>
              <a:t> to regulate the power flow between the power generator and a supercapacitor.</a:t>
            </a:r>
            <a:endParaRPr lang="en-US" altLang="ja-JP" sz="2400" dirty="0">
              <a:solidFill>
                <a:schemeClr val="accent1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 dirty="0">
                <a:ea typeface="Lucida Sans Unicode" charset="0"/>
                <a:cs typeface="Lucida Sans Unicode"/>
              </a:rPr>
              <a:t>Features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dirty="0">
                <a:solidFill>
                  <a:srgbClr val="000000"/>
                </a:solidFill>
                <a:ea typeface="Lucida Sans Unicode" charset="0"/>
                <a:cs typeface="Lucida Sans Unicode"/>
              </a:rPr>
              <a:t>soothing action on generator current </a:t>
            </a:r>
            <a:endParaRPr lang="en-US" altLang="ja-JP" sz="2400" dirty="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dirty="0">
                <a:solidFill>
                  <a:srgbClr val="000000"/>
                </a:solidFill>
                <a:ea typeface="Lucida Sans Unicode" charset="0"/>
                <a:cs typeface="Lucida Sans Unicode"/>
              </a:rPr>
              <a:t>Stability of the open-loop</a:t>
            </a:r>
            <a:endParaRPr lang="en-US" altLang="ja-JP" sz="2400" dirty="0"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r>
              <a:rPr lang="fr-FR">
                <a:cs typeface="Calibri"/>
              </a:rPr>
              <a:t>3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F3306B-B4C3-85C3-7D1C-28A48B880468}"/>
              </a:ext>
            </a:extLst>
          </p:cNvPr>
          <p:cNvSpPr txBox="1"/>
          <p:nvPr/>
        </p:nvSpPr>
        <p:spPr>
          <a:xfrm>
            <a:off x="-491" y="6161415"/>
            <a:ext cx="9145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000"/>
              <a:t>[2] </a:t>
            </a:r>
            <a:r>
              <a:rPr lang="fr-FR" sz="1000" b="0" i="0" u="none" strike="noStrike" noProof="0">
                <a:latin typeface="Calibri"/>
              </a:rPr>
              <a:t>A. Russo and A. Cavallo, "</a:t>
            </a:r>
            <a:r>
              <a:rPr lang="fr-FR" sz="1000" b="0" i="0" u="none" strike="noStrike" noProof="0" err="1">
                <a:latin typeface="Calibri"/>
              </a:rPr>
              <a:t>Supercapacitor</a:t>
            </a:r>
            <a:r>
              <a:rPr lang="fr-FR" sz="1000" b="0" i="0" u="none" strike="noStrike" noProof="0">
                <a:latin typeface="Calibri"/>
              </a:rPr>
              <a:t> </a:t>
            </a:r>
            <a:r>
              <a:rPr lang="fr-FR" sz="1000" b="0" i="0" u="none" strike="noStrike" noProof="0" err="1">
                <a:latin typeface="Calibri"/>
              </a:rPr>
              <a:t>stability</a:t>
            </a:r>
            <a:r>
              <a:rPr lang="fr-FR" sz="1000" b="0" i="0" u="none" strike="noStrike" noProof="0">
                <a:latin typeface="Calibri"/>
              </a:rPr>
              <a:t> and control for More Electric Aircraft application," </a:t>
            </a:r>
            <a:r>
              <a:rPr lang="fr-FR" sz="1000" b="0" i="1" u="none" strike="noStrike" noProof="0">
                <a:latin typeface="Calibri"/>
              </a:rPr>
              <a:t>2020 </a:t>
            </a:r>
            <a:r>
              <a:rPr lang="fr-FR" sz="1000" b="0" i="1" u="none" strike="noStrike" noProof="0" err="1">
                <a:latin typeface="Calibri"/>
              </a:rPr>
              <a:t>European</a:t>
            </a:r>
            <a:r>
              <a:rPr lang="fr-FR" sz="1000" b="0" i="1" u="none" strike="noStrike" noProof="0">
                <a:latin typeface="Calibri"/>
              </a:rPr>
              <a:t> Control </a:t>
            </a:r>
            <a:r>
              <a:rPr lang="fr-FR" sz="1000" b="0" i="1" u="none" strike="noStrike" noProof="0" err="1">
                <a:latin typeface="Calibri"/>
              </a:rPr>
              <a:t>Conference</a:t>
            </a:r>
            <a:r>
              <a:rPr lang="fr-FR" sz="1000" b="0" i="1" u="none" strike="noStrike" noProof="0">
                <a:latin typeface="Calibri"/>
              </a:rPr>
              <a:t> (ECC)</a:t>
            </a:r>
            <a:r>
              <a:rPr lang="fr-FR" sz="1000" b="0" i="0" u="none" strike="noStrike" noProof="0">
                <a:latin typeface="Calibri"/>
              </a:rPr>
              <a:t>, St. Petersburg, </a:t>
            </a:r>
            <a:r>
              <a:rPr lang="fr-FR" sz="1000" b="0" i="0" u="none" strike="noStrike" noProof="0" err="1">
                <a:latin typeface="Calibri"/>
              </a:rPr>
              <a:t>Russia</a:t>
            </a:r>
            <a:r>
              <a:rPr lang="fr-FR" sz="1000" b="0" i="0" u="none" strike="noStrike" noProof="0">
                <a:latin typeface="Calibri"/>
              </a:rPr>
              <a:t>, 2020, pp. 1909-1914, </a:t>
            </a:r>
            <a:r>
              <a:rPr lang="fr-FR" sz="1000" b="0" i="0" u="none" strike="noStrike" noProof="0" err="1">
                <a:latin typeface="Calibri"/>
              </a:rPr>
              <a:t>doi</a:t>
            </a:r>
            <a:r>
              <a:rPr lang="fr-FR" sz="1000" b="0" i="0" u="none" strike="noStrike" noProof="0">
                <a:latin typeface="Calibri"/>
              </a:rPr>
              <a:t>: 10.23919/ECC51009.2020.9143927</a:t>
            </a:r>
            <a:endParaRPr lang="en-US" sz="1000"/>
          </a:p>
        </p:txBody>
      </p:sp>
      <p:sp>
        <p:nvSpPr>
          <p:cNvPr id="3" name="ZoneTexte 3">
            <a:extLst>
              <a:ext uri="{FF2B5EF4-FFF2-40B4-BE49-F238E27FC236}">
                <a16:creationId xmlns:a16="http://schemas.microsoft.com/office/drawing/2014/main" id="{2587963D-A9D8-E98B-ED22-323523097F6F}"/>
              </a:ext>
            </a:extLst>
          </p:cNvPr>
          <p:cNvSpPr txBox="1"/>
          <p:nvPr/>
        </p:nvSpPr>
        <p:spPr>
          <a:xfrm flipH="1">
            <a:off x="2607803" y="5795611"/>
            <a:ext cx="786355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>
                <a:solidFill>
                  <a:srgbClr val="000000"/>
                </a:solidFill>
                <a:cs typeface="Lucida Sans Unicode"/>
              </a:rPr>
              <a:t>Bidirectional converter with supercapacitor schematic</a:t>
            </a:r>
            <a:endParaRPr lang="en-GB">
              <a:solidFill>
                <a:srgbClr val="000000"/>
              </a:solidFill>
              <a:cs typeface="Lucida Sans Unicode" charset="0"/>
            </a:endParaRPr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3DDE5DE8-BADC-DCA0-8363-32B41C857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626" y="3870682"/>
            <a:ext cx="4804374" cy="1975208"/>
          </a:xfrm>
          <a:prstGeom prst="rect">
            <a:avLst/>
          </a:prstGeom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E7B81BD2-4418-DE29-2D06-92923FE3D8A2}"/>
              </a:ext>
            </a:extLst>
          </p:cNvPr>
          <p:cNvCxnSpPr/>
          <p:nvPr/>
        </p:nvCxnSpPr>
        <p:spPr>
          <a:xfrm>
            <a:off x="7829550" y="762000"/>
            <a:ext cx="704850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arenthèse ouvrante 7">
            <a:extLst>
              <a:ext uri="{FF2B5EF4-FFF2-40B4-BE49-F238E27FC236}">
                <a16:creationId xmlns:a16="http://schemas.microsoft.com/office/drawing/2014/main" id="{AB90B4E4-5251-68E5-1B1B-113C5613908D}"/>
              </a:ext>
            </a:extLst>
          </p:cNvPr>
          <p:cNvSpPr/>
          <p:nvPr/>
        </p:nvSpPr>
        <p:spPr>
          <a:xfrm>
            <a:off x="7812024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/>
            <a:endParaRPr lang="fr-FR"/>
          </a:p>
        </p:txBody>
      </p:sp>
      <p:sp>
        <p:nvSpPr>
          <p:cNvPr id="13" name="Parenthèse ouvrante 8">
            <a:extLst>
              <a:ext uri="{FF2B5EF4-FFF2-40B4-BE49-F238E27FC236}">
                <a16:creationId xmlns:a16="http://schemas.microsoft.com/office/drawing/2014/main" id="{DC63130F-8265-5CB0-B1BF-A66142E25325}"/>
              </a:ext>
            </a:extLst>
          </p:cNvPr>
          <p:cNvSpPr/>
          <p:nvPr/>
        </p:nvSpPr>
        <p:spPr>
          <a:xfrm rot="10800000">
            <a:off x="8450199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0">
            <a:extLst>
              <a:ext uri="{FF2B5EF4-FFF2-40B4-BE49-F238E27FC236}">
                <a16:creationId xmlns:a16="http://schemas.microsoft.com/office/drawing/2014/main" id="{A32C3105-E71E-50BF-5D53-33163DB6811D}"/>
              </a:ext>
            </a:extLst>
          </p:cNvPr>
          <p:cNvSpPr txBox="1"/>
          <p:nvPr/>
        </p:nvSpPr>
        <p:spPr>
          <a:xfrm>
            <a:off x="8167687" y="962024"/>
            <a:ext cx="7310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Pratique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7" name="ZoneTexte 11">
            <a:extLst>
              <a:ext uri="{FF2B5EF4-FFF2-40B4-BE49-F238E27FC236}">
                <a16:creationId xmlns:a16="http://schemas.microsoft.com/office/drawing/2014/main" id="{93E948FA-2F7E-CDDA-DF01-E1E80DD73315}"/>
              </a:ext>
            </a:extLst>
          </p:cNvPr>
          <p:cNvSpPr txBox="1"/>
          <p:nvPr/>
        </p:nvSpPr>
        <p:spPr>
          <a:xfrm>
            <a:off x="7415212" y="962024"/>
            <a:ext cx="8358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Théorique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9" name="Demi-cadre 9">
            <a:extLst>
              <a:ext uri="{FF2B5EF4-FFF2-40B4-BE49-F238E27FC236}">
                <a16:creationId xmlns:a16="http://schemas.microsoft.com/office/drawing/2014/main" id="{D337F2D3-C9F7-2B1A-AC8A-A56F245A30C0}"/>
              </a:ext>
            </a:extLst>
          </p:cNvPr>
          <p:cNvSpPr/>
          <p:nvPr/>
        </p:nvSpPr>
        <p:spPr>
          <a:xfrm rot="13620000">
            <a:off x="8085992" y="486508"/>
            <a:ext cx="180975" cy="209550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6826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590759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>
                <a:solidFill>
                  <a:srgbClr val="0070C0"/>
                </a:solidFill>
                <a:ea typeface="+mn-lt"/>
                <a:cs typeface="+mn-lt"/>
              </a:rPr>
              <a:t>Control and Stability Analysis of DC Micro-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>
                <a:solidFill>
                  <a:srgbClr val="0070C0"/>
                </a:solidFill>
                <a:ea typeface="+mn-lt"/>
                <a:cs typeface="+mn-lt"/>
              </a:rPr>
              <a:t>grids with Constant Power Loads and Source 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>
                <a:solidFill>
                  <a:srgbClr val="0070C0"/>
                </a:solidFill>
                <a:ea typeface="+mn-lt"/>
                <a:cs typeface="+mn-lt"/>
              </a:rPr>
              <a:t>Disturbances [3]</a:t>
            </a:r>
            <a:endParaRPr lang="en-US" sz="3200">
              <a:solidFill>
                <a:srgbClr val="0070C0"/>
              </a:solidFill>
              <a:cs typeface="Calibri"/>
            </a:endParaRPr>
          </a:p>
          <a:p>
            <a:pPr marL="342900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ＭＳ Ｐゴシック"/>
                <a:cs typeface="Lucida Sans Unicode"/>
              </a:rPr>
              <a:t>Problem</a:t>
            </a:r>
            <a:r>
              <a:rPr lang="en-US" altLang="ja-JP" sz="2400">
                <a:solidFill>
                  <a:srgbClr val="000000"/>
                </a:solidFill>
                <a:ea typeface="ＭＳ Ｐゴシック"/>
                <a:cs typeface="Lucida Sans Unicode"/>
              </a:rPr>
              <a:t>: DC buses' stability can be deteriorated by the multiples CPL and DG disturbance</a:t>
            </a:r>
          </a:p>
          <a:p>
            <a:pPr marL="342900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ＭＳ Ｐゴシック"/>
                <a:cs typeface="Lucida Sans Unicode"/>
              </a:rPr>
              <a:t>Solution</a:t>
            </a:r>
            <a:r>
              <a:rPr lang="en-US" altLang="ja-JP" sz="2400">
                <a:solidFill>
                  <a:srgbClr val="000000"/>
                </a:solidFill>
                <a:ea typeface="ＭＳ Ｐゴシック"/>
                <a:cs typeface="Lucida Sans Unicode"/>
              </a:rPr>
              <a:t>: droop control (a variation of a control loop, using the measured voltage and current to compute the voltage/current of reference)</a:t>
            </a:r>
          </a:p>
          <a:p>
            <a:pPr marL="342900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ea typeface="ＭＳ Ｐゴシック"/>
                <a:cs typeface="Lucida Sans Unicode"/>
              </a:rPr>
              <a:t>Features</a:t>
            </a:r>
            <a:r>
              <a:rPr lang="en-US" altLang="ja-JP" sz="2400">
                <a:ea typeface="ＭＳ Ｐゴシック"/>
                <a:cs typeface="Lucida Sans Unicode"/>
              </a:rPr>
              <a:t>: </a:t>
            </a:r>
          </a:p>
          <a:p>
            <a:pPr marL="800100" lvl="1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ＭＳ Ｐゴシック"/>
                <a:cs typeface="Lucida Sans Unicode"/>
              </a:rPr>
              <a:t>The method also accounts for </a:t>
            </a: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ＭＳ Ｐゴシック"/>
                <a:cs typeface="Lucida Sans Unicode"/>
              </a:rPr>
              <a:t>     batteries and the sources linked</a:t>
            </a: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ＭＳ Ｐゴシック"/>
                <a:cs typeface="Lucida Sans Unicode"/>
              </a:rPr>
              <a:t>     to the microgrid</a:t>
            </a:r>
          </a:p>
          <a:p>
            <a:pPr marL="800100" lvl="1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ＭＳ Ｐゴシック"/>
                <a:cs typeface="Lucida Sans Unicode"/>
              </a:rPr>
              <a:t>Decentralized control scheme</a:t>
            </a: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lIns="91440" tIns="45720" rIns="91440" bIns="45720" anchor="ctr"/>
          <a:lstStyle/>
          <a:p>
            <a:r>
              <a:rPr lang="en-GB" err="1">
                <a:cs typeface="Calibri"/>
              </a:rPr>
              <a:t>Projet</a:t>
            </a:r>
            <a:r>
              <a:rPr lang="en-GB">
                <a:cs typeface="Calibri"/>
              </a:rPr>
              <a:t> CS ST7 </a:t>
            </a:r>
            <a:r>
              <a:rPr lang="en-GB" err="1">
                <a:cs typeface="Calibri"/>
              </a:rPr>
              <a:t>Aéronautique</a:t>
            </a:r>
            <a:r>
              <a:rPr lang="en-GB">
                <a:cs typeface="Calibri"/>
              </a:rPr>
              <a:t> - State of the art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r>
              <a:rPr lang="fr-FR">
                <a:cs typeface="Calibri"/>
              </a:rPr>
              <a:t>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F42EF75-85C8-449D-9E3F-3EDD329FF0E4}"/>
              </a:ext>
            </a:extLst>
          </p:cNvPr>
          <p:cNvSpPr txBox="1"/>
          <p:nvPr/>
        </p:nvSpPr>
        <p:spPr>
          <a:xfrm>
            <a:off x="4818" y="6147746"/>
            <a:ext cx="9350197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000">
                <a:cs typeface="Calibri"/>
              </a:rPr>
              <a:t>[3] G. Ensermu and A. Bhattacharya, "Control and </a:t>
            </a:r>
            <a:r>
              <a:rPr lang="fr-FR" sz="1000" err="1">
                <a:cs typeface="Calibri"/>
              </a:rPr>
              <a:t>Stability</a:t>
            </a:r>
            <a:r>
              <a:rPr lang="fr-FR" sz="1000">
                <a:cs typeface="Calibri"/>
              </a:rPr>
              <a:t> </a:t>
            </a:r>
            <a:r>
              <a:rPr lang="fr-FR" sz="1000" err="1">
                <a:cs typeface="Calibri"/>
              </a:rPr>
              <a:t>Analysis</a:t>
            </a:r>
            <a:r>
              <a:rPr lang="fr-FR" sz="1000">
                <a:cs typeface="Calibri"/>
              </a:rPr>
              <a:t> of DC Micro-</a:t>
            </a:r>
            <a:r>
              <a:rPr lang="fr-FR" sz="1000" err="1">
                <a:cs typeface="Calibri"/>
              </a:rPr>
              <a:t>grids</a:t>
            </a:r>
            <a:r>
              <a:rPr lang="fr-FR" sz="1000">
                <a:cs typeface="Calibri"/>
              </a:rPr>
              <a:t> </a:t>
            </a:r>
            <a:r>
              <a:rPr lang="fr-FR" sz="1000" err="1">
                <a:cs typeface="Calibri"/>
              </a:rPr>
              <a:t>with</a:t>
            </a:r>
            <a:r>
              <a:rPr lang="fr-FR" sz="1000">
                <a:cs typeface="Calibri"/>
              </a:rPr>
              <a:t> Constant Power </a:t>
            </a:r>
            <a:r>
              <a:rPr lang="fr-FR" sz="1000" err="1">
                <a:cs typeface="Calibri"/>
              </a:rPr>
              <a:t>Loads</a:t>
            </a:r>
            <a:r>
              <a:rPr lang="fr-FR" sz="1000">
                <a:cs typeface="Calibri"/>
              </a:rPr>
              <a:t> and Source </a:t>
            </a:r>
            <a:r>
              <a:rPr lang="fr-FR" sz="1000" err="1">
                <a:cs typeface="Calibri"/>
              </a:rPr>
              <a:t>Disturbances</a:t>
            </a:r>
            <a:r>
              <a:rPr lang="fr-FR" sz="1000">
                <a:cs typeface="Calibri"/>
              </a:rPr>
              <a:t>," </a:t>
            </a:r>
            <a:r>
              <a:rPr lang="fr-FR" sz="1000" i="1">
                <a:cs typeface="Calibri"/>
              </a:rPr>
              <a:t>2018 IEEE International </a:t>
            </a:r>
            <a:r>
              <a:rPr lang="fr-FR" sz="1000" i="1" err="1">
                <a:cs typeface="Calibri"/>
              </a:rPr>
              <a:t>Conference</a:t>
            </a:r>
            <a:r>
              <a:rPr lang="fr-FR" sz="1000" i="1">
                <a:cs typeface="Calibri"/>
              </a:rPr>
              <a:t> on Power Electronics, Drives and Energy </a:t>
            </a:r>
            <a:r>
              <a:rPr lang="fr-FR" sz="1000" i="1" err="1">
                <a:cs typeface="Calibri"/>
              </a:rPr>
              <a:t>Systems</a:t>
            </a:r>
            <a:r>
              <a:rPr lang="fr-FR" sz="1000" i="1">
                <a:cs typeface="Calibri"/>
              </a:rPr>
              <a:t> (PEDES)</a:t>
            </a:r>
            <a:r>
              <a:rPr lang="fr-FR" sz="1000">
                <a:cs typeface="Calibri"/>
              </a:rPr>
              <a:t>, Chennai, </a:t>
            </a:r>
            <a:r>
              <a:rPr lang="fr-FR" sz="1000" err="1">
                <a:cs typeface="Calibri"/>
              </a:rPr>
              <a:t>India</a:t>
            </a:r>
            <a:r>
              <a:rPr lang="fr-FR" sz="1000">
                <a:cs typeface="Calibri"/>
              </a:rPr>
              <a:t>, 2018, pp. 1-6, </a:t>
            </a:r>
            <a:r>
              <a:rPr lang="fr-FR" sz="1000" err="1">
                <a:cs typeface="Calibri"/>
              </a:rPr>
              <a:t>doi</a:t>
            </a:r>
            <a:r>
              <a:rPr lang="fr-FR" sz="1000">
                <a:cs typeface="Calibri"/>
              </a:rPr>
              <a:t>: 10.1109/PEDES.2018.8707605.</a:t>
            </a:r>
            <a:endParaRPr lang="en-US"/>
          </a:p>
        </p:txBody>
      </p:sp>
      <p:pic>
        <p:nvPicPr>
          <p:cNvPr id="3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D6D44D4B-26B6-C281-4FB7-5247AC276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617" y="3541627"/>
            <a:ext cx="4132383" cy="2605867"/>
          </a:xfrm>
          <a:prstGeom prst="rect">
            <a:avLst/>
          </a:prstGeom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CA607CB0-C423-3699-0EA6-3E29BAD949FB}"/>
              </a:ext>
            </a:extLst>
          </p:cNvPr>
          <p:cNvCxnSpPr/>
          <p:nvPr/>
        </p:nvCxnSpPr>
        <p:spPr>
          <a:xfrm>
            <a:off x="7829550" y="762000"/>
            <a:ext cx="704850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Parenthèse ouvrante 7">
            <a:extLst>
              <a:ext uri="{FF2B5EF4-FFF2-40B4-BE49-F238E27FC236}">
                <a16:creationId xmlns:a16="http://schemas.microsoft.com/office/drawing/2014/main" id="{B8EE7BED-D8AE-14E7-218C-5F41EFCC8059}"/>
              </a:ext>
            </a:extLst>
          </p:cNvPr>
          <p:cNvSpPr/>
          <p:nvPr/>
        </p:nvSpPr>
        <p:spPr>
          <a:xfrm>
            <a:off x="7812024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/>
            <a:endParaRPr lang="fr-FR"/>
          </a:p>
        </p:txBody>
      </p:sp>
      <p:sp>
        <p:nvSpPr>
          <p:cNvPr id="12" name="Parenthèse ouvrante 8">
            <a:extLst>
              <a:ext uri="{FF2B5EF4-FFF2-40B4-BE49-F238E27FC236}">
                <a16:creationId xmlns:a16="http://schemas.microsoft.com/office/drawing/2014/main" id="{838BBFA8-D137-93B5-06FE-21CADF13C8AB}"/>
              </a:ext>
            </a:extLst>
          </p:cNvPr>
          <p:cNvSpPr/>
          <p:nvPr/>
        </p:nvSpPr>
        <p:spPr>
          <a:xfrm rot="10800000">
            <a:off x="8450199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0">
            <a:extLst>
              <a:ext uri="{FF2B5EF4-FFF2-40B4-BE49-F238E27FC236}">
                <a16:creationId xmlns:a16="http://schemas.microsoft.com/office/drawing/2014/main" id="{A47F2E98-A1B1-7EFF-19EC-D90E7748ECD5}"/>
              </a:ext>
            </a:extLst>
          </p:cNvPr>
          <p:cNvSpPr txBox="1"/>
          <p:nvPr/>
        </p:nvSpPr>
        <p:spPr>
          <a:xfrm>
            <a:off x="8167687" y="962024"/>
            <a:ext cx="7310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Pratique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6" name="ZoneTexte 11">
            <a:extLst>
              <a:ext uri="{FF2B5EF4-FFF2-40B4-BE49-F238E27FC236}">
                <a16:creationId xmlns:a16="http://schemas.microsoft.com/office/drawing/2014/main" id="{71A01BCA-2F6A-CE47-09F5-8043B2F441CC}"/>
              </a:ext>
            </a:extLst>
          </p:cNvPr>
          <p:cNvSpPr txBox="1"/>
          <p:nvPr/>
        </p:nvSpPr>
        <p:spPr>
          <a:xfrm>
            <a:off x="7415212" y="962024"/>
            <a:ext cx="8358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Théorique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8" name="Demi-cadre 9">
            <a:extLst>
              <a:ext uri="{FF2B5EF4-FFF2-40B4-BE49-F238E27FC236}">
                <a16:creationId xmlns:a16="http://schemas.microsoft.com/office/drawing/2014/main" id="{C979C50E-64D0-FC4D-EB04-F59EC27E4679}"/>
              </a:ext>
            </a:extLst>
          </p:cNvPr>
          <p:cNvSpPr/>
          <p:nvPr/>
        </p:nvSpPr>
        <p:spPr>
          <a:xfrm rot="13620000">
            <a:off x="7800242" y="486508"/>
            <a:ext cx="180975" cy="209550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0847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713851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>
                <a:solidFill>
                  <a:srgbClr val="0070C0"/>
                </a:solidFill>
                <a:ea typeface="+mn-lt"/>
                <a:cs typeface="+mn-lt"/>
              </a:rPr>
              <a:t>Stabilization of DC / DC Converter with </a:t>
            </a:r>
            <a:endParaRPr lang="en-US"/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>
                <a:solidFill>
                  <a:srgbClr val="0070C0"/>
                </a:solidFill>
                <a:ea typeface="+mn-lt"/>
                <a:cs typeface="+mn-lt"/>
              </a:rPr>
              <a:t>Constant Power Load using Exact Feedback Linearization Method [4]</a:t>
            </a:r>
            <a:endParaRPr lang="en-US"/>
          </a:p>
          <a:p>
            <a:pPr marL="342900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ea typeface="ＭＳ Ｐゴシック"/>
                <a:cs typeface="Lucida Sans Unicode"/>
              </a:rPr>
              <a:t>Problem</a:t>
            </a:r>
            <a:r>
              <a:rPr lang="en-US" altLang="ja-JP" sz="2400">
                <a:ea typeface="ＭＳ Ｐゴシック"/>
                <a:cs typeface="Lucida Sans Unicode"/>
              </a:rPr>
              <a:t>: the objective is to guarantee the stabilization of a DC microgrid with a boost converter associated to a CPL</a:t>
            </a:r>
          </a:p>
          <a:p>
            <a:pPr marL="342900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ＭＳ Ｐゴシック"/>
                <a:cs typeface="Lucida Sans Unicode"/>
              </a:rPr>
              <a:t>Solution</a:t>
            </a:r>
            <a:r>
              <a:rPr lang="en-US" altLang="ja-JP" sz="2400">
                <a:solidFill>
                  <a:srgbClr val="000000"/>
                </a:solidFill>
                <a:ea typeface="ＭＳ Ｐゴシック"/>
                <a:cs typeface="Lucida Sans Unicode"/>
              </a:rPr>
              <a:t>: studying the system, taking u as an input and using backstepping and sliding mode control</a:t>
            </a: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 marL="342900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ea typeface="ＭＳ Ｐゴシック"/>
                <a:cs typeface="Lucida Sans Unicode"/>
              </a:rPr>
              <a:t>Features</a:t>
            </a:r>
            <a:r>
              <a:rPr lang="en-US" altLang="ja-JP" sz="2400">
                <a:ea typeface="ＭＳ Ｐゴシック"/>
                <a:cs typeface="Lucida Sans Unicode"/>
              </a:rPr>
              <a:t>:</a:t>
            </a:r>
            <a:endParaRPr lang="en-US" altLang="ja-JP" sz="2400">
              <a:ea typeface="ＭＳ Ｐゴシック"/>
              <a:cs typeface="Lucida Sans Unicode" charset="0"/>
            </a:endParaRPr>
          </a:p>
          <a:p>
            <a:pPr marL="800100" lvl="1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ＭＳ Ｐゴシック"/>
                <a:cs typeface="Lucida Sans Unicode"/>
              </a:rPr>
              <a:t>is applied to a boost converter</a:t>
            </a: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 marL="800100" lvl="1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ＭＳ Ｐゴシック"/>
                <a:cs typeface="Lucida Sans Unicode"/>
              </a:rPr>
              <a:t>Guarantees stability of the</a:t>
            </a: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ＭＳ Ｐゴシック"/>
                <a:cs typeface="Lucida Sans Unicode"/>
              </a:rPr>
              <a:t>     system</a:t>
            </a: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 marL="800100" lvl="1" indent="-342900">
              <a:buFont typeface="Arial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ＭＳ Ｐゴシック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2400">
              <a:solidFill>
                <a:srgbClr val="000000"/>
              </a:solidFill>
              <a:ea typeface="ＭＳ Ｐゴシック"/>
              <a:cs typeface="Calibri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F42EF75-85C8-449D-9E3F-3EDD329FF0E4}"/>
              </a:ext>
            </a:extLst>
          </p:cNvPr>
          <p:cNvSpPr txBox="1"/>
          <p:nvPr/>
        </p:nvSpPr>
        <p:spPr>
          <a:xfrm>
            <a:off x="-3974" y="5989485"/>
            <a:ext cx="9153836" cy="7174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000">
                <a:ea typeface="+mn-lt"/>
                <a:cs typeface="Calibri"/>
              </a:rPr>
              <a:t>[4] M. Dehghani, M. </a:t>
            </a:r>
            <a:r>
              <a:rPr lang="fr-FR" sz="1000" err="1">
                <a:ea typeface="+mn-lt"/>
                <a:cs typeface="Calibri"/>
              </a:rPr>
              <a:t>Ghiasi</a:t>
            </a:r>
            <a:r>
              <a:rPr lang="fr-FR" sz="1000">
                <a:ea typeface="+mn-lt"/>
                <a:cs typeface="Calibri"/>
              </a:rPr>
              <a:t>, M. </a:t>
            </a:r>
            <a:r>
              <a:rPr lang="fr-FR" sz="1000" err="1">
                <a:ea typeface="+mn-lt"/>
                <a:cs typeface="Calibri"/>
              </a:rPr>
              <a:t>GhasemiGarpachi</a:t>
            </a:r>
            <a:r>
              <a:rPr lang="fr-FR" sz="1000">
                <a:ea typeface="+mn-lt"/>
                <a:cs typeface="Calibri"/>
              </a:rPr>
              <a:t>, T. </a:t>
            </a:r>
            <a:r>
              <a:rPr lang="fr-FR" sz="1000" err="1">
                <a:ea typeface="+mn-lt"/>
                <a:cs typeface="Calibri"/>
              </a:rPr>
              <a:t>Niknam</a:t>
            </a:r>
            <a:r>
              <a:rPr lang="fr-FR" sz="1000">
                <a:ea typeface="+mn-lt"/>
                <a:cs typeface="Calibri"/>
              </a:rPr>
              <a:t>, A. </a:t>
            </a:r>
            <a:r>
              <a:rPr lang="fr-FR" sz="1000" err="1">
                <a:ea typeface="+mn-lt"/>
                <a:cs typeface="Calibri"/>
              </a:rPr>
              <a:t>Kavousi</a:t>
            </a:r>
            <a:r>
              <a:rPr lang="fr-FR" sz="1000">
                <a:ea typeface="+mn-lt"/>
                <a:cs typeface="Calibri"/>
              </a:rPr>
              <a:t>-Fard and H. </a:t>
            </a:r>
            <a:r>
              <a:rPr lang="fr-FR" sz="1000" err="1">
                <a:ea typeface="+mn-lt"/>
                <a:cs typeface="Calibri"/>
              </a:rPr>
              <a:t>Shirazi</a:t>
            </a:r>
            <a:r>
              <a:rPr lang="fr-FR" sz="1000">
                <a:ea typeface="+mn-lt"/>
                <a:cs typeface="Calibri"/>
              </a:rPr>
              <a:t>, "</a:t>
            </a:r>
            <a:r>
              <a:rPr lang="fr-FR" sz="1000" err="1">
                <a:ea typeface="+mn-lt"/>
                <a:cs typeface="Calibri"/>
              </a:rPr>
              <a:t>Stabilization</a:t>
            </a:r>
            <a:r>
              <a:rPr lang="fr-FR" sz="1000">
                <a:ea typeface="+mn-lt"/>
                <a:cs typeface="Calibri"/>
              </a:rPr>
              <a:t> of DC/DC Converter </a:t>
            </a:r>
            <a:r>
              <a:rPr lang="fr-FR" sz="1000" err="1">
                <a:ea typeface="+mn-lt"/>
                <a:cs typeface="Calibri"/>
              </a:rPr>
              <a:t>with</a:t>
            </a:r>
            <a:r>
              <a:rPr lang="fr-FR" sz="1000">
                <a:ea typeface="+mn-lt"/>
                <a:cs typeface="Calibri"/>
              </a:rPr>
              <a:t> Constant Power </a:t>
            </a:r>
            <a:r>
              <a:rPr lang="fr-FR" sz="1000" err="1">
                <a:ea typeface="+mn-lt"/>
                <a:cs typeface="Calibri"/>
              </a:rPr>
              <a:t>Load</a:t>
            </a:r>
            <a:r>
              <a:rPr lang="fr-FR" sz="1000">
                <a:ea typeface="+mn-lt"/>
                <a:cs typeface="Calibri"/>
              </a:rPr>
              <a:t> </a:t>
            </a:r>
            <a:r>
              <a:rPr lang="fr-FR" sz="1000" err="1">
                <a:ea typeface="+mn-lt"/>
                <a:cs typeface="Calibri"/>
              </a:rPr>
              <a:t>using</a:t>
            </a:r>
            <a:r>
              <a:rPr lang="fr-FR" sz="1000">
                <a:ea typeface="+mn-lt"/>
                <a:cs typeface="Calibri"/>
              </a:rPr>
              <a:t> Exact Feedback </a:t>
            </a:r>
            <a:r>
              <a:rPr lang="fr-FR" sz="1000" err="1">
                <a:ea typeface="+mn-lt"/>
                <a:cs typeface="Calibri"/>
              </a:rPr>
              <a:t>Linearization</a:t>
            </a:r>
            <a:r>
              <a:rPr lang="fr-FR" sz="1000">
                <a:ea typeface="+mn-lt"/>
                <a:cs typeface="Calibri"/>
              </a:rPr>
              <a:t> Method </a:t>
            </a:r>
            <a:r>
              <a:rPr lang="fr-FR" sz="1000" err="1">
                <a:ea typeface="+mn-lt"/>
                <a:cs typeface="Calibri"/>
              </a:rPr>
              <a:t>based</a:t>
            </a:r>
            <a:r>
              <a:rPr lang="fr-FR" sz="1000">
                <a:ea typeface="+mn-lt"/>
                <a:cs typeface="Calibri"/>
              </a:rPr>
              <a:t> on </a:t>
            </a:r>
            <a:r>
              <a:rPr lang="fr-FR" sz="1000" err="1">
                <a:ea typeface="+mn-lt"/>
                <a:cs typeface="Calibri"/>
              </a:rPr>
              <a:t>Backstepping</a:t>
            </a:r>
            <a:r>
              <a:rPr lang="fr-FR" sz="1000">
                <a:ea typeface="+mn-lt"/>
                <a:cs typeface="Calibri"/>
              </a:rPr>
              <a:t> </a:t>
            </a:r>
            <a:r>
              <a:rPr lang="fr-FR" sz="1000" err="1">
                <a:ea typeface="+mn-lt"/>
                <a:cs typeface="Calibri"/>
              </a:rPr>
              <a:t>Sliding</a:t>
            </a:r>
            <a:r>
              <a:rPr lang="fr-FR" sz="1000">
                <a:ea typeface="+mn-lt"/>
                <a:cs typeface="Calibri"/>
              </a:rPr>
              <a:t> Mode Control and </a:t>
            </a:r>
            <a:r>
              <a:rPr lang="fr-FR" sz="1000" err="1">
                <a:ea typeface="+mn-lt"/>
                <a:cs typeface="Calibri"/>
              </a:rPr>
              <a:t>Nonlinear</a:t>
            </a:r>
            <a:r>
              <a:rPr lang="fr-FR" sz="1000">
                <a:ea typeface="+mn-lt"/>
                <a:cs typeface="Calibri"/>
              </a:rPr>
              <a:t> </a:t>
            </a:r>
            <a:r>
              <a:rPr lang="fr-FR" sz="1000" err="1">
                <a:ea typeface="+mn-lt"/>
                <a:cs typeface="Calibri"/>
              </a:rPr>
              <a:t>Disturbance</a:t>
            </a:r>
            <a:r>
              <a:rPr lang="fr-FR" sz="1000">
                <a:ea typeface="+mn-lt"/>
                <a:cs typeface="Calibri"/>
              </a:rPr>
              <a:t> Observer," </a:t>
            </a:r>
            <a:r>
              <a:rPr lang="fr-FR" sz="1000" i="1">
                <a:ea typeface="+mn-lt"/>
                <a:cs typeface="Calibri"/>
              </a:rPr>
              <a:t>2021 12th Power Electronics, Drive </a:t>
            </a:r>
            <a:r>
              <a:rPr lang="fr-FR" sz="1000" i="1" err="1">
                <a:ea typeface="+mn-lt"/>
                <a:cs typeface="Calibri"/>
              </a:rPr>
              <a:t>Systems</a:t>
            </a:r>
            <a:r>
              <a:rPr lang="fr-FR" sz="1000" i="1">
                <a:ea typeface="+mn-lt"/>
                <a:cs typeface="Calibri"/>
              </a:rPr>
              <a:t>, and Technologies </a:t>
            </a:r>
            <a:r>
              <a:rPr lang="fr-FR" sz="1000" i="1" err="1">
                <a:ea typeface="+mn-lt"/>
                <a:cs typeface="Calibri"/>
              </a:rPr>
              <a:t>Conference</a:t>
            </a:r>
            <a:r>
              <a:rPr lang="fr-FR" sz="1000" i="1">
                <a:ea typeface="+mn-lt"/>
                <a:cs typeface="Calibri"/>
              </a:rPr>
              <a:t> (PEDSTC)</a:t>
            </a:r>
            <a:r>
              <a:rPr lang="fr-FR" sz="1000">
                <a:ea typeface="+mn-lt"/>
                <a:cs typeface="Calibri"/>
              </a:rPr>
              <a:t>, Tabriz, Iran, 2021, pp. 1-6, </a:t>
            </a:r>
            <a:r>
              <a:rPr lang="fr-FR" sz="1000" err="1">
                <a:ea typeface="+mn-lt"/>
                <a:cs typeface="Calibri"/>
              </a:rPr>
              <a:t>doi</a:t>
            </a:r>
            <a:r>
              <a:rPr lang="fr-FR" sz="1000">
                <a:ea typeface="+mn-lt"/>
                <a:cs typeface="Calibri"/>
              </a:rPr>
              <a:t>: 10.1109/PEDSTC52094.2021.9405916.</a:t>
            </a:r>
            <a:endParaRPr lang="en-US" sz="1000">
              <a:ea typeface="+mn-lt"/>
              <a:cs typeface="+mn-lt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10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pic>
        <p:nvPicPr>
          <p:cNvPr id="3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639CE50E-C8F3-8062-E051-FAE67E957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394" y="3943586"/>
            <a:ext cx="4264268" cy="1872290"/>
          </a:xfrm>
          <a:prstGeom prst="rect">
            <a:avLst/>
          </a:prstGeom>
        </p:spPr>
      </p:pic>
      <p:cxnSp>
        <p:nvCxnSpPr>
          <p:cNvPr id="16" name="Connecteur droit avec flèche 3">
            <a:extLst>
              <a:ext uri="{FF2B5EF4-FFF2-40B4-BE49-F238E27FC236}">
                <a16:creationId xmlns:a16="http://schemas.microsoft.com/office/drawing/2014/main" id="{4982912C-1CE2-094A-82CB-BF192C29679B}"/>
              </a:ext>
            </a:extLst>
          </p:cNvPr>
          <p:cNvCxnSpPr/>
          <p:nvPr/>
        </p:nvCxnSpPr>
        <p:spPr>
          <a:xfrm>
            <a:off x="7829550" y="762000"/>
            <a:ext cx="704850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arenthèse ouvrante 7">
            <a:extLst>
              <a:ext uri="{FF2B5EF4-FFF2-40B4-BE49-F238E27FC236}">
                <a16:creationId xmlns:a16="http://schemas.microsoft.com/office/drawing/2014/main" id="{37A72C4B-FA7C-BE17-9FB5-32BE7F438F08}"/>
              </a:ext>
            </a:extLst>
          </p:cNvPr>
          <p:cNvSpPr/>
          <p:nvPr/>
        </p:nvSpPr>
        <p:spPr>
          <a:xfrm>
            <a:off x="7812024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/>
            <a:endParaRPr lang="fr-FR"/>
          </a:p>
        </p:txBody>
      </p:sp>
      <p:sp>
        <p:nvSpPr>
          <p:cNvPr id="20" name="Parenthèse ouvrante 8">
            <a:extLst>
              <a:ext uri="{FF2B5EF4-FFF2-40B4-BE49-F238E27FC236}">
                <a16:creationId xmlns:a16="http://schemas.microsoft.com/office/drawing/2014/main" id="{60EB61E7-2987-506F-D201-3F3160505A71}"/>
              </a:ext>
            </a:extLst>
          </p:cNvPr>
          <p:cNvSpPr/>
          <p:nvPr/>
        </p:nvSpPr>
        <p:spPr>
          <a:xfrm rot="10800000">
            <a:off x="8450199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10">
            <a:extLst>
              <a:ext uri="{FF2B5EF4-FFF2-40B4-BE49-F238E27FC236}">
                <a16:creationId xmlns:a16="http://schemas.microsoft.com/office/drawing/2014/main" id="{53C1A57A-D3EC-EC4E-7BF9-188D4DBE20FC}"/>
              </a:ext>
            </a:extLst>
          </p:cNvPr>
          <p:cNvSpPr txBox="1"/>
          <p:nvPr/>
        </p:nvSpPr>
        <p:spPr>
          <a:xfrm>
            <a:off x="8167687" y="962024"/>
            <a:ext cx="7310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Pratique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24" name="ZoneTexte 11">
            <a:extLst>
              <a:ext uri="{FF2B5EF4-FFF2-40B4-BE49-F238E27FC236}">
                <a16:creationId xmlns:a16="http://schemas.microsoft.com/office/drawing/2014/main" id="{9D9C2118-64E8-F88A-F36A-C64998FE0878}"/>
              </a:ext>
            </a:extLst>
          </p:cNvPr>
          <p:cNvSpPr txBox="1"/>
          <p:nvPr/>
        </p:nvSpPr>
        <p:spPr>
          <a:xfrm>
            <a:off x="7415212" y="962024"/>
            <a:ext cx="8358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Théorique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26" name="Demi-cadre 9">
            <a:extLst>
              <a:ext uri="{FF2B5EF4-FFF2-40B4-BE49-F238E27FC236}">
                <a16:creationId xmlns:a16="http://schemas.microsoft.com/office/drawing/2014/main" id="{543F932F-A8BD-FF32-7F06-F61A50CC908F}"/>
              </a:ext>
            </a:extLst>
          </p:cNvPr>
          <p:cNvSpPr/>
          <p:nvPr/>
        </p:nvSpPr>
        <p:spPr>
          <a:xfrm rot="13620000">
            <a:off x="7940919" y="477715"/>
            <a:ext cx="180975" cy="209550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619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Stability issues associated with a Navy shipboard  DC zonal electric distribution system [5]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Lucida Sans Unicode" charset="0"/>
                <a:cs typeface="Lucida Sans Unicode"/>
              </a:rPr>
              <a:t>Problem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: In ships, DC Zonal electric distribution presents stability issues due to the interconnection of  non-linear power converters.</a:t>
            </a: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Lucida Sans Unicode" charset="0"/>
                <a:cs typeface="Lucida Sans Unicode"/>
              </a:rPr>
              <a:t>Solution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: Placing </a:t>
            </a:r>
            <a:r>
              <a:rPr lang="en-US" altLang="ja-JP" sz="2400">
                <a:solidFill>
                  <a:schemeClr val="accent1"/>
                </a:solidFill>
                <a:ea typeface="Lucida Sans Unicode" charset="0"/>
                <a:cs typeface="Lucida Sans Unicode"/>
              </a:rPr>
              <a:t>a constraint 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on the source resistance to have a steady-state operating. Create a criterion on input impedance to guarantee system stability.</a:t>
            </a:r>
            <a:endParaRPr lang="en-US" altLang="ja-JP" sz="2400">
              <a:solidFill>
                <a:schemeClr val="accent1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ea typeface="Lucida Sans Unicode" charset="0"/>
                <a:cs typeface="Lucida Sans Unicode"/>
              </a:rPr>
              <a:t>Features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Avoiding unwanted sustained </a:t>
            </a:r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     oscillation in the network.</a:t>
            </a:r>
          </a:p>
          <a:p>
            <a:pPr lvl="1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r>
              <a:rPr lang="fr-FR">
                <a:cs typeface="Calibri"/>
              </a:rPr>
              <a:t>6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2" name="ZoneTexte 7">
            <a:extLst>
              <a:ext uri="{FF2B5EF4-FFF2-40B4-BE49-F238E27FC236}">
                <a16:creationId xmlns:a16="http://schemas.microsoft.com/office/drawing/2014/main" id="{8067ECE2-8EA0-0270-4D3F-4A8848C77178}"/>
              </a:ext>
            </a:extLst>
          </p:cNvPr>
          <p:cNvSpPr txBox="1"/>
          <p:nvPr/>
        </p:nvSpPr>
        <p:spPr>
          <a:xfrm>
            <a:off x="-491" y="6151890"/>
            <a:ext cx="9145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/>
              <a:t>[5] </a:t>
            </a:r>
            <a:r>
              <a:rPr lang="fr-FR" sz="1000" b="0" i="0" u="none" strike="noStrike" noProof="0">
                <a:latin typeface="Calibri"/>
              </a:rPr>
              <a:t>J. G. </a:t>
            </a:r>
            <a:r>
              <a:rPr lang="fr-FR" sz="1000" b="0" i="0" u="none" strike="noStrike" noProof="0" err="1">
                <a:latin typeface="Calibri"/>
              </a:rPr>
              <a:t>Ciezki</a:t>
            </a:r>
            <a:r>
              <a:rPr lang="fr-FR" sz="1000" b="0" i="0" u="none" strike="noStrike" noProof="0">
                <a:latin typeface="Calibri"/>
              </a:rPr>
              <a:t> and R. W. Ashton, "</a:t>
            </a:r>
            <a:r>
              <a:rPr lang="fr-FR" sz="1000" b="0" i="0" u="none" strike="noStrike" noProof="0" err="1">
                <a:latin typeface="Calibri"/>
              </a:rPr>
              <a:t>Selection</a:t>
            </a:r>
            <a:r>
              <a:rPr lang="fr-FR" sz="1000" b="0" i="0" u="none" strike="noStrike" noProof="0">
                <a:latin typeface="Calibri"/>
              </a:rPr>
              <a:t> and </a:t>
            </a:r>
            <a:r>
              <a:rPr lang="fr-FR" sz="1000" b="0" i="0" u="none" strike="noStrike" noProof="0" err="1">
                <a:latin typeface="Calibri"/>
              </a:rPr>
              <a:t>stability</a:t>
            </a:r>
            <a:r>
              <a:rPr lang="fr-FR" sz="1000" b="0" i="0" u="none" strike="noStrike" noProof="0">
                <a:latin typeface="Calibri"/>
              </a:rPr>
              <a:t> issues </a:t>
            </a:r>
            <a:r>
              <a:rPr lang="fr-FR" sz="1000" b="0" i="0" u="none" strike="noStrike" noProof="0" err="1">
                <a:latin typeface="Calibri"/>
              </a:rPr>
              <a:t>associated</a:t>
            </a:r>
            <a:r>
              <a:rPr lang="fr-FR" sz="1000" b="0" i="0" u="none" strike="noStrike" noProof="0">
                <a:latin typeface="Calibri"/>
              </a:rPr>
              <a:t> </a:t>
            </a:r>
            <a:r>
              <a:rPr lang="fr-FR" sz="1000" b="0" i="0" u="none" strike="noStrike" noProof="0" err="1">
                <a:latin typeface="Calibri"/>
              </a:rPr>
              <a:t>with</a:t>
            </a:r>
            <a:r>
              <a:rPr lang="fr-FR" sz="1000" b="0" i="0" u="none" strike="noStrike" noProof="0">
                <a:latin typeface="Calibri"/>
              </a:rPr>
              <a:t> a </a:t>
            </a:r>
            <a:r>
              <a:rPr lang="fr-FR" sz="1000" b="0" i="0" u="none" strike="noStrike" noProof="0" err="1">
                <a:latin typeface="Calibri"/>
              </a:rPr>
              <a:t>navy</a:t>
            </a:r>
            <a:r>
              <a:rPr lang="fr-FR" sz="1000" b="0" i="0" u="none" strike="noStrike" noProof="0">
                <a:latin typeface="Calibri"/>
              </a:rPr>
              <a:t> </a:t>
            </a:r>
            <a:r>
              <a:rPr lang="fr-FR" sz="1000" b="0" i="0" u="none" strike="noStrike" noProof="0" err="1">
                <a:latin typeface="Calibri"/>
              </a:rPr>
              <a:t>shipboard</a:t>
            </a:r>
            <a:r>
              <a:rPr lang="fr-FR" sz="1000" b="0" i="0" u="none" strike="noStrike" noProof="0">
                <a:latin typeface="Calibri"/>
              </a:rPr>
              <a:t> DC zonal </a:t>
            </a:r>
            <a:r>
              <a:rPr lang="fr-FR" sz="1000" b="0" i="0" u="none" strike="noStrike" noProof="0" err="1">
                <a:latin typeface="Calibri"/>
              </a:rPr>
              <a:t>electric</a:t>
            </a:r>
            <a:r>
              <a:rPr lang="fr-FR" sz="1000" b="0" i="0" u="none" strike="noStrike" noProof="0">
                <a:latin typeface="Calibri"/>
              </a:rPr>
              <a:t> distribution system," in </a:t>
            </a:r>
            <a:r>
              <a:rPr lang="fr-FR" sz="1000" b="0" i="1" u="none" strike="noStrike" noProof="0">
                <a:latin typeface="Calibri"/>
              </a:rPr>
              <a:t>IEEE Transactions on Power Delivery</a:t>
            </a:r>
            <a:r>
              <a:rPr lang="fr-FR" sz="1000" b="0" i="0" u="none" strike="noStrike" noProof="0">
                <a:latin typeface="Calibri"/>
              </a:rPr>
              <a:t>, vol. 15, no. 2, pp. 665-669, April 2000, </a:t>
            </a:r>
            <a:r>
              <a:rPr lang="fr-FR" sz="1000" b="0" i="0" u="none" strike="noStrike" noProof="0" err="1">
                <a:latin typeface="Calibri"/>
              </a:rPr>
              <a:t>doi</a:t>
            </a:r>
            <a:r>
              <a:rPr lang="fr-FR" sz="1000" b="0" i="0" u="none" strike="noStrike" noProof="0">
                <a:latin typeface="Calibri"/>
              </a:rPr>
              <a:t>: 10.1109/61.853002.</a:t>
            </a:r>
          </a:p>
        </p:txBody>
      </p:sp>
      <p:pic>
        <p:nvPicPr>
          <p:cNvPr id="4" name="Image 7">
            <a:extLst>
              <a:ext uri="{FF2B5EF4-FFF2-40B4-BE49-F238E27FC236}">
                <a16:creationId xmlns:a16="http://schemas.microsoft.com/office/drawing/2014/main" id="{61B4705C-A96C-BBBC-F0DC-7B1E0B39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645" y="3393191"/>
            <a:ext cx="2834782" cy="2365732"/>
          </a:xfrm>
          <a:prstGeom prst="rect">
            <a:avLst/>
          </a:prstGeom>
        </p:spPr>
      </p:pic>
      <p:sp>
        <p:nvSpPr>
          <p:cNvPr id="8" name="ZoneTexte 8">
            <a:extLst>
              <a:ext uri="{FF2B5EF4-FFF2-40B4-BE49-F238E27FC236}">
                <a16:creationId xmlns:a16="http://schemas.microsoft.com/office/drawing/2014/main" id="{B66C038D-FECA-A7F4-3090-68B633C02AB6}"/>
              </a:ext>
            </a:extLst>
          </p:cNvPr>
          <p:cNvSpPr txBox="1"/>
          <p:nvPr/>
        </p:nvSpPr>
        <p:spPr>
          <a:xfrm flipH="1">
            <a:off x="3839269" y="5727547"/>
            <a:ext cx="567835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>
                <a:ea typeface="+mn-lt"/>
                <a:cs typeface="+mn-lt"/>
              </a:rPr>
              <a:t>Model of Networked High-Bandwidth Converters</a:t>
            </a:r>
            <a:endParaRPr lang="fr-FR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EB4E2F48-0A78-85C9-12B8-CFCF30E8C923}"/>
              </a:ext>
            </a:extLst>
          </p:cNvPr>
          <p:cNvCxnSpPr/>
          <p:nvPr/>
        </p:nvCxnSpPr>
        <p:spPr>
          <a:xfrm>
            <a:off x="7829550" y="762000"/>
            <a:ext cx="704850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arenthèse ouvrante 7">
            <a:extLst>
              <a:ext uri="{FF2B5EF4-FFF2-40B4-BE49-F238E27FC236}">
                <a16:creationId xmlns:a16="http://schemas.microsoft.com/office/drawing/2014/main" id="{EB1F36A4-F115-3654-6772-56FF1779B12F}"/>
              </a:ext>
            </a:extLst>
          </p:cNvPr>
          <p:cNvSpPr/>
          <p:nvPr/>
        </p:nvSpPr>
        <p:spPr>
          <a:xfrm>
            <a:off x="7812024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/>
            <a:endParaRPr lang="fr-FR"/>
          </a:p>
        </p:txBody>
      </p:sp>
      <p:sp>
        <p:nvSpPr>
          <p:cNvPr id="13" name="Parenthèse ouvrante 8">
            <a:extLst>
              <a:ext uri="{FF2B5EF4-FFF2-40B4-BE49-F238E27FC236}">
                <a16:creationId xmlns:a16="http://schemas.microsoft.com/office/drawing/2014/main" id="{95588FEC-9585-439D-D62A-1E8512C0EC8F}"/>
              </a:ext>
            </a:extLst>
          </p:cNvPr>
          <p:cNvSpPr/>
          <p:nvPr/>
        </p:nvSpPr>
        <p:spPr>
          <a:xfrm rot="10800000">
            <a:off x="8450199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0">
            <a:extLst>
              <a:ext uri="{FF2B5EF4-FFF2-40B4-BE49-F238E27FC236}">
                <a16:creationId xmlns:a16="http://schemas.microsoft.com/office/drawing/2014/main" id="{499C2F42-C8D3-3831-FB1D-D49BE5F0E208}"/>
              </a:ext>
            </a:extLst>
          </p:cNvPr>
          <p:cNvSpPr txBox="1"/>
          <p:nvPr/>
        </p:nvSpPr>
        <p:spPr>
          <a:xfrm>
            <a:off x="8167687" y="962024"/>
            <a:ext cx="7310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Pratique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7" name="ZoneTexte 11">
            <a:extLst>
              <a:ext uri="{FF2B5EF4-FFF2-40B4-BE49-F238E27FC236}">
                <a16:creationId xmlns:a16="http://schemas.microsoft.com/office/drawing/2014/main" id="{C9A818D9-2A5F-548C-DCC7-F3A6A6AD3FCF}"/>
              </a:ext>
            </a:extLst>
          </p:cNvPr>
          <p:cNvSpPr txBox="1"/>
          <p:nvPr/>
        </p:nvSpPr>
        <p:spPr>
          <a:xfrm>
            <a:off x="7415212" y="962024"/>
            <a:ext cx="8358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Théorique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9" name="Demi-cadre 9">
            <a:extLst>
              <a:ext uri="{FF2B5EF4-FFF2-40B4-BE49-F238E27FC236}">
                <a16:creationId xmlns:a16="http://schemas.microsoft.com/office/drawing/2014/main" id="{C783C405-E8B7-4816-2717-197F2C9359F8}"/>
              </a:ext>
            </a:extLst>
          </p:cNvPr>
          <p:cNvSpPr/>
          <p:nvPr/>
        </p:nvSpPr>
        <p:spPr>
          <a:xfrm rot="13620000">
            <a:off x="8314592" y="486508"/>
            <a:ext cx="180975" cy="209550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6862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A69A65C9-0FD4-1E49-570F-808BE19D6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>
                <a:solidFill>
                  <a:srgbClr val="0070C0"/>
                </a:solidFill>
                <a:ea typeface="+mn-lt"/>
                <a:cs typeface="+mn-lt"/>
              </a:rPr>
              <a:t>Dynamic Behavior and Stabilization of DC Microgrids With Instantaneous Constant Power Loads [6]</a:t>
            </a:r>
            <a:endParaRPr lang="fr-FR" sz="320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 u="sng">
                <a:ea typeface="+mn-lt"/>
                <a:cs typeface="+mn-lt"/>
              </a:rPr>
              <a:t>Problem</a:t>
            </a:r>
            <a:r>
              <a:rPr lang="en-US" sz="2400">
                <a:ea typeface="+mn-lt"/>
                <a:cs typeface="+mn-lt"/>
              </a:rPr>
              <a:t>: Constant power load induce destabilizing effect on micro grids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 u="sng">
                <a:ea typeface="+mn-lt"/>
                <a:cs typeface="+mn-lt"/>
              </a:rPr>
              <a:t>Solution</a:t>
            </a:r>
            <a:r>
              <a:rPr lang="en-US" sz="2400">
                <a:ea typeface="+mn-lt"/>
                <a:cs typeface="+mn-lt"/>
              </a:rPr>
              <a:t>: PID-type controllers or Boundary controllers (switch of LRC semi-conductor)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 u="sng">
                <a:ea typeface="+mn-lt"/>
                <a:cs typeface="+mn-lt"/>
              </a:rPr>
              <a:t>Features</a:t>
            </a:r>
            <a:r>
              <a:rPr lang="en-US" sz="2400">
                <a:ea typeface="+mn-lt"/>
                <a:cs typeface="+mn-lt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>
                <a:ea typeface="+mn-lt"/>
                <a:cs typeface="+mn-lt"/>
              </a:rPr>
              <a:t>Does not impact efficiency of the system</a:t>
            </a: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>
                <a:ea typeface="+mn-lt"/>
                <a:cs typeface="+mn-lt"/>
              </a:rPr>
              <a:t>Extreme robustness </a:t>
            </a:r>
            <a:endParaRPr lang="en-US" sz="2400" u="sng">
              <a:ea typeface="+mn-lt"/>
              <a:cs typeface="+mn-lt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Lucida Sans Unicode" charset="0"/>
              <a:cs typeface="Calibri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Lucida Sans Unicode" charset="0"/>
              <a:cs typeface="Calibri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0000"/>
              </a:solidFill>
              <a:ea typeface="Lucida Sans Unicode" charset="0"/>
              <a:cs typeface="Calibri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1000">
              <a:solidFill>
                <a:srgbClr val="000000"/>
              </a:solidFill>
              <a:ea typeface="Lucida Sans Unicode" charset="0"/>
              <a:cs typeface="Calibri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70C0"/>
              </a:solidFill>
              <a:ea typeface="Lucida Sans Unicode" charset="0"/>
              <a:cs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2909F0A-3E69-AFB3-33AE-B1C1FAF45B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58"/>
          <a:stretch/>
        </p:blipFill>
        <p:spPr>
          <a:xfrm>
            <a:off x="4488778" y="4357315"/>
            <a:ext cx="4023709" cy="178352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D1EEEE5-5ADE-2B07-2570-8683FC642E3D}"/>
              </a:ext>
            </a:extLst>
          </p:cNvPr>
          <p:cNvSpPr txBox="1"/>
          <p:nvPr/>
        </p:nvSpPr>
        <p:spPr>
          <a:xfrm>
            <a:off x="0" y="61408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[6] A. </a:t>
            </a:r>
            <a:r>
              <a:rPr lang="en-GB" sz="1000" err="1"/>
              <a:t>Kwasinski</a:t>
            </a:r>
            <a:r>
              <a:rPr lang="en-GB" sz="1000"/>
              <a:t> and C. N. Onwuchekwa, "Dynamic </a:t>
            </a:r>
            <a:r>
              <a:rPr lang="en-GB" sz="1000" err="1"/>
              <a:t>Behavior</a:t>
            </a:r>
            <a:r>
              <a:rPr lang="en-GB" sz="1000"/>
              <a:t> and Stabilization of DC Microgrids With Instantaneous Constant-Power Loads," in IEEE Transactions on Power Electronics, vol. 26, no. 3, pp. 822-834, March 2011, </a:t>
            </a:r>
            <a:r>
              <a:rPr lang="en-GB" sz="1000" err="1"/>
              <a:t>doi</a:t>
            </a:r>
            <a:r>
              <a:rPr lang="en-GB" sz="1000"/>
              <a:t>: 10.1109/TPEL.2010.2091285.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003C7EFC-C9D0-975C-AAB0-B0E6170A682D}"/>
              </a:ext>
            </a:extLst>
          </p:cNvPr>
          <p:cNvCxnSpPr/>
          <p:nvPr/>
        </p:nvCxnSpPr>
        <p:spPr>
          <a:xfrm>
            <a:off x="7829550" y="762000"/>
            <a:ext cx="704850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Parenthèse ouvrante 7">
            <a:extLst>
              <a:ext uri="{FF2B5EF4-FFF2-40B4-BE49-F238E27FC236}">
                <a16:creationId xmlns:a16="http://schemas.microsoft.com/office/drawing/2014/main" id="{46D2DB95-BE74-015A-9EDD-854EFFB56E85}"/>
              </a:ext>
            </a:extLst>
          </p:cNvPr>
          <p:cNvSpPr/>
          <p:nvPr/>
        </p:nvSpPr>
        <p:spPr>
          <a:xfrm>
            <a:off x="7812024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Parenthèse ouvrante 8">
            <a:extLst>
              <a:ext uri="{FF2B5EF4-FFF2-40B4-BE49-F238E27FC236}">
                <a16:creationId xmlns:a16="http://schemas.microsoft.com/office/drawing/2014/main" id="{5323710B-D698-4477-C562-E411F3FB7226}"/>
              </a:ext>
            </a:extLst>
          </p:cNvPr>
          <p:cNvSpPr/>
          <p:nvPr/>
        </p:nvSpPr>
        <p:spPr>
          <a:xfrm rot="10800000">
            <a:off x="8450199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Demi-cadre 9">
            <a:extLst>
              <a:ext uri="{FF2B5EF4-FFF2-40B4-BE49-F238E27FC236}">
                <a16:creationId xmlns:a16="http://schemas.microsoft.com/office/drawing/2014/main" id="{04C768CD-F5DD-369B-8AF3-D247ACB02B57}"/>
              </a:ext>
            </a:extLst>
          </p:cNvPr>
          <p:cNvSpPr/>
          <p:nvPr/>
        </p:nvSpPr>
        <p:spPr>
          <a:xfrm rot="13620000">
            <a:off x="7905750" y="495300"/>
            <a:ext cx="180975" cy="209550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6719160-9D35-8F1E-29C5-612E718E7254}"/>
              </a:ext>
            </a:extLst>
          </p:cNvPr>
          <p:cNvSpPr txBox="1"/>
          <p:nvPr/>
        </p:nvSpPr>
        <p:spPr>
          <a:xfrm>
            <a:off x="8167687" y="962024"/>
            <a:ext cx="7310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Pratique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D64CE35-1158-1D68-F5D5-58ECCD5918E5}"/>
              </a:ext>
            </a:extLst>
          </p:cNvPr>
          <p:cNvSpPr txBox="1"/>
          <p:nvPr/>
        </p:nvSpPr>
        <p:spPr>
          <a:xfrm>
            <a:off x="7415212" y="962024"/>
            <a:ext cx="8358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Théorique</a:t>
            </a:r>
            <a:endParaRPr lang="fr-FR" sz="1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60540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Load voltage control for wireless in-wheel </a:t>
            </a:r>
            <a:endParaRPr lang="fr-FR">
              <a:cs typeface="Lucida Sans Unicode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motor [7]</a:t>
            </a:r>
            <a:endParaRPr lang="en-US">
              <a:cs typeface="Lucida Sans Unicode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Lucida Sans Unicode" charset="0"/>
                <a:cs typeface="Lucida Sans Unicode"/>
              </a:rPr>
              <a:t>Problem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: The system without control is unstable (too complex)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Lucida Sans Unicode" charset="0"/>
                <a:cs typeface="Lucida Sans Unicode"/>
              </a:rPr>
              <a:t>Solution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: Controller method </a:t>
            </a:r>
            <a:endParaRPr lang="en-US" altLang="ja-JP" sz="2400" u="sng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u="sng">
                <a:solidFill>
                  <a:srgbClr val="000000"/>
                </a:solidFill>
                <a:ea typeface="Lucida Sans Unicode" charset="0"/>
                <a:cs typeface="Lucida Sans Unicode"/>
              </a:rPr>
              <a:t>Features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: use 2 types of operation modes of the secondary converter (in the wheel part): diode bridge rectifier, to control the transmitting power. Using several controller to be sure that the constant power load is respected.</a:t>
            </a:r>
            <a:endParaRPr lang="en-US" altLang="ja-JP">
              <a:solidFill>
                <a:srgbClr val="000000"/>
              </a:solidFill>
              <a:ea typeface="Lucida Sans Unicode" charset="0"/>
              <a:cs typeface="Lucida Sans Unicode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3CE98D9-BF3B-B14A-E326-CAA642D45AFD}"/>
              </a:ext>
            </a:extLst>
          </p:cNvPr>
          <p:cNvSpPr txBox="1"/>
          <p:nvPr/>
        </p:nvSpPr>
        <p:spPr>
          <a:xfrm flipH="1">
            <a:off x="518933" y="5507241"/>
            <a:ext cx="357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rgbClr val="000000"/>
                </a:solidFill>
                <a:cs typeface="Lucida Sans Unicode" charset="0"/>
              </a:rPr>
              <a:t>Circuit model</a:t>
            </a:r>
            <a:endParaRPr lang="en-GB">
              <a:solidFill>
                <a:srgbClr val="000000"/>
              </a:solidFill>
              <a:cs typeface="Lucida Sans Unicode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AAFDC01-E8A6-9A79-5255-C7FBD2FF6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120" y="4216120"/>
            <a:ext cx="4569284" cy="2020104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921CC78-ACFD-9F65-FFAC-AF1A35A93CE9}"/>
              </a:ext>
            </a:extLst>
          </p:cNvPr>
          <p:cNvSpPr txBox="1"/>
          <p:nvPr/>
        </p:nvSpPr>
        <p:spPr>
          <a:xfrm flipH="1">
            <a:off x="4924535" y="3581400"/>
            <a:ext cx="3570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err="1">
                <a:solidFill>
                  <a:srgbClr val="000000"/>
                </a:solidFill>
                <a:cs typeface="Lucida Sans Unicode" charset="0"/>
              </a:rPr>
              <a:t>Feedforward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controller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and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two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degrees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of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freedoom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controller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</a:t>
            </a:r>
            <a:r>
              <a:rPr lang="fr-FR" err="1">
                <a:solidFill>
                  <a:srgbClr val="000000"/>
                </a:solidFill>
                <a:cs typeface="Lucida Sans Unicode" charset="0"/>
              </a:rPr>
              <a:t>used</a:t>
            </a:r>
            <a:r>
              <a:rPr lang="fr-FR">
                <a:solidFill>
                  <a:srgbClr val="000000"/>
                </a:solidFill>
                <a:cs typeface="Lucida Sans Unicode" charset="0"/>
              </a:rPr>
              <a:t> to control the power </a:t>
            </a:r>
            <a:endParaRPr lang="en-GB">
              <a:solidFill>
                <a:srgbClr val="000000"/>
              </a:solidFill>
              <a:cs typeface="Lucida Sans Unicode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C0627CD-35CC-29EB-0565-F4CA3EBD5E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700"/>
          <a:stretch/>
        </p:blipFill>
        <p:spPr>
          <a:xfrm>
            <a:off x="603663" y="4230542"/>
            <a:ext cx="3418030" cy="132697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EFE8D7D-BEF9-A7E5-45FB-C525761741D8}"/>
              </a:ext>
            </a:extLst>
          </p:cNvPr>
          <p:cNvSpPr txBox="1"/>
          <p:nvPr/>
        </p:nvSpPr>
        <p:spPr>
          <a:xfrm>
            <a:off x="0" y="6142366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000" b="0" i="0" u="none" strike="noStrike" noProof="0">
                <a:latin typeface="Calibri"/>
              </a:rPr>
              <a:t>[7] </a:t>
            </a:r>
            <a:r>
              <a:rPr lang="en-GB" sz="1000" b="0" i="0" u="none" strike="noStrike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D. </a:t>
            </a:r>
            <a:r>
              <a:rPr lang="en-GB" sz="1000" b="0" i="0" u="none" strike="noStrike" kern="1200" err="1">
                <a:solidFill>
                  <a:schemeClr val="tx1"/>
                </a:solidFill>
                <a:latin typeface="Calibri"/>
                <a:ea typeface="+mn-ea"/>
                <a:cs typeface="+mn-cs"/>
              </a:rPr>
              <a:t>Gunji</a:t>
            </a:r>
            <a:r>
              <a:rPr lang="en-GB" sz="1000" b="0" i="0" u="none" strike="noStrike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, T. </a:t>
            </a:r>
            <a:r>
              <a:rPr lang="en-GB" sz="1000" b="0" i="0" u="none" strike="noStrike" kern="1200" err="1">
                <a:solidFill>
                  <a:schemeClr val="tx1"/>
                </a:solidFill>
                <a:latin typeface="Calibri"/>
                <a:ea typeface="+mn-ea"/>
                <a:cs typeface="+mn-cs"/>
              </a:rPr>
              <a:t>Imura</a:t>
            </a:r>
            <a:r>
              <a:rPr lang="en-GB" sz="1000" b="0" i="0" u="none" strike="noStrike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 and H. Fujimoto, "Stability analysis of constant power load and load voltage control method for Wireless In-Wheel Motor," 2015 9th International Conference on Power Electronics and ECCE Asia (ICPE-ECCE Asia), Seoul, Korea (South), 2015, pp. 1944-1949, </a:t>
            </a:r>
            <a:r>
              <a:rPr lang="en-GB" sz="1000" b="0" i="0" u="none" strike="noStrike" kern="1200" err="1">
                <a:solidFill>
                  <a:schemeClr val="tx1"/>
                </a:solidFill>
                <a:latin typeface="Calibri"/>
                <a:ea typeface="+mn-ea"/>
                <a:cs typeface="+mn-cs"/>
              </a:rPr>
              <a:t>doi</a:t>
            </a:r>
            <a:r>
              <a:rPr lang="en-GB" sz="1000" b="0" i="0" u="none" strike="noStrike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: 10.1109/ICPE.2015.7168044.</a:t>
            </a:r>
            <a:endParaRPr lang="en-US" sz="1000" b="0" i="0" u="none" strike="noStrike" kern="120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8AE852AF-88F2-F589-19DE-3B11874F9D65}"/>
              </a:ext>
            </a:extLst>
          </p:cNvPr>
          <p:cNvCxnSpPr/>
          <p:nvPr/>
        </p:nvCxnSpPr>
        <p:spPr>
          <a:xfrm>
            <a:off x="7829550" y="762000"/>
            <a:ext cx="704850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arenthèse ouvrante 7">
            <a:extLst>
              <a:ext uri="{FF2B5EF4-FFF2-40B4-BE49-F238E27FC236}">
                <a16:creationId xmlns:a16="http://schemas.microsoft.com/office/drawing/2014/main" id="{F14CAFA1-454A-DC52-92D8-B992B2CA9A8F}"/>
              </a:ext>
            </a:extLst>
          </p:cNvPr>
          <p:cNvSpPr/>
          <p:nvPr/>
        </p:nvSpPr>
        <p:spPr>
          <a:xfrm>
            <a:off x="7812024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/>
            <a:endParaRPr lang="fr-FR"/>
          </a:p>
        </p:txBody>
      </p:sp>
      <p:sp>
        <p:nvSpPr>
          <p:cNvPr id="15" name="Parenthèse ouvrante 8">
            <a:extLst>
              <a:ext uri="{FF2B5EF4-FFF2-40B4-BE49-F238E27FC236}">
                <a16:creationId xmlns:a16="http://schemas.microsoft.com/office/drawing/2014/main" id="{02CA34C1-33DE-3FD7-D2AC-4385288FA648}"/>
              </a:ext>
            </a:extLst>
          </p:cNvPr>
          <p:cNvSpPr/>
          <p:nvPr/>
        </p:nvSpPr>
        <p:spPr>
          <a:xfrm rot="10800000">
            <a:off x="8450199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0">
            <a:extLst>
              <a:ext uri="{FF2B5EF4-FFF2-40B4-BE49-F238E27FC236}">
                <a16:creationId xmlns:a16="http://schemas.microsoft.com/office/drawing/2014/main" id="{D207A052-7F55-1818-0682-98661D1C6050}"/>
              </a:ext>
            </a:extLst>
          </p:cNvPr>
          <p:cNvSpPr txBox="1"/>
          <p:nvPr/>
        </p:nvSpPr>
        <p:spPr>
          <a:xfrm>
            <a:off x="8167687" y="962024"/>
            <a:ext cx="7310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Pratique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19" name="ZoneTexte 11">
            <a:extLst>
              <a:ext uri="{FF2B5EF4-FFF2-40B4-BE49-F238E27FC236}">
                <a16:creationId xmlns:a16="http://schemas.microsoft.com/office/drawing/2014/main" id="{E476966D-B553-1F26-F890-4296A79691C9}"/>
              </a:ext>
            </a:extLst>
          </p:cNvPr>
          <p:cNvSpPr txBox="1"/>
          <p:nvPr/>
        </p:nvSpPr>
        <p:spPr>
          <a:xfrm>
            <a:off x="7415212" y="962024"/>
            <a:ext cx="8358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Théorique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21" name="Demi-cadre 9">
            <a:extLst>
              <a:ext uri="{FF2B5EF4-FFF2-40B4-BE49-F238E27FC236}">
                <a16:creationId xmlns:a16="http://schemas.microsoft.com/office/drawing/2014/main" id="{B1559FA3-B281-A06A-AE44-4F61C3B36E16}"/>
              </a:ext>
            </a:extLst>
          </p:cNvPr>
          <p:cNvSpPr/>
          <p:nvPr/>
        </p:nvSpPr>
        <p:spPr>
          <a:xfrm rot="13620000">
            <a:off x="8324117" y="486508"/>
            <a:ext cx="180975" cy="209550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5842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F42EF75-85C8-449D-9E3F-3EDD329FF0E4}"/>
              </a:ext>
            </a:extLst>
          </p:cNvPr>
          <p:cNvSpPr txBox="1"/>
          <p:nvPr/>
        </p:nvSpPr>
        <p:spPr>
          <a:xfrm>
            <a:off x="0" y="6153838"/>
            <a:ext cx="9147974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kern="1200">
                <a:solidFill>
                  <a:srgbClr val="000000"/>
                </a:solidFill>
                <a:latin typeface="Calibri"/>
                <a:ea typeface="+mn-ea"/>
                <a:cs typeface="+mn-cs"/>
              </a:rPr>
              <a:t>[8] </a:t>
            </a:r>
            <a:r>
              <a:rPr lang="en-US" sz="1000" b="0" i="0" u="none" strike="noStrike" kern="1200" noProof="0"/>
              <a:t>P. </a:t>
            </a:r>
            <a:r>
              <a:rPr lang="en-US" sz="1000" b="0" i="0" u="none" strike="noStrike" kern="1200" noProof="0" err="1"/>
              <a:t>Magne</a:t>
            </a:r>
            <a:r>
              <a:rPr lang="en-US" sz="1000" b="0" i="0" u="none" strike="noStrike" kern="1200" noProof="0"/>
              <a:t>, B. Nahid-</a:t>
            </a:r>
            <a:r>
              <a:rPr lang="en-US" sz="1000" b="0" i="0" u="none" strike="noStrike" kern="1200" noProof="0" err="1"/>
              <a:t>Mobarakeh</a:t>
            </a:r>
            <a:r>
              <a:rPr lang="en-US" sz="1000" b="0" i="0" u="none" strike="noStrike" kern="1200" noProof="0"/>
              <a:t> and S. </a:t>
            </a:r>
            <a:r>
              <a:rPr lang="en-US" sz="1000" b="0" i="0" u="none" strike="noStrike" kern="1200" noProof="0" err="1"/>
              <a:t>Pierfederici</a:t>
            </a:r>
            <a:r>
              <a:rPr lang="en-US" sz="1000" b="0" i="0" u="none" strike="noStrike" kern="1200" noProof="0"/>
              <a:t>, "General Active Global Stabilization of Multiloads DC-Power Networks," in </a:t>
            </a:r>
            <a:r>
              <a:rPr lang="en-US" sz="1000" b="0" i="1" u="none" strike="noStrike" kern="1200" noProof="0"/>
              <a:t>IEEE Transactions on Power Electronics</a:t>
            </a:r>
            <a:r>
              <a:rPr lang="en-US" sz="1000" b="0" i="0" u="none" strike="noStrike" kern="1200" noProof="0"/>
              <a:t>, vol. 27, no. 4, pp. 1788-1798, April 2012, </a:t>
            </a:r>
            <a:r>
              <a:rPr lang="en-US" sz="1000" b="0" i="0" u="none" strike="noStrike" kern="1200" noProof="0" err="1"/>
              <a:t>doi</a:t>
            </a:r>
            <a:r>
              <a:rPr lang="en-US" sz="1000" b="0" i="0" u="none" strike="noStrike" kern="1200" noProof="0"/>
              <a:t>: 10.1109/TPEL.2011.2168426.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A69A65C9-0FD4-1E49-570F-808BE19D6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4022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 algn="just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>
                <a:solidFill>
                  <a:schemeClr val="accent1"/>
                </a:solidFill>
                <a:ea typeface="+mn-lt"/>
                <a:cs typeface="+mn-lt"/>
              </a:rPr>
              <a:t>General</a:t>
            </a:r>
            <a:r>
              <a:rPr lang="en-US" sz="3200">
                <a:solidFill>
                  <a:srgbClr val="614F8B"/>
                </a:solidFill>
                <a:ea typeface="+mn-lt"/>
                <a:cs typeface="+mn-lt"/>
              </a:rPr>
              <a:t> </a:t>
            </a:r>
            <a:r>
              <a:rPr lang="en-US" sz="3200">
                <a:solidFill>
                  <a:schemeClr val="accent1"/>
                </a:solidFill>
                <a:ea typeface="+mn-lt"/>
                <a:cs typeface="+mn-lt"/>
              </a:rPr>
              <a:t>Active Global Stabilization of </a:t>
            </a:r>
            <a:endParaRPr lang="en-US">
              <a:solidFill>
                <a:schemeClr val="accent1"/>
              </a:solidFill>
            </a:endParaRPr>
          </a:p>
          <a:p>
            <a:pPr algn="just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>
                <a:solidFill>
                  <a:schemeClr val="accent1"/>
                </a:solidFill>
                <a:ea typeface="+mn-lt"/>
                <a:cs typeface="+mn-lt"/>
              </a:rPr>
              <a:t>Multiloads DC-power network [8]</a:t>
            </a:r>
            <a:endParaRPr lang="en-US">
              <a:solidFill>
                <a:schemeClr val="accent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 u="sng">
                <a:ea typeface="+mn-lt"/>
                <a:cs typeface="+mn-lt"/>
              </a:rPr>
              <a:t>Problem</a:t>
            </a:r>
            <a:r>
              <a:rPr lang="en-US" sz="2400">
                <a:ea typeface="+mn-lt"/>
                <a:cs typeface="+mn-lt"/>
              </a:rPr>
              <a:t>: Induce stability on DC micro grids such as the ones used on electric aircraft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 u="sng">
                <a:ea typeface="+mn-lt"/>
                <a:cs typeface="+mn-lt"/>
              </a:rPr>
              <a:t>Solution</a:t>
            </a:r>
            <a:r>
              <a:rPr lang="en-US" sz="2400">
                <a:ea typeface="+mn-lt"/>
                <a:cs typeface="+mn-lt"/>
              </a:rPr>
              <a:t>: Feedback loops and multilevel controllers</a:t>
            </a:r>
          </a:p>
          <a:p>
            <a:pPr marL="342900" indent="-342900" algn="just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 u="sng">
                <a:ea typeface="+mn-lt"/>
                <a:cs typeface="+mn-lt"/>
              </a:rPr>
              <a:t>Features: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>
                <a:ea typeface="+mn-lt"/>
                <a:cs typeface="+mn-lt"/>
              </a:rPr>
              <a:t>Too many sensors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400">
                <a:ea typeface="+mn-lt"/>
                <a:cs typeface="+mn-lt"/>
              </a:rPr>
              <a:t>Centralized methods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ea typeface="+mn-lt"/>
              <a:cs typeface="+mn-lt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70C0"/>
              </a:solidFill>
              <a:ea typeface="Lucida Sans Unicode" charset="0"/>
              <a:cs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CFED929-D117-2C24-2928-F5B05C245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7058" y="3172279"/>
            <a:ext cx="4054191" cy="2705334"/>
          </a:xfrm>
          <a:prstGeom prst="rect">
            <a:avLst/>
          </a:prstGeom>
        </p:spPr>
      </p:pic>
      <p:cxnSp>
        <p:nvCxnSpPr>
          <p:cNvPr id="9" name="Connecteur droit avec flèche 3">
            <a:extLst>
              <a:ext uri="{FF2B5EF4-FFF2-40B4-BE49-F238E27FC236}">
                <a16:creationId xmlns:a16="http://schemas.microsoft.com/office/drawing/2014/main" id="{FD1D677C-F8EF-5E00-8478-79127091C0F9}"/>
              </a:ext>
            </a:extLst>
          </p:cNvPr>
          <p:cNvCxnSpPr/>
          <p:nvPr/>
        </p:nvCxnSpPr>
        <p:spPr>
          <a:xfrm>
            <a:off x="7829550" y="762000"/>
            <a:ext cx="704850" cy="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Parenthèse ouvrante 7">
            <a:extLst>
              <a:ext uri="{FF2B5EF4-FFF2-40B4-BE49-F238E27FC236}">
                <a16:creationId xmlns:a16="http://schemas.microsoft.com/office/drawing/2014/main" id="{DEB32CA7-DF4E-F7EE-4CB9-821ABD5DA1F2}"/>
              </a:ext>
            </a:extLst>
          </p:cNvPr>
          <p:cNvSpPr/>
          <p:nvPr/>
        </p:nvSpPr>
        <p:spPr>
          <a:xfrm>
            <a:off x="7812024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Parenthèse ouvrante 8">
            <a:extLst>
              <a:ext uri="{FF2B5EF4-FFF2-40B4-BE49-F238E27FC236}">
                <a16:creationId xmlns:a16="http://schemas.microsoft.com/office/drawing/2014/main" id="{EF22A8B4-B382-5563-7FB1-C59131CB9F9C}"/>
              </a:ext>
            </a:extLst>
          </p:cNvPr>
          <p:cNvSpPr/>
          <p:nvPr/>
        </p:nvSpPr>
        <p:spPr>
          <a:xfrm rot="10800000">
            <a:off x="8450199" y="561975"/>
            <a:ext cx="82677" cy="40005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10">
            <a:extLst>
              <a:ext uri="{FF2B5EF4-FFF2-40B4-BE49-F238E27FC236}">
                <a16:creationId xmlns:a16="http://schemas.microsoft.com/office/drawing/2014/main" id="{3401C185-7722-6D65-4D81-FB95676F4858}"/>
              </a:ext>
            </a:extLst>
          </p:cNvPr>
          <p:cNvSpPr txBox="1"/>
          <p:nvPr/>
        </p:nvSpPr>
        <p:spPr>
          <a:xfrm>
            <a:off x="8167687" y="962024"/>
            <a:ext cx="73104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Pratique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26" name="ZoneTexte 11">
            <a:extLst>
              <a:ext uri="{FF2B5EF4-FFF2-40B4-BE49-F238E27FC236}">
                <a16:creationId xmlns:a16="http://schemas.microsoft.com/office/drawing/2014/main" id="{4D725290-BEC9-ED68-6142-1D6C9C217802}"/>
              </a:ext>
            </a:extLst>
          </p:cNvPr>
          <p:cNvSpPr txBox="1"/>
          <p:nvPr/>
        </p:nvSpPr>
        <p:spPr>
          <a:xfrm>
            <a:off x="7415212" y="962024"/>
            <a:ext cx="8358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200">
                <a:ea typeface="Calibri"/>
                <a:cs typeface="Calibri"/>
              </a:rPr>
              <a:t>Théorique</a:t>
            </a:r>
            <a:endParaRPr lang="fr-FR" sz="1200">
              <a:ea typeface="+mn-lt"/>
              <a:cs typeface="+mn-lt"/>
            </a:endParaRPr>
          </a:p>
        </p:txBody>
      </p:sp>
      <p:sp>
        <p:nvSpPr>
          <p:cNvPr id="29" name="Demi-cadre 9">
            <a:extLst>
              <a:ext uri="{FF2B5EF4-FFF2-40B4-BE49-F238E27FC236}">
                <a16:creationId xmlns:a16="http://schemas.microsoft.com/office/drawing/2014/main" id="{B9B5526A-AC6E-CF24-D9D0-5F5EABED81AE}"/>
              </a:ext>
            </a:extLst>
          </p:cNvPr>
          <p:cNvSpPr/>
          <p:nvPr/>
        </p:nvSpPr>
        <p:spPr>
          <a:xfrm rot="13620000">
            <a:off x="8001000" y="495300"/>
            <a:ext cx="180975" cy="209550"/>
          </a:xfrm>
          <a:prstGeom prst="halfFram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5515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1350169" y="4441366"/>
            <a:ext cx="6443663" cy="800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Thank you!</a:t>
            </a:r>
          </a:p>
        </p:txBody>
      </p:sp>
      <p:sp>
        <p:nvSpPr>
          <p:cNvPr id="23" name="Espace réservé de la date 2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  <p:sp>
        <p:nvSpPr>
          <p:cNvPr id="24" name="Espace réservé du pied de page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1668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57200" y="1600200"/>
            <a:ext cx="8218488" cy="4514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References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289873"/>
              </p:ext>
            </p:extLst>
          </p:nvPr>
        </p:nvGraphicFramePr>
        <p:xfrm>
          <a:off x="356607" y="1288335"/>
          <a:ext cx="8321401" cy="5583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21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sz="1200"/>
                        <a:t>[1] </a:t>
                      </a:r>
                      <a:r>
                        <a:rPr lang="en-GB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L. Herrera, W. Zhang and J. Wang, "Stability Analysis and Controller Design of DC Microgrids With Constant Power Loads," in </a:t>
                      </a:r>
                      <a:r>
                        <a:rPr lang="en-GB" sz="1200" b="0" i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 Transactions on Smart Grid</a:t>
                      </a:r>
                      <a:r>
                        <a:rPr lang="en-GB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vol. 8, no. 2, pp. 881-888, March 2017, </a:t>
                      </a:r>
                      <a:r>
                        <a:rPr lang="en-GB" sz="1200" b="0" i="0" kern="120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doi</a:t>
                      </a:r>
                      <a:r>
                        <a:rPr lang="en-GB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10.1109/TSG.2015.2457909.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 sz="1200"/>
                        <a:t>[2]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A. Russo and A. Cavallo, "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Supercapacitor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stability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control for More Electric Aircraft application," 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2020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European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Control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Conference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(ECC)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St. Petersburg,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Russia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2020, pp. 1909-1914,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10.23919/ECC51009.2020.9143927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23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/>
                        <a:t>[3]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G.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Ensermu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A. Bhattacharya, "Control and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Stability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Analysis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of DC Micro-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grids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with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Constant Power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Loads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Source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Disturbances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," 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2018 IEEE International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Conference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on Power Electronics, Drives and Energy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Systems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(PEDES)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Chennai,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India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2018, pp. 1-6,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10.1109/PEDES.2018.8707605.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/>
                        <a:t>[4]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M.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Dehghani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M.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Ghiasi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M.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GhasemiGarpachi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T.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Niknam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A.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Kavousi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-Fard and H.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Shirazi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"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Stabilization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of DC/DC Converter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with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Constant Power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Load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using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Exact Feedback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Linearization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Method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based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on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Backstepping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Sliding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Mode Control and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Nonlinear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Disturbance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Observer," 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2021 12th Power Electronics, Drive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Systems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, and Technologies </a:t>
                      </a:r>
                      <a:r>
                        <a:rPr lang="fr-FR" sz="1200" b="0" i="1" u="none" strike="noStrike" noProof="0" err="1">
                          <a:latin typeface="Calibri"/>
                        </a:rPr>
                        <a:t>Conference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 (PEDSTC)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Tabriz, Iran, 2021, pp. 1-6,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10.1109/PEDSTC52094.2021.9405916.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/>
                        <a:t>[5] 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J. G.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Ciezki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R. W. Ashton, "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Selection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and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stability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issues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associated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with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a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navy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shipboard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DC zonal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electric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 distribution system," in </a:t>
                      </a:r>
                      <a:r>
                        <a:rPr lang="fr-FR" sz="1200" b="0" i="1" u="none" strike="noStrike" noProof="0">
                          <a:latin typeface="Calibri"/>
                        </a:rPr>
                        <a:t>IEEE Transactions on Power Delivery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, vol. 15, no. 2, pp. 665-669, April 2000, </a:t>
                      </a:r>
                      <a:r>
                        <a:rPr lang="fr-FR" sz="1200" b="0" i="0" u="none" strike="noStrike" noProof="0" err="1">
                          <a:latin typeface="Calibri"/>
                        </a:rPr>
                        <a:t>doi</a:t>
                      </a:r>
                      <a:r>
                        <a:rPr lang="fr-FR" sz="1200" b="0" i="0" u="none" strike="noStrike" noProof="0">
                          <a:latin typeface="Calibri"/>
                        </a:rPr>
                        <a:t>: 10.1109/61.853002.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200" b="0" i="0" u="none" strike="noStrike" noProof="0">
                        <a:latin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0" i="0" u="none" strike="noStrike" noProof="0">
                          <a:latin typeface="Calibri"/>
                        </a:rPr>
                        <a:t>[6] </a:t>
                      </a:r>
                      <a:r>
                        <a:rPr lang="fr-FR" sz="1200" b="0" i="0" u="none" strike="noStrike" noProof="0"/>
                        <a:t>A. </a:t>
                      </a:r>
                      <a:r>
                        <a:rPr lang="fr-FR" sz="1200" b="0" i="0" u="none" strike="noStrike" noProof="0" err="1"/>
                        <a:t>Kwasinski</a:t>
                      </a:r>
                      <a:r>
                        <a:rPr lang="fr-FR" sz="1200" b="0" i="0" u="none" strike="noStrike" noProof="0"/>
                        <a:t> and C. N. </a:t>
                      </a:r>
                      <a:r>
                        <a:rPr lang="fr-FR" sz="1200" b="0" i="0" u="none" strike="noStrike" noProof="0" err="1"/>
                        <a:t>Onwuchekwa</a:t>
                      </a:r>
                      <a:r>
                        <a:rPr lang="fr-FR" sz="1200" b="0" i="0" u="none" strike="noStrike" noProof="0"/>
                        <a:t>, "Dynamic </a:t>
                      </a:r>
                      <a:r>
                        <a:rPr lang="fr-FR" sz="1200" b="0" i="0" u="none" strike="noStrike" noProof="0" err="1"/>
                        <a:t>Behavior</a:t>
                      </a:r>
                      <a:r>
                        <a:rPr lang="fr-FR" sz="1200" b="0" i="0" u="none" strike="noStrike" noProof="0"/>
                        <a:t> and </a:t>
                      </a:r>
                      <a:r>
                        <a:rPr lang="fr-FR" sz="1200" b="0" i="0" u="none" strike="noStrike" noProof="0" err="1"/>
                        <a:t>Stabilization</a:t>
                      </a:r>
                      <a:r>
                        <a:rPr lang="fr-FR" sz="1200" b="0" i="0" u="none" strike="noStrike" noProof="0"/>
                        <a:t> of DC </a:t>
                      </a:r>
                      <a:r>
                        <a:rPr lang="fr-FR" sz="1200" b="0" i="0" u="none" strike="noStrike" noProof="0" err="1"/>
                        <a:t>Microgrids</a:t>
                      </a:r>
                      <a:r>
                        <a:rPr lang="fr-FR" sz="1200" b="0" i="0" u="none" strike="noStrike" noProof="0"/>
                        <a:t> </a:t>
                      </a:r>
                      <a:r>
                        <a:rPr lang="fr-FR" sz="1200" b="0" i="0" u="none" strike="noStrike" noProof="0" err="1"/>
                        <a:t>With</a:t>
                      </a:r>
                      <a:r>
                        <a:rPr lang="fr-FR" sz="1200" b="0" i="0" u="none" strike="noStrike" noProof="0"/>
                        <a:t> </a:t>
                      </a:r>
                      <a:r>
                        <a:rPr lang="fr-FR" sz="1200" b="0" i="0" u="none" strike="noStrike" noProof="0" err="1"/>
                        <a:t>Instantaneous</a:t>
                      </a:r>
                      <a:r>
                        <a:rPr lang="fr-FR" sz="1200" b="0" i="0" u="none" strike="noStrike" noProof="0"/>
                        <a:t> Constant-Power </a:t>
                      </a:r>
                      <a:r>
                        <a:rPr lang="fr-FR" sz="1200" b="0" i="0" u="none" strike="noStrike" noProof="0" err="1"/>
                        <a:t>Loads</a:t>
                      </a:r>
                      <a:r>
                        <a:rPr lang="fr-FR" sz="1200" b="0" i="0" u="none" strike="noStrike" noProof="0"/>
                        <a:t>," in </a:t>
                      </a:r>
                      <a:r>
                        <a:rPr lang="fr-FR" sz="1200" b="0" i="1" u="none" strike="noStrike" noProof="0"/>
                        <a:t>IEEE Transactions on Power Electronics</a:t>
                      </a:r>
                      <a:r>
                        <a:rPr lang="fr-FR" sz="1200" b="0" i="0" u="none" strike="noStrike" noProof="0"/>
                        <a:t>, vol. 26, no. 3, pp. 822-834, March 2011, </a:t>
                      </a:r>
                      <a:r>
                        <a:rPr lang="fr-FR" sz="1200" b="0" i="0" u="none" strike="noStrike" noProof="0" err="1"/>
                        <a:t>doi</a:t>
                      </a:r>
                      <a:r>
                        <a:rPr lang="fr-FR" sz="1200" b="0" i="0" u="none" strike="noStrike" noProof="0"/>
                        <a:t>: 10.1109/TPEL.2010.2091285.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1200" b="0" i="0" u="none" strike="noStrike" noProof="0">
                        <a:latin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200" b="0" i="0" u="none" strike="noStrike" noProof="0">
                          <a:latin typeface="Calibri"/>
                        </a:rPr>
                        <a:t>[7] </a:t>
                      </a:r>
                      <a:r>
                        <a:rPr lang="en-GB" sz="1200" b="0" i="0" u="none" strike="noStrike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D. Gunji, T. Imura and H. Fujimoto, "Stability analysis of constant power load and load voltage control method for Wireless In-Wheel Motor," 2015 9th International Conference on Power Electronics and ECCE Asia (ICPE-ECCE Asia), Seoul, Korea (South), 2015, pp. 1944-1949, </a:t>
                      </a:r>
                      <a:r>
                        <a:rPr lang="en-GB" sz="1200" b="0" i="0" u="none" strike="noStrike" kern="1200" err="1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doi</a:t>
                      </a:r>
                      <a:r>
                        <a:rPr lang="en-GB" sz="1200" b="0" i="0" u="none" strike="noStrike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: 10.1109/ICPE.2015.7168044.</a:t>
                      </a:r>
                      <a:endParaRPr lang="en-US" sz="1200" b="0" i="0" u="none" strike="noStrike" kern="1200">
                        <a:solidFill>
                          <a:schemeClr val="tx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lvl="0" algn="l">
                        <a:buNone/>
                      </a:pP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[8] </a:t>
                      </a:r>
                      <a:r>
                        <a:rPr lang="en-US" sz="1200" b="0" i="0" u="none" strike="noStrike" kern="1200" noProof="0"/>
                        <a:t>P. Magne, B. Nahid-</a:t>
                      </a:r>
                      <a:r>
                        <a:rPr lang="en-US" sz="1200" b="0" i="0" u="none" strike="noStrike" kern="1200" noProof="0" err="1"/>
                        <a:t>Mobarakeh</a:t>
                      </a:r>
                      <a:r>
                        <a:rPr lang="en-US" sz="1200" b="0" i="0" u="none" strike="noStrike" kern="1200" noProof="0"/>
                        <a:t> and S. </a:t>
                      </a:r>
                      <a:r>
                        <a:rPr lang="en-US" sz="1200" b="0" i="0" u="none" strike="noStrike" kern="1200" noProof="0" err="1"/>
                        <a:t>Pierfederici</a:t>
                      </a:r>
                      <a:r>
                        <a:rPr lang="en-US" sz="1200" b="0" i="0" u="none" strike="noStrike" kern="1200" noProof="0"/>
                        <a:t>, "General Active Global Stabilization of Multiloads DC-Power Networks," in </a:t>
                      </a:r>
                      <a:r>
                        <a:rPr lang="en-US" sz="1200" b="0" i="1" u="none" strike="noStrike" kern="1200" noProof="0"/>
                        <a:t>IEEE Transactions on Power Electronics</a:t>
                      </a:r>
                      <a:r>
                        <a:rPr lang="en-US" sz="1200" b="0" i="0" u="none" strike="noStrike" kern="1200" noProof="0"/>
                        <a:t>, vol. 27, no. 4, pp. 1788-1798, April 2012, </a:t>
                      </a:r>
                      <a:r>
                        <a:rPr lang="en-US" sz="1200" b="0" i="0" u="none" strike="noStrike" kern="1200" noProof="0" err="1"/>
                        <a:t>doi</a:t>
                      </a:r>
                      <a:r>
                        <a:rPr lang="en-US" sz="1200" b="0" i="0" u="none" strike="noStrike" kern="1200" noProof="0"/>
                        <a:t>: 10.1109/TPEL.2011.2168426.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noProof="0"/>
                        <a:t>P. Magne, B. Nahid-</a:t>
                      </a:r>
                      <a:r>
                        <a:rPr lang="en-US" sz="1200" b="0" i="0" u="none" strike="noStrike" kern="1200" noProof="0" err="1"/>
                        <a:t>Mobarakeh</a:t>
                      </a:r>
                      <a:r>
                        <a:rPr lang="en-US" sz="1200" b="0" i="0" u="none" strike="noStrike" kern="1200" noProof="0"/>
                        <a:t> and S. </a:t>
                      </a:r>
                      <a:r>
                        <a:rPr lang="en-US" sz="1200" b="0" i="0" u="none" strike="noStrike" kern="1200" noProof="0" err="1"/>
                        <a:t>Pierfederici</a:t>
                      </a:r>
                      <a:r>
                        <a:rPr lang="en-US" sz="1200" b="0" i="0" u="none" strike="noStrike" kern="1200" noProof="0"/>
                        <a:t>, "General Active Global Stabilization of Multiloads DC-Power Networks," in , vol. 27, no. 4, pp. 1788-1798, April 2012, </a:t>
                      </a:r>
                      <a:r>
                        <a:rPr lang="en-US" sz="1200" b="0" i="0" u="none" strike="noStrike" kern="1200" noProof="0" err="1"/>
                        <a:t>doi</a:t>
                      </a:r>
                      <a:r>
                        <a:rPr lang="en-US" sz="1200" b="0" i="0" u="none" strike="noStrike" kern="1200" noProof="0"/>
                        <a:t>: 10.1109/TPEL.2011.2168426.</a:t>
                      </a:r>
                      <a:endParaRPr lang="en-US"/>
                    </a:p>
                    <a:p>
                      <a:pPr lvl="0" algn="l">
                        <a:buNone/>
                      </a:pP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  <a:p>
                      <a:pPr lvl="0" algn="l">
                        <a:buNone/>
                      </a:pPr>
                      <a:br>
                        <a:rPr lang="en-US" sz="12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</a:br>
                      <a:endParaRPr lang="en-US" sz="1200" b="0" i="0" u="none" strike="noStrike" kern="120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Projet</a:t>
            </a:r>
            <a:r>
              <a:rPr lang="en-GB"/>
              <a:t> CS ST7 </a:t>
            </a:r>
            <a:r>
              <a:rPr lang="en-GB" err="1"/>
              <a:t>Aéronautique</a:t>
            </a:r>
            <a:r>
              <a:rPr lang="en-GB"/>
              <a:t> - State of the art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2023-03-20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474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CDF837C2D214AA6FED8D1FBBE80F5" ma:contentTypeVersion="12" ma:contentTypeDescription="Crée un document." ma:contentTypeScope="" ma:versionID="403eec7c5d4d7a5491f766f77aec365b">
  <xsd:schema xmlns:xsd="http://www.w3.org/2001/XMLSchema" xmlns:xs="http://www.w3.org/2001/XMLSchema" xmlns:p="http://schemas.microsoft.com/office/2006/metadata/properties" xmlns:ns2="672bba71-449e-4571-99fd-c3bee28b3c2b" xmlns:ns3="3347f374-512c-4c81-9c8a-b24f5e1576a8" targetNamespace="http://schemas.microsoft.com/office/2006/metadata/properties" ma:root="true" ma:fieldsID="ef16f0c3a8136a113a5cde00006b90bb" ns2:_="" ns3:_="">
    <xsd:import namespace="672bba71-449e-4571-99fd-c3bee28b3c2b"/>
    <xsd:import namespace="3347f374-512c-4c81-9c8a-b24f5e1576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bba71-449e-4571-99fd-c3bee28b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74adcb9-9639-454f-bd53-a051c6bc3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f374-512c-4c81-9c8a-b24f5e1576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72fa494-0a1a-4d61-93ad-243054af59fa}" ma:internalName="TaxCatchAll" ma:showField="CatchAllData" ma:web="3347f374-512c-4c81-9c8a-b24f5e1576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bba71-449e-4571-99fd-c3bee28b3c2b">
      <Terms xmlns="http://schemas.microsoft.com/office/infopath/2007/PartnerControls"/>
    </lcf76f155ced4ddcb4097134ff3c332f>
    <TaxCatchAll xmlns="3347f374-512c-4c81-9c8a-b24f5e1576a8" xsi:nil="true"/>
  </documentManagement>
</p:properties>
</file>

<file path=customXml/itemProps1.xml><?xml version="1.0" encoding="utf-8"?>
<ds:datastoreItem xmlns:ds="http://schemas.openxmlformats.org/officeDocument/2006/customXml" ds:itemID="{B3FA2A11-5E75-4567-96C3-DE541E7A52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5C2633-052C-498D-BEDE-312E5B40085A}"/>
</file>

<file path=customXml/itemProps3.xml><?xml version="1.0" encoding="utf-8"?>
<ds:datastoreItem xmlns:ds="http://schemas.openxmlformats.org/officeDocument/2006/customXml" ds:itemID="{FB90B879-DC45-4576-BD26-22026BB99AA7}">
  <ds:schemaRefs>
    <ds:schemaRef ds:uri="218d942a-1588-4b14-8e60-1455442023b0"/>
    <ds:schemaRef ds:uri="de53268d-be1b-4b5a-b9bf-e616a275efa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1707</Words>
  <Application>Microsoft Office PowerPoint</Application>
  <PresentationFormat>Affichage à l'écran (4:3)</PresentationFormat>
  <Paragraphs>159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LGEP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Claude Marchand</dc:creator>
  <cp:lastModifiedBy>Louis Dupont (Student at CentraleSupelec)</cp:lastModifiedBy>
  <cp:revision>1</cp:revision>
  <cp:lastPrinted>2014-10-16T07:55:38Z</cp:lastPrinted>
  <dcterms:created xsi:type="dcterms:W3CDTF">2015-10-23T07:22:14Z</dcterms:created>
  <dcterms:modified xsi:type="dcterms:W3CDTF">2023-03-31T07:43:44Z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0x010100769CDF837C2D214AA6FED8D1FBBE80F5</vt:lpwstr>
  </property>
  <property fmtid="{D5CDD505-2E9C-101B-9397-08002B2CF9AE}" pid="3" name="MediaServiceImageTags">
    <vt:lpwstr/>
  </property>
</Properties>
</file>