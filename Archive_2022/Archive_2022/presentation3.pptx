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4"/>
  </p:sldMasterIdLst>
  <p:notesMasterIdLst>
    <p:notesMasterId r:id="rId41"/>
  </p:notesMasterIdLst>
  <p:sldIdLst>
    <p:sldId id="257" r:id="rId5"/>
    <p:sldId id="296" r:id="rId6"/>
    <p:sldId id="291" r:id="rId7"/>
    <p:sldId id="325" r:id="rId8"/>
    <p:sldId id="299" r:id="rId9"/>
    <p:sldId id="301" r:id="rId10"/>
    <p:sldId id="329" r:id="rId11"/>
    <p:sldId id="302" r:id="rId12"/>
    <p:sldId id="298" r:id="rId13"/>
    <p:sldId id="303" r:id="rId14"/>
    <p:sldId id="332" r:id="rId15"/>
    <p:sldId id="330" r:id="rId16"/>
    <p:sldId id="331" r:id="rId17"/>
    <p:sldId id="335" r:id="rId18"/>
    <p:sldId id="336" r:id="rId19"/>
    <p:sldId id="337" r:id="rId20"/>
    <p:sldId id="305" r:id="rId21"/>
    <p:sldId id="352" r:id="rId22"/>
    <p:sldId id="345" r:id="rId23"/>
    <p:sldId id="346" r:id="rId24"/>
    <p:sldId id="347" r:id="rId25"/>
    <p:sldId id="338" r:id="rId26"/>
    <p:sldId id="340" r:id="rId27"/>
    <p:sldId id="339" r:id="rId28"/>
    <p:sldId id="344" r:id="rId29"/>
    <p:sldId id="343" r:id="rId30"/>
    <p:sldId id="306" r:id="rId31"/>
    <p:sldId id="350" r:id="rId32"/>
    <p:sldId id="351" r:id="rId33"/>
    <p:sldId id="353" r:id="rId34"/>
    <p:sldId id="354" r:id="rId35"/>
    <p:sldId id="293" r:id="rId36"/>
    <p:sldId id="294" r:id="rId37"/>
    <p:sldId id="342" r:id="rId38"/>
    <p:sldId id="267" r:id="rId39"/>
    <p:sldId id="295" r:id="rId40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C77C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6EA3FC6-2BDF-4F28-933F-E22A6CA4CD8A}" v="1028" dt="2022-03-31T21:06:59.530"/>
    <p1510:client id="{29946B52-41E4-4028-9142-B301795D7FBE}" v="9" dt="2022-03-31T21:17:46.683"/>
    <p1510:client id="{55DDF431-7BAC-4F4E-AD8F-6D8002AFCED1}" v="18" dt="2022-03-31T16:31:58.318"/>
    <p1510:client id="{660087FA-14D7-4AD5-BC17-E2E8FC3835A1}" v="7" dt="2022-04-01T06:26:18.748"/>
    <p1510:client id="{6C616A95-2FD2-42E3-ACAB-F624B0B266DB}" v="19" dt="2022-03-31T07:54:17.504"/>
    <p1510:client id="{7A679AD7-7472-4CB0-992D-0832CB06CCD2}" v="771" dt="2022-03-31T20:11:00.478"/>
    <p1510:client id="{8D264EFE-F2C0-4549-80E6-043A860E2727}" v="1949" dt="2022-03-31T20:09:35.715"/>
    <p1510:client id="{A8E98918-3CE9-4686-99EA-033F3FBD7C55}" v="39" dt="2022-04-01T06:19:49.063"/>
    <p1510:client id="{D9AC58F8-0F83-48B2-B928-221959644CF6}" v="411" dt="2022-03-31T12:05:51.629"/>
    <p1510:client id="{E4296A60-BE19-4E94-8E8E-BEE9E23D3683}" v="3" dt="2022-03-31T19:16:29.673"/>
    <p1510:client id="{E776A997-3053-494C-AC10-7AAEB02427E0}" v="32" dt="2022-03-31T16:44:50.931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/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slide" Target="slides/slide35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42" Type="http://schemas.openxmlformats.org/officeDocument/2006/relationships/presProps" Target="presProps.xml"/><Relationship Id="rId47" Type="http://schemas.microsoft.com/office/2015/10/relationships/revisionInfo" Target="revisionInfo.xml"/><Relationship Id="rId7" Type="http://schemas.openxmlformats.org/officeDocument/2006/relationships/slide" Target="slides/slide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9" Type="http://schemas.openxmlformats.org/officeDocument/2006/relationships/slide" Target="slides/slide25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40" Type="http://schemas.openxmlformats.org/officeDocument/2006/relationships/slide" Target="slides/slide36.xml"/><Relationship Id="rId45" Type="http://schemas.openxmlformats.org/officeDocument/2006/relationships/tableStyles" Target="tableStyle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4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viewProps" Target="viewProps.xml"/><Relationship Id="rId8" Type="http://schemas.openxmlformats.org/officeDocument/2006/relationships/slide" Target="slides/slide4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46" Type="http://schemas.microsoft.com/office/2016/11/relationships/changesInfo" Target="changesInfos/changesInfo1.xml"/><Relationship Id="rId20" Type="http://schemas.openxmlformats.org/officeDocument/2006/relationships/slide" Target="slides/slide16.xml"/><Relationship Id="rId41" Type="http://schemas.openxmlformats.org/officeDocument/2006/relationships/notesMaster" Target="notesMasters/notesMaster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obin Truffinet (Student at CentraleSupelec)" userId="e3847dfd-0c34-4fd5-87dd-1af92081005f" providerId="ADAL" clId="{A8E98918-3CE9-4686-99EA-033F3FBD7C55}"/>
    <pc:docChg chg="modSld">
      <pc:chgData name="Robin Truffinet (Student at CentraleSupelec)" userId="e3847dfd-0c34-4fd5-87dd-1af92081005f" providerId="ADAL" clId="{A8E98918-3CE9-4686-99EA-033F3FBD7C55}" dt="2022-04-01T06:19:49.063" v="38" actId="20577"/>
      <pc:docMkLst>
        <pc:docMk/>
      </pc:docMkLst>
      <pc:sldChg chg="modSp mod">
        <pc:chgData name="Robin Truffinet (Student at CentraleSupelec)" userId="e3847dfd-0c34-4fd5-87dd-1af92081005f" providerId="ADAL" clId="{A8E98918-3CE9-4686-99EA-033F3FBD7C55}" dt="2022-04-01T06:18:27.690" v="35" actId="20577"/>
        <pc:sldMkLst>
          <pc:docMk/>
          <pc:sldMk cId="604806873" sldId="335"/>
        </pc:sldMkLst>
        <pc:spChg chg="mod">
          <ac:chgData name="Robin Truffinet (Student at CentraleSupelec)" userId="e3847dfd-0c34-4fd5-87dd-1af92081005f" providerId="ADAL" clId="{A8E98918-3CE9-4686-99EA-033F3FBD7C55}" dt="2022-04-01T06:18:27.690" v="35" actId="20577"/>
          <ac:spMkLst>
            <pc:docMk/>
            <pc:sldMk cId="604806873" sldId="335"/>
            <ac:spMk id="101" creationId="{00000000-0000-0000-0000-000000000000}"/>
          </ac:spMkLst>
        </pc:spChg>
      </pc:sldChg>
      <pc:sldChg chg="modSp mod">
        <pc:chgData name="Robin Truffinet (Student at CentraleSupelec)" userId="e3847dfd-0c34-4fd5-87dd-1af92081005f" providerId="ADAL" clId="{A8E98918-3CE9-4686-99EA-033F3FBD7C55}" dt="2022-04-01T06:19:49.063" v="38" actId="20577"/>
        <pc:sldMkLst>
          <pc:docMk/>
          <pc:sldMk cId="3042540839" sldId="346"/>
        </pc:sldMkLst>
        <pc:spChg chg="mod">
          <ac:chgData name="Robin Truffinet (Student at CentraleSupelec)" userId="e3847dfd-0c34-4fd5-87dd-1af92081005f" providerId="ADAL" clId="{A8E98918-3CE9-4686-99EA-033F3FBD7C55}" dt="2022-04-01T06:19:49.063" v="38" actId="20577"/>
          <ac:spMkLst>
            <pc:docMk/>
            <pc:sldMk cId="3042540839" sldId="346"/>
            <ac:spMk id="101" creationId="{00000000-0000-0000-0000-000000000000}"/>
          </ac:spMkLst>
        </pc:spChg>
      </pc:sldChg>
      <pc:sldChg chg="modSp">
        <pc:chgData name="Robin Truffinet (Student at CentraleSupelec)" userId="e3847dfd-0c34-4fd5-87dd-1af92081005f" providerId="ADAL" clId="{A8E98918-3CE9-4686-99EA-033F3FBD7C55}" dt="2022-04-01T06:17:35.352" v="15" actId="20577"/>
        <pc:sldMkLst>
          <pc:docMk/>
          <pc:sldMk cId="1534392918" sldId="354"/>
        </pc:sldMkLst>
        <pc:spChg chg="mod">
          <ac:chgData name="Robin Truffinet (Student at CentraleSupelec)" userId="e3847dfd-0c34-4fd5-87dd-1af92081005f" providerId="ADAL" clId="{A8E98918-3CE9-4686-99EA-033F3FBD7C55}" dt="2022-04-01T06:17:35.352" v="15" actId="20577"/>
          <ac:spMkLst>
            <pc:docMk/>
            <pc:sldMk cId="1534392918" sldId="354"/>
            <ac:spMk id="9" creationId="{98D4423E-34BC-4FD0-8B6E-AC0B83405CED}"/>
          </ac:spMkLst>
        </pc:spChg>
      </pc:sldChg>
    </pc:docChg>
  </pc:docChgLst>
  <pc:docChgLst>
    <pc:chgData name="Malo Delaporte (Student at CentraleSupelec)" userId="c0284a2a-1734-446a-98a6-b18d4188a6c6" providerId="ADAL" clId="{D9AC58F8-0F83-48B2-B928-221959644CF6}"/>
    <pc:docChg chg="undo custSel addSld delSld modSld sldOrd">
      <pc:chgData name="Malo Delaporte (Student at CentraleSupelec)" userId="c0284a2a-1734-446a-98a6-b18d4188a6c6" providerId="ADAL" clId="{D9AC58F8-0F83-48B2-B928-221959644CF6}" dt="2022-03-31T12:06:01.328" v="438" actId="1076"/>
      <pc:docMkLst>
        <pc:docMk/>
      </pc:docMkLst>
      <pc:sldChg chg="addSp delSp modSp mod">
        <pc:chgData name="Malo Delaporte (Student at CentraleSupelec)" userId="c0284a2a-1734-446a-98a6-b18d4188a6c6" providerId="ADAL" clId="{D9AC58F8-0F83-48B2-B928-221959644CF6}" dt="2022-03-31T07:59:05.401" v="1" actId="478"/>
        <pc:sldMkLst>
          <pc:docMk/>
          <pc:sldMk cId="3827946629" sldId="257"/>
        </pc:sldMkLst>
        <pc:spChg chg="add del mod">
          <ac:chgData name="Malo Delaporte (Student at CentraleSupelec)" userId="c0284a2a-1734-446a-98a6-b18d4188a6c6" providerId="ADAL" clId="{D9AC58F8-0F83-48B2-B928-221959644CF6}" dt="2022-03-31T07:59:05.401" v="1" actId="478"/>
          <ac:spMkLst>
            <pc:docMk/>
            <pc:sldMk cId="3827946629" sldId="257"/>
            <ac:spMk id="2" creationId="{991A3462-D0FD-4A53-AE7B-6616228841F8}"/>
          </ac:spMkLst>
        </pc:spChg>
      </pc:sldChg>
      <pc:sldChg chg="modSp mod">
        <pc:chgData name="Malo Delaporte (Student at CentraleSupelec)" userId="c0284a2a-1734-446a-98a6-b18d4188a6c6" providerId="ADAL" clId="{D9AC58F8-0F83-48B2-B928-221959644CF6}" dt="2022-03-31T08:01:29.878" v="58" actId="20577"/>
        <pc:sldMkLst>
          <pc:docMk/>
          <pc:sldMk cId="709355255" sldId="291"/>
        </pc:sldMkLst>
        <pc:spChg chg="mod">
          <ac:chgData name="Malo Delaporte (Student at CentraleSupelec)" userId="c0284a2a-1734-446a-98a6-b18d4188a6c6" providerId="ADAL" clId="{D9AC58F8-0F83-48B2-B928-221959644CF6}" dt="2022-03-31T08:01:29.878" v="58" actId="20577"/>
          <ac:spMkLst>
            <pc:docMk/>
            <pc:sldMk cId="709355255" sldId="291"/>
            <ac:spMk id="3073" creationId="{00000000-0000-0000-0000-000000000000}"/>
          </ac:spMkLst>
        </pc:spChg>
      </pc:sldChg>
      <pc:sldChg chg="modSp mod">
        <pc:chgData name="Malo Delaporte (Student at CentraleSupelec)" userId="c0284a2a-1734-446a-98a6-b18d4188a6c6" providerId="ADAL" clId="{D9AC58F8-0F83-48B2-B928-221959644CF6}" dt="2022-03-31T08:05:29.944" v="120" actId="108"/>
        <pc:sldMkLst>
          <pc:docMk/>
          <pc:sldMk cId="336249700" sldId="292"/>
        </pc:sldMkLst>
        <pc:spChg chg="mod">
          <ac:chgData name="Malo Delaporte (Student at CentraleSupelec)" userId="c0284a2a-1734-446a-98a6-b18d4188a6c6" providerId="ADAL" clId="{D9AC58F8-0F83-48B2-B928-221959644CF6}" dt="2022-03-31T08:05:29.944" v="120" actId="108"/>
          <ac:spMkLst>
            <pc:docMk/>
            <pc:sldMk cId="336249700" sldId="292"/>
            <ac:spMk id="101" creationId="{00000000-0000-0000-0000-000000000000}"/>
          </ac:spMkLst>
        </pc:spChg>
      </pc:sldChg>
      <pc:sldChg chg="addSp delSp new del mod">
        <pc:chgData name="Malo Delaporte (Student at CentraleSupelec)" userId="c0284a2a-1734-446a-98a6-b18d4188a6c6" providerId="ADAL" clId="{D9AC58F8-0F83-48B2-B928-221959644CF6}" dt="2022-03-31T08:13:00.750" v="166" actId="47"/>
        <pc:sldMkLst>
          <pc:docMk/>
          <pc:sldMk cId="1793675908" sldId="297"/>
        </pc:sldMkLst>
        <pc:picChg chg="add del">
          <ac:chgData name="Malo Delaporte (Student at CentraleSupelec)" userId="c0284a2a-1734-446a-98a6-b18d4188a6c6" providerId="ADAL" clId="{D9AC58F8-0F83-48B2-B928-221959644CF6}" dt="2022-03-31T08:00:48.418" v="4" actId="22"/>
          <ac:picMkLst>
            <pc:docMk/>
            <pc:sldMk cId="1793675908" sldId="297"/>
            <ac:picMk id="5" creationId="{4BEF1139-37A9-4258-97BD-9017E68B8072}"/>
          </ac:picMkLst>
        </pc:picChg>
      </pc:sldChg>
      <pc:sldChg chg="addSp delSp modSp new mod">
        <pc:chgData name="Malo Delaporte (Student at CentraleSupelec)" userId="c0284a2a-1734-446a-98a6-b18d4188a6c6" providerId="ADAL" clId="{D9AC58F8-0F83-48B2-B928-221959644CF6}" dt="2022-03-31T12:02:44.338" v="417" actId="1076"/>
        <pc:sldMkLst>
          <pc:docMk/>
          <pc:sldMk cId="3821486051" sldId="298"/>
        </pc:sldMkLst>
        <pc:spChg chg="mod">
          <ac:chgData name="Malo Delaporte (Student at CentraleSupelec)" userId="c0284a2a-1734-446a-98a6-b18d4188a6c6" providerId="ADAL" clId="{D9AC58F8-0F83-48B2-B928-221959644CF6}" dt="2022-03-31T12:02:42.001" v="416" actId="1076"/>
          <ac:spMkLst>
            <pc:docMk/>
            <pc:sldMk cId="3821486051" sldId="298"/>
            <ac:spMk id="4" creationId="{BBA8ED7F-9160-4BBD-B245-F2EDD4602A94}"/>
          </ac:spMkLst>
        </pc:spChg>
        <pc:picChg chg="add del mod">
          <ac:chgData name="Malo Delaporte (Student at CentraleSupelec)" userId="c0284a2a-1734-446a-98a6-b18d4188a6c6" providerId="ADAL" clId="{D9AC58F8-0F83-48B2-B928-221959644CF6}" dt="2022-03-31T12:02:30.891" v="413" actId="478"/>
          <ac:picMkLst>
            <pc:docMk/>
            <pc:sldMk cId="3821486051" sldId="298"/>
            <ac:picMk id="5" creationId="{B5AF1D5A-8184-40D9-8036-C9C995379AFE}"/>
          </ac:picMkLst>
        </pc:picChg>
        <pc:picChg chg="add mod modCrop">
          <ac:chgData name="Malo Delaporte (Student at CentraleSupelec)" userId="c0284a2a-1734-446a-98a6-b18d4188a6c6" providerId="ADAL" clId="{D9AC58F8-0F83-48B2-B928-221959644CF6}" dt="2022-03-31T12:02:44.338" v="417" actId="1076"/>
          <ac:picMkLst>
            <pc:docMk/>
            <pc:sldMk cId="3821486051" sldId="298"/>
            <ac:picMk id="7" creationId="{B119A80A-9F7D-41AA-8240-0067662F4ECE}"/>
          </ac:picMkLst>
        </pc:picChg>
      </pc:sldChg>
      <pc:sldChg chg="new del">
        <pc:chgData name="Malo Delaporte (Student at CentraleSupelec)" userId="c0284a2a-1734-446a-98a6-b18d4188a6c6" providerId="ADAL" clId="{D9AC58F8-0F83-48B2-B928-221959644CF6}" dt="2022-03-31T08:02:33.956" v="62" actId="680"/>
        <pc:sldMkLst>
          <pc:docMk/>
          <pc:sldMk cId="1786893531" sldId="299"/>
        </pc:sldMkLst>
      </pc:sldChg>
      <pc:sldChg chg="addSp modSp add mod">
        <pc:chgData name="Malo Delaporte (Student at CentraleSupelec)" userId="c0284a2a-1734-446a-98a6-b18d4188a6c6" providerId="ADAL" clId="{D9AC58F8-0F83-48B2-B928-221959644CF6}" dt="2022-03-31T08:03:26.781" v="73" actId="1076"/>
        <pc:sldMkLst>
          <pc:docMk/>
          <pc:sldMk cId="2820983509" sldId="299"/>
        </pc:sldMkLst>
        <pc:spChg chg="mod">
          <ac:chgData name="Malo Delaporte (Student at CentraleSupelec)" userId="c0284a2a-1734-446a-98a6-b18d4188a6c6" providerId="ADAL" clId="{D9AC58F8-0F83-48B2-B928-221959644CF6}" dt="2022-03-31T08:03:12.547" v="71" actId="20577"/>
          <ac:spMkLst>
            <pc:docMk/>
            <pc:sldMk cId="2820983509" sldId="299"/>
            <ac:spMk id="101" creationId="{00000000-0000-0000-0000-000000000000}"/>
          </ac:spMkLst>
        </pc:spChg>
        <pc:picChg chg="add mod">
          <ac:chgData name="Malo Delaporte (Student at CentraleSupelec)" userId="c0284a2a-1734-446a-98a6-b18d4188a6c6" providerId="ADAL" clId="{D9AC58F8-0F83-48B2-B928-221959644CF6}" dt="2022-03-31T08:03:26.781" v="73" actId="1076"/>
          <ac:picMkLst>
            <pc:docMk/>
            <pc:sldMk cId="2820983509" sldId="299"/>
            <ac:picMk id="9" creationId="{AB78DF9E-0375-457B-B330-3309EE049A55}"/>
          </ac:picMkLst>
        </pc:picChg>
      </pc:sldChg>
      <pc:sldChg chg="addSp delSp modSp add mod">
        <pc:chgData name="Malo Delaporte (Student at CentraleSupelec)" userId="c0284a2a-1734-446a-98a6-b18d4188a6c6" providerId="ADAL" clId="{D9AC58F8-0F83-48B2-B928-221959644CF6}" dt="2022-03-31T08:11:11.945" v="152" actId="21"/>
        <pc:sldMkLst>
          <pc:docMk/>
          <pc:sldMk cId="2179873036" sldId="300"/>
        </pc:sldMkLst>
        <pc:spChg chg="add del">
          <ac:chgData name="Malo Delaporte (Student at CentraleSupelec)" userId="c0284a2a-1734-446a-98a6-b18d4188a6c6" providerId="ADAL" clId="{D9AC58F8-0F83-48B2-B928-221959644CF6}" dt="2022-03-31T08:10:25.677" v="124" actId="22"/>
          <ac:spMkLst>
            <pc:docMk/>
            <pc:sldMk cId="2179873036" sldId="300"/>
            <ac:spMk id="10" creationId="{017C076D-7B75-4EBD-B85D-399CDE7A1354}"/>
          </ac:spMkLst>
        </pc:spChg>
        <pc:spChg chg="add del mod">
          <ac:chgData name="Malo Delaporte (Student at CentraleSupelec)" userId="c0284a2a-1734-446a-98a6-b18d4188a6c6" providerId="ADAL" clId="{D9AC58F8-0F83-48B2-B928-221959644CF6}" dt="2022-03-31T08:11:11.945" v="152" actId="21"/>
          <ac:spMkLst>
            <pc:docMk/>
            <pc:sldMk cId="2179873036" sldId="300"/>
            <ac:spMk id="11" creationId="{B313AB78-5483-4611-879E-0FA97DB8BD0A}"/>
          </ac:spMkLst>
        </pc:spChg>
        <pc:spChg chg="mod">
          <ac:chgData name="Malo Delaporte (Student at CentraleSupelec)" userId="c0284a2a-1734-446a-98a6-b18d4188a6c6" providerId="ADAL" clId="{D9AC58F8-0F83-48B2-B928-221959644CF6}" dt="2022-03-31T08:10:22.826" v="122"/>
          <ac:spMkLst>
            <pc:docMk/>
            <pc:sldMk cId="2179873036" sldId="300"/>
            <ac:spMk id="101" creationId="{00000000-0000-0000-0000-000000000000}"/>
          </ac:spMkLst>
        </pc:spChg>
        <pc:picChg chg="del">
          <ac:chgData name="Malo Delaporte (Student at CentraleSupelec)" userId="c0284a2a-1734-446a-98a6-b18d4188a6c6" providerId="ADAL" clId="{D9AC58F8-0F83-48B2-B928-221959644CF6}" dt="2022-03-31T08:04:36.584" v="115" actId="478"/>
          <ac:picMkLst>
            <pc:docMk/>
            <pc:sldMk cId="2179873036" sldId="300"/>
            <ac:picMk id="9" creationId="{AB78DF9E-0375-457B-B330-3309EE049A55}"/>
          </ac:picMkLst>
        </pc:picChg>
      </pc:sldChg>
      <pc:sldChg chg="modSp add mod">
        <pc:chgData name="Malo Delaporte (Student at CentraleSupelec)" userId="c0284a2a-1734-446a-98a6-b18d4188a6c6" providerId="ADAL" clId="{D9AC58F8-0F83-48B2-B928-221959644CF6}" dt="2022-03-31T08:10:58.027" v="149" actId="20577"/>
        <pc:sldMkLst>
          <pc:docMk/>
          <pc:sldMk cId="121904795" sldId="301"/>
        </pc:sldMkLst>
        <pc:spChg chg="mod">
          <ac:chgData name="Malo Delaporte (Student at CentraleSupelec)" userId="c0284a2a-1734-446a-98a6-b18d4188a6c6" providerId="ADAL" clId="{D9AC58F8-0F83-48B2-B928-221959644CF6}" dt="2022-03-31T08:10:58.027" v="149" actId="20577"/>
          <ac:spMkLst>
            <pc:docMk/>
            <pc:sldMk cId="121904795" sldId="301"/>
            <ac:spMk id="3073" creationId="{00000000-0000-0000-0000-000000000000}"/>
          </ac:spMkLst>
        </pc:spChg>
      </pc:sldChg>
      <pc:sldChg chg="new del">
        <pc:chgData name="Malo Delaporte (Student at CentraleSupelec)" userId="c0284a2a-1734-446a-98a6-b18d4188a6c6" providerId="ADAL" clId="{D9AC58F8-0F83-48B2-B928-221959644CF6}" dt="2022-03-31T08:11:17.170" v="153" actId="47"/>
        <pc:sldMkLst>
          <pc:docMk/>
          <pc:sldMk cId="954372729" sldId="302"/>
        </pc:sldMkLst>
      </pc:sldChg>
      <pc:sldChg chg="addSp delSp modSp add mod ord">
        <pc:chgData name="Malo Delaporte (Student at CentraleSupelec)" userId="c0284a2a-1734-446a-98a6-b18d4188a6c6" providerId="ADAL" clId="{D9AC58F8-0F83-48B2-B928-221959644CF6}" dt="2022-03-31T08:13:50.391" v="168" actId="1076"/>
        <pc:sldMkLst>
          <pc:docMk/>
          <pc:sldMk cId="1431831754" sldId="302"/>
        </pc:sldMkLst>
        <pc:spChg chg="add del mod">
          <ac:chgData name="Malo Delaporte (Student at CentraleSupelec)" userId="c0284a2a-1734-446a-98a6-b18d4188a6c6" providerId="ADAL" clId="{D9AC58F8-0F83-48B2-B928-221959644CF6}" dt="2022-03-31T08:11:52.648" v="164"/>
          <ac:spMkLst>
            <pc:docMk/>
            <pc:sldMk cId="1431831754" sldId="302"/>
            <ac:spMk id="9" creationId="{4995C1CD-B5D1-4836-BA27-9DBC27F4E045}"/>
          </ac:spMkLst>
        </pc:spChg>
        <pc:spChg chg="mod">
          <ac:chgData name="Malo Delaporte (Student at CentraleSupelec)" userId="c0284a2a-1734-446a-98a6-b18d4188a6c6" providerId="ADAL" clId="{D9AC58F8-0F83-48B2-B928-221959644CF6}" dt="2022-03-31T08:11:59.205" v="165" actId="20577"/>
          <ac:spMkLst>
            <pc:docMk/>
            <pc:sldMk cId="1431831754" sldId="302"/>
            <ac:spMk id="101" creationId="{00000000-0000-0000-0000-000000000000}"/>
          </ac:spMkLst>
        </pc:spChg>
        <pc:picChg chg="add mod">
          <ac:chgData name="Malo Delaporte (Student at CentraleSupelec)" userId="c0284a2a-1734-446a-98a6-b18d4188a6c6" providerId="ADAL" clId="{D9AC58F8-0F83-48B2-B928-221959644CF6}" dt="2022-03-31T08:13:50.391" v="168" actId="1076"/>
          <ac:picMkLst>
            <pc:docMk/>
            <pc:sldMk cId="1431831754" sldId="302"/>
            <ac:picMk id="10" creationId="{3CD171D5-7A62-4CC9-ADED-BD56700C46E6}"/>
          </ac:picMkLst>
        </pc:picChg>
      </pc:sldChg>
      <pc:sldChg chg="modSp add mod ord">
        <pc:chgData name="Malo Delaporte (Student at CentraleSupelec)" userId="c0284a2a-1734-446a-98a6-b18d4188a6c6" providerId="ADAL" clId="{D9AC58F8-0F83-48B2-B928-221959644CF6}" dt="2022-03-31T08:15:48.326" v="206" actId="20577"/>
        <pc:sldMkLst>
          <pc:docMk/>
          <pc:sldMk cId="1433142020" sldId="303"/>
        </pc:sldMkLst>
        <pc:spChg chg="mod">
          <ac:chgData name="Malo Delaporte (Student at CentraleSupelec)" userId="c0284a2a-1734-446a-98a6-b18d4188a6c6" providerId="ADAL" clId="{D9AC58F8-0F83-48B2-B928-221959644CF6}" dt="2022-03-31T08:15:48.326" v="206" actId="20577"/>
          <ac:spMkLst>
            <pc:docMk/>
            <pc:sldMk cId="1433142020" sldId="303"/>
            <ac:spMk id="3073" creationId="{00000000-0000-0000-0000-000000000000}"/>
          </ac:spMkLst>
        </pc:spChg>
      </pc:sldChg>
      <pc:sldChg chg="addSp delSp modSp add mod ord">
        <pc:chgData name="Malo Delaporte (Student at CentraleSupelec)" userId="c0284a2a-1734-446a-98a6-b18d4188a6c6" providerId="ADAL" clId="{D9AC58F8-0F83-48B2-B928-221959644CF6}" dt="2022-03-31T08:19:12.411" v="272" actId="20577"/>
        <pc:sldMkLst>
          <pc:docMk/>
          <pc:sldMk cId="1944355751" sldId="304"/>
        </pc:sldMkLst>
        <pc:spChg chg="mod">
          <ac:chgData name="Malo Delaporte (Student at CentraleSupelec)" userId="c0284a2a-1734-446a-98a6-b18d4188a6c6" providerId="ADAL" clId="{D9AC58F8-0F83-48B2-B928-221959644CF6}" dt="2022-03-31T08:19:12.411" v="272" actId="20577"/>
          <ac:spMkLst>
            <pc:docMk/>
            <pc:sldMk cId="1944355751" sldId="304"/>
            <ac:spMk id="101" creationId="{00000000-0000-0000-0000-000000000000}"/>
          </ac:spMkLst>
        </pc:spChg>
        <pc:picChg chg="add mod">
          <ac:chgData name="Malo Delaporte (Student at CentraleSupelec)" userId="c0284a2a-1734-446a-98a6-b18d4188a6c6" providerId="ADAL" clId="{D9AC58F8-0F83-48B2-B928-221959644CF6}" dt="2022-03-31T08:18:23.400" v="267" actId="1076"/>
          <ac:picMkLst>
            <pc:docMk/>
            <pc:sldMk cId="1944355751" sldId="304"/>
            <ac:picMk id="9" creationId="{D9A51B0F-F13C-41F9-B067-58B7CC595BAB}"/>
          </ac:picMkLst>
        </pc:picChg>
        <pc:picChg chg="del">
          <ac:chgData name="Malo Delaporte (Student at CentraleSupelec)" userId="c0284a2a-1734-446a-98a6-b18d4188a6c6" providerId="ADAL" clId="{D9AC58F8-0F83-48B2-B928-221959644CF6}" dt="2022-03-31T08:16:00.761" v="210" actId="478"/>
          <ac:picMkLst>
            <pc:docMk/>
            <pc:sldMk cId="1944355751" sldId="304"/>
            <ac:picMk id="10" creationId="{3CD171D5-7A62-4CC9-ADED-BD56700C46E6}"/>
          </ac:picMkLst>
        </pc:picChg>
      </pc:sldChg>
      <pc:sldChg chg="new del">
        <pc:chgData name="Malo Delaporte (Student at CentraleSupelec)" userId="c0284a2a-1734-446a-98a6-b18d4188a6c6" providerId="ADAL" clId="{D9AC58F8-0F83-48B2-B928-221959644CF6}" dt="2022-03-31T08:19:46.309" v="274" actId="680"/>
        <pc:sldMkLst>
          <pc:docMk/>
          <pc:sldMk cId="116944187" sldId="305"/>
        </pc:sldMkLst>
      </pc:sldChg>
      <pc:sldChg chg="delSp modSp add mod">
        <pc:chgData name="Malo Delaporte (Student at CentraleSupelec)" userId="c0284a2a-1734-446a-98a6-b18d4188a6c6" providerId="ADAL" clId="{D9AC58F8-0F83-48B2-B928-221959644CF6}" dt="2022-03-31T08:23:43.078" v="348" actId="14100"/>
        <pc:sldMkLst>
          <pc:docMk/>
          <pc:sldMk cId="1164507593" sldId="305"/>
        </pc:sldMkLst>
        <pc:spChg chg="mod">
          <ac:chgData name="Malo Delaporte (Student at CentraleSupelec)" userId="c0284a2a-1734-446a-98a6-b18d4188a6c6" providerId="ADAL" clId="{D9AC58F8-0F83-48B2-B928-221959644CF6}" dt="2022-03-31T08:23:43.078" v="348" actId="14100"/>
          <ac:spMkLst>
            <pc:docMk/>
            <pc:sldMk cId="1164507593" sldId="305"/>
            <ac:spMk id="101" creationId="{00000000-0000-0000-0000-000000000000}"/>
          </ac:spMkLst>
        </pc:spChg>
        <pc:picChg chg="del">
          <ac:chgData name="Malo Delaporte (Student at CentraleSupelec)" userId="c0284a2a-1734-446a-98a6-b18d4188a6c6" providerId="ADAL" clId="{D9AC58F8-0F83-48B2-B928-221959644CF6}" dt="2022-03-31T08:20:08.122" v="301" actId="478"/>
          <ac:picMkLst>
            <pc:docMk/>
            <pc:sldMk cId="1164507593" sldId="305"/>
            <ac:picMk id="9" creationId="{D9A51B0F-F13C-41F9-B067-58B7CC595BAB}"/>
          </ac:picMkLst>
        </pc:picChg>
      </pc:sldChg>
      <pc:sldChg chg="modSp add mod ord">
        <pc:chgData name="Malo Delaporte (Student at CentraleSupelec)" userId="c0284a2a-1734-446a-98a6-b18d4188a6c6" providerId="ADAL" clId="{D9AC58F8-0F83-48B2-B928-221959644CF6}" dt="2022-03-31T08:24:12.451" v="365" actId="20577"/>
        <pc:sldMkLst>
          <pc:docMk/>
          <pc:sldMk cId="445914986" sldId="306"/>
        </pc:sldMkLst>
        <pc:spChg chg="mod">
          <ac:chgData name="Malo Delaporte (Student at CentraleSupelec)" userId="c0284a2a-1734-446a-98a6-b18d4188a6c6" providerId="ADAL" clId="{D9AC58F8-0F83-48B2-B928-221959644CF6}" dt="2022-03-31T08:24:12.451" v="365" actId="20577"/>
          <ac:spMkLst>
            <pc:docMk/>
            <pc:sldMk cId="445914986" sldId="306"/>
            <ac:spMk id="3073" creationId="{00000000-0000-0000-0000-000000000000}"/>
          </ac:spMkLst>
        </pc:spChg>
      </pc:sldChg>
      <pc:sldChg chg="addSp modSp add mod">
        <pc:chgData name="Malo Delaporte (Student at CentraleSupelec)" userId="c0284a2a-1734-446a-98a6-b18d4188a6c6" providerId="ADAL" clId="{D9AC58F8-0F83-48B2-B928-221959644CF6}" dt="2022-03-31T08:43:35.553" v="370" actId="1076"/>
        <pc:sldMkLst>
          <pc:docMk/>
          <pc:sldMk cId="1925748108" sldId="307"/>
        </pc:sldMkLst>
        <pc:spChg chg="mod">
          <ac:chgData name="Malo Delaporte (Student at CentraleSupelec)" userId="c0284a2a-1734-446a-98a6-b18d4188a6c6" providerId="ADAL" clId="{D9AC58F8-0F83-48B2-B928-221959644CF6}" dt="2022-03-31T08:43:30.591" v="369" actId="20577"/>
          <ac:spMkLst>
            <pc:docMk/>
            <pc:sldMk cId="1925748108" sldId="307"/>
            <ac:spMk id="101" creationId="{00000000-0000-0000-0000-000000000000}"/>
          </ac:spMkLst>
        </pc:spChg>
        <pc:picChg chg="add mod">
          <ac:chgData name="Malo Delaporte (Student at CentraleSupelec)" userId="c0284a2a-1734-446a-98a6-b18d4188a6c6" providerId="ADAL" clId="{D9AC58F8-0F83-48B2-B928-221959644CF6}" dt="2022-03-31T08:43:35.553" v="370" actId="1076"/>
          <ac:picMkLst>
            <pc:docMk/>
            <pc:sldMk cId="1925748108" sldId="307"/>
            <ac:picMk id="9" creationId="{F351098D-8C0F-4252-A7B6-0DC3D7473633}"/>
          </ac:picMkLst>
        </pc:picChg>
      </pc:sldChg>
      <pc:sldChg chg="addSp delSp modSp add mod">
        <pc:chgData name="Malo Delaporte (Student at CentraleSupelec)" userId="c0284a2a-1734-446a-98a6-b18d4188a6c6" providerId="ADAL" clId="{D9AC58F8-0F83-48B2-B928-221959644CF6}" dt="2022-03-31T12:06:01.328" v="438" actId="1076"/>
        <pc:sldMkLst>
          <pc:docMk/>
          <pc:sldMk cId="199102868" sldId="308"/>
        </pc:sldMkLst>
        <pc:spChg chg="del">
          <ac:chgData name="Malo Delaporte (Student at CentraleSupelec)" userId="c0284a2a-1734-446a-98a6-b18d4188a6c6" providerId="ADAL" clId="{D9AC58F8-0F83-48B2-B928-221959644CF6}" dt="2022-03-31T08:45:08.932" v="408" actId="478"/>
          <ac:spMkLst>
            <pc:docMk/>
            <pc:sldMk cId="199102868" sldId="308"/>
            <ac:spMk id="8" creationId="{FF42EF75-85C8-449D-9E3F-3EDD329FF0E4}"/>
          </ac:spMkLst>
        </pc:spChg>
        <pc:spChg chg="mod">
          <ac:chgData name="Malo Delaporte (Student at CentraleSupelec)" userId="c0284a2a-1734-446a-98a6-b18d4188a6c6" providerId="ADAL" clId="{D9AC58F8-0F83-48B2-B928-221959644CF6}" dt="2022-03-31T12:05:51.629" v="433" actId="403"/>
          <ac:spMkLst>
            <pc:docMk/>
            <pc:sldMk cId="199102868" sldId="308"/>
            <ac:spMk id="12" creationId="{04ED4F88-4A46-4F62-8341-B82C5C08EA5C}"/>
          </ac:spMkLst>
        </pc:spChg>
        <pc:spChg chg="mod">
          <ac:chgData name="Malo Delaporte (Student at CentraleSupelec)" userId="c0284a2a-1734-446a-98a6-b18d4188a6c6" providerId="ADAL" clId="{D9AC58F8-0F83-48B2-B928-221959644CF6}" dt="2022-03-31T12:05:51.629" v="433" actId="403"/>
          <ac:spMkLst>
            <pc:docMk/>
            <pc:sldMk cId="199102868" sldId="308"/>
            <ac:spMk id="13" creationId="{6B8125AA-0958-4B57-B873-2895E2C7BCA6}"/>
          </ac:spMkLst>
        </pc:spChg>
        <pc:spChg chg="mod">
          <ac:chgData name="Malo Delaporte (Student at CentraleSupelec)" userId="c0284a2a-1734-446a-98a6-b18d4188a6c6" providerId="ADAL" clId="{D9AC58F8-0F83-48B2-B928-221959644CF6}" dt="2022-03-31T12:06:01.328" v="438" actId="1076"/>
          <ac:spMkLst>
            <pc:docMk/>
            <pc:sldMk cId="199102868" sldId="308"/>
            <ac:spMk id="14" creationId="{36BB727E-C0B3-4644-95F9-DF682B4DE52E}"/>
          </ac:spMkLst>
        </pc:spChg>
        <pc:spChg chg="mod">
          <ac:chgData name="Malo Delaporte (Student at CentraleSupelec)" userId="c0284a2a-1734-446a-98a6-b18d4188a6c6" providerId="ADAL" clId="{D9AC58F8-0F83-48B2-B928-221959644CF6}" dt="2022-03-31T08:44:37.990" v="407" actId="20577"/>
          <ac:spMkLst>
            <pc:docMk/>
            <pc:sldMk cId="199102868" sldId="308"/>
            <ac:spMk id="101" creationId="{00000000-0000-0000-0000-000000000000}"/>
          </ac:spMkLst>
        </pc:spChg>
        <pc:grpChg chg="add mod">
          <ac:chgData name="Malo Delaporte (Student at CentraleSupelec)" userId="c0284a2a-1734-446a-98a6-b18d4188a6c6" providerId="ADAL" clId="{D9AC58F8-0F83-48B2-B928-221959644CF6}" dt="2022-03-31T12:05:51.629" v="433" actId="403"/>
          <ac:grpSpMkLst>
            <pc:docMk/>
            <pc:sldMk cId="199102868" sldId="308"/>
            <ac:grpSpMk id="10" creationId="{2F18B792-5217-411B-B4E3-10E006444979}"/>
          </ac:grpSpMkLst>
        </pc:grpChg>
        <pc:picChg chg="del">
          <ac:chgData name="Malo Delaporte (Student at CentraleSupelec)" userId="c0284a2a-1734-446a-98a6-b18d4188a6c6" providerId="ADAL" clId="{D9AC58F8-0F83-48B2-B928-221959644CF6}" dt="2022-03-31T08:44:14.814" v="374" actId="478"/>
          <ac:picMkLst>
            <pc:docMk/>
            <pc:sldMk cId="199102868" sldId="308"/>
            <ac:picMk id="9" creationId="{F351098D-8C0F-4252-A7B6-0DC3D7473633}"/>
          </ac:picMkLst>
        </pc:picChg>
        <pc:picChg chg="mod">
          <ac:chgData name="Malo Delaporte (Student at CentraleSupelec)" userId="c0284a2a-1734-446a-98a6-b18d4188a6c6" providerId="ADAL" clId="{D9AC58F8-0F83-48B2-B928-221959644CF6}" dt="2022-03-31T12:05:56.740" v="437" actId="1076"/>
          <ac:picMkLst>
            <pc:docMk/>
            <pc:sldMk cId="199102868" sldId="308"/>
            <ac:picMk id="11" creationId="{337BDFE4-D6A9-4859-8E56-24E4E7F4F90E}"/>
          </ac:picMkLst>
        </pc:picChg>
      </pc:sldChg>
      <pc:sldChg chg="new del">
        <pc:chgData name="Malo Delaporte (Student at CentraleSupelec)" userId="c0284a2a-1734-446a-98a6-b18d4188a6c6" providerId="ADAL" clId="{D9AC58F8-0F83-48B2-B928-221959644CF6}" dt="2022-03-31T08:44:06.708" v="372" actId="680"/>
        <pc:sldMkLst>
          <pc:docMk/>
          <pc:sldMk cId="2822991152" sldId="308"/>
        </pc:sldMkLst>
      </pc:sldChg>
    </pc:docChg>
  </pc:docChgLst>
  <pc:docChgLst>
    <pc:chgData name="Robin Truffinet (Student at CentraleSupelec)" userId="S::robin.truffinet@student-cs.fr::e3847dfd-0c34-4fd5-87dd-1af92081005f" providerId="AD" clId="Web-{29946B52-41E4-4028-9142-B301795D7FBE}"/>
    <pc:docChg chg="modSld">
      <pc:chgData name="Robin Truffinet (Student at CentraleSupelec)" userId="S::robin.truffinet@student-cs.fr::e3847dfd-0c34-4fd5-87dd-1af92081005f" providerId="AD" clId="Web-{29946B52-41E4-4028-9142-B301795D7FBE}" dt="2022-03-31T21:17:46.683" v="5" actId="20577"/>
      <pc:docMkLst>
        <pc:docMk/>
      </pc:docMkLst>
      <pc:sldChg chg="modSp">
        <pc:chgData name="Robin Truffinet (Student at CentraleSupelec)" userId="S::robin.truffinet@student-cs.fr::e3847dfd-0c34-4fd5-87dd-1af92081005f" providerId="AD" clId="Web-{29946B52-41E4-4028-9142-B301795D7FBE}" dt="2022-03-31T21:17:46.683" v="5" actId="20577"/>
        <pc:sldMkLst>
          <pc:docMk/>
          <pc:sldMk cId="3827946629" sldId="257"/>
        </pc:sldMkLst>
        <pc:spChg chg="mod">
          <ac:chgData name="Robin Truffinet (Student at CentraleSupelec)" userId="S::robin.truffinet@student-cs.fr::e3847dfd-0c34-4fd5-87dd-1af92081005f" providerId="AD" clId="Web-{29946B52-41E4-4028-9142-B301795D7FBE}" dt="2022-03-31T21:17:46.683" v="5" actId="20577"/>
          <ac:spMkLst>
            <pc:docMk/>
            <pc:sldMk cId="3827946629" sldId="257"/>
            <ac:spMk id="11" creationId="{00000000-0000-0000-0000-000000000000}"/>
          </ac:spMkLst>
        </pc:spChg>
      </pc:sldChg>
    </pc:docChg>
  </pc:docChgLst>
  <pc:docChgLst>
    <pc:chgData name="Ludovic Lagay (Student at CentraleSupelec)" userId="S::ludovic.lagay@student-cs.fr::ad2b4d1b-b142-4ca2-8ee8-48a2c246477d" providerId="AD" clId="Web-{55DDF431-7BAC-4F4E-AD8F-6D8002AFCED1}"/>
    <pc:docChg chg="addSld modSld">
      <pc:chgData name="Ludovic Lagay (Student at CentraleSupelec)" userId="S::ludovic.lagay@student-cs.fr::ad2b4d1b-b142-4ca2-8ee8-48a2c246477d" providerId="AD" clId="Web-{55DDF431-7BAC-4F4E-AD8F-6D8002AFCED1}" dt="2022-03-31T16:31:58.318" v="15" actId="1076"/>
      <pc:docMkLst>
        <pc:docMk/>
      </pc:docMkLst>
      <pc:sldChg chg="modSp">
        <pc:chgData name="Ludovic Lagay (Student at CentraleSupelec)" userId="S::ludovic.lagay@student-cs.fr::ad2b4d1b-b142-4ca2-8ee8-48a2c246477d" providerId="AD" clId="Web-{55DDF431-7BAC-4F4E-AD8F-6D8002AFCED1}" dt="2022-03-31T16:31:58.318" v="15" actId="1076"/>
        <pc:sldMkLst>
          <pc:docMk/>
          <pc:sldMk cId="1164507593" sldId="305"/>
        </pc:sldMkLst>
        <pc:spChg chg="mod">
          <ac:chgData name="Ludovic Lagay (Student at CentraleSupelec)" userId="S::ludovic.lagay@student-cs.fr::ad2b4d1b-b142-4ca2-8ee8-48a2c246477d" providerId="AD" clId="Web-{55DDF431-7BAC-4F4E-AD8F-6D8002AFCED1}" dt="2022-03-31T16:31:58.318" v="15" actId="1076"/>
          <ac:spMkLst>
            <pc:docMk/>
            <pc:sldMk cId="1164507593" sldId="305"/>
            <ac:spMk id="101" creationId="{00000000-0000-0000-0000-000000000000}"/>
          </ac:spMkLst>
        </pc:spChg>
      </pc:sldChg>
      <pc:sldChg chg="modSp">
        <pc:chgData name="Ludovic Lagay (Student at CentraleSupelec)" userId="S::ludovic.lagay@student-cs.fr::ad2b4d1b-b142-4ca2-8ee8-48a2c246477d" providerId="AD" clId="Web-{55DDF431-7BAC-4F4E-AD8F-6D8002AFCED1}" dt="2022-03-31T16:31:06.707" v="0" actId="20577"/>
        <pc:sldMkLst>
          <pc:docMk/>
          <pc:sldMk cId="6358432" sldId="330"/>
        </pc:sldMkLst>
        <pc:spChg chg="mod">
          <ac:chgData name="Ludovic Lagay (Student at CentraleSupelec)" userId="S::ludovic.lagay@student-cs.fr::ad2b4d1b-b142-4ca2-8ee8-48a2c246477d" providerId="AD" clId="Web-{55DDF431-7BAC-4F4E-AD8F-6D8002AFCED1}" dt="2022-03-31T16:31:06.707" v="0" actId="20577"/>
          <ac:spMkLst>
            <pc:docMk/>
            <pc:sldMk cId="6358432" sldId="330"/>
            <ac:spMk id="3073" creationId="{00000000-0000-0000-0000-000000000000}"/>
          </ac:spMkLst>
        </pc:spChg>
      </pc:sldChg>
      <pc:sldChg chg="modSp add replId">
        <pc:chgData name="Ludovic Lagay (Student at CentraleSupelec)" userId="S::ludovic.lagay@student-cs.fr::ad2b4d1b-b142-4ca2-8ee8-48a2c246477d" providerId="AD" clId="Web-{55DDF431-7BAC-4F4E-AD8F-6D8002AFCED1}" dt="2022-03-31T16:31:42.864" v="12" actId="20577"/>
        <pc:sldMkLst>
          <pc:docMk/>
          <pc:sldMk cId="1659588725" sldId="331"/>
        </pc:sldMkLst>
        <pc:spChg chg="mod">
          <ac:chgData name="Ludovic Lagay (Student at CentraleSupelec)" userId="S::ludovic.lagay@student-cs.fr::ad2b4d1b-b142-4ca2-8ee8-48a2c246477d" providerId="AD" clId="Web-{55DDF431-7BAC-4F4E-AD8F-6D8002AFCED1}" dt="2022-03-31T16:31:42.864" v="12" actId="20577"/>
          <ac:spMkLst>
            <pc:docMk/>
            <pc:sldMk cId="1659588725" sldId="331"/>
            <ac:spMk id="3073" creationId="{00000000-0000-0000-0000-000000000000}"/>
          </ac:spMkLst>
        </pc:spChg>
      </pc:sldChg>
    </pc:docChg>
  </pc:docChgLst>
  <pc:docChgLst>
    <pc:chgData name="Malo Delaporte (Student at CentraleSupelec)" userId="S::malo.delaporte@student-cs.fr::c0284a2a-1734-446a-98a6-b18d4188a6c6" providerId="AD" clId="Web-{660087FA-14D7-4AD5-BC17-E2E8FC3835A1}"/>
    <pc:docChg chg="modSld">
      <pc:chgData name="Malo Delaporte (Student at CentraleSupelec)" userId="S::malo.delaporte@student-cs.fr::c0284a2a-1734-446a-98a6-b18d4188a6c6" providerId="AD" clId="Web-{660087FA-14D7-4AD5-BC17-E2E8FC3835A1}" dt="2022-04-01T06:26:18.389" v="2" actId="20577"/>
      <pc:docMkLst>
        <pc:docMk/>
      </pc:docMkLst>
      <pc:sldChg chg="modSp">
        <pc:chgData name="Malo Delaporte (Student at CentraleSupelec)" userId="S::malo.delaporte@student-cs.fr::c0284a2a-1734-446a-98a6-b18d4188a6c6" providerId="AD" clId="Web-{660087FA-14D7-4AD5-BC17-E2E8FC3835A1}" dt="2022-04-01T06:26:18.389" v="2" actId="20577"/>
        <pc:sldMkLst>
          <pc:docMk/>
          <pc:sldMk cId="4271017113" sldId="294"/>
        </pc:sldMkLst>
        <pc:spChg chg="mod">
          <ac:chgData name="Malo Delaporte (Student at CentraleSupelec)" userId="S::malo.delaporte@student-cs.fr::c0284a2a-1734-446a-98a6-b18d4188a6c6" providerId="AD" clId="Web-{660087FA-14D7-4AD5-BC17-E2E8FC3835A1}" dt="2022-04-01T06:26:18.389" v="2" actId="20577"/>
          <ac:spMkLst>
            <pc:docMk/>
            <pc:sldMk cId="4271017113" sldId="294"/>
            <ac:spMk id="12" creationId="{0EDE933A-6A81-426E-AB3E-8AE479EEC5FD}"/>
          </ac:spMkLst>
        </pc:spChg>
      </pc:sldChg>
    </pc:docChg>
  </pc:docChgLst>
  <pc:docChgLst>
    <pc:chgData name="Jim Wouda (Student at CentraleSupelec)" userId="S::jim.wouda@student-cs.fr::2520e7a8-1318-4630-b175-1f82489b298d" providerId="AD" clId="Web-{6C616A95-2FD2-42E3-ACAB-F624B0B266DB}"/>
    <pc:docChg chg="modSld">
      <pc:chgData name="Jim Wouda (Student at CentraleSupelec)" userId="S::jim.wouda@student-cs.fr::2520e7a8-1318-4630-b175-1f82489b298d" providerId="AD" clId="Web-{6C616A95-2FD2-42E3-ACAB-F624B0B266DB}" dt="2022-03-31T07:54:17.191" v="8" actId="20577"/>
      <pc:docMkLst>
        <pc:docMk/>
      </pc:docMkLst>
      <pc:sldChg chg="modSp">
        <pc:chgData name="Jim Wouda (Student at CentraleSupelec)" userId="S::jim.wouda@student-cs.fr::2520e7a8-1318-4630-b175-1f82489b298d" providerId="AD" clId="Web-{6C616A95-2FD2-42E3-ACAB-F624B0B266DB}" dt="2022-03-31T07:54:17.191" v="8" actId="20577"/>
        <pc:sldMkLst>
          <pc:docMk/>
          <pc:sldMk cId="3827946629" sldId="257"/>
        </pc:sldMkLst>
        <pc:spChg chg="mod">
          <ac:chgData name="Jim Wouda (Student at CentraleSupelec)" userId="S::jim.wouda@student-cs.fr::2520e7a8-1318-4630-b175-1f82489b298d" providerId="AD" clId="Web-{6C616A95-2FD2-42E3-ACAB-F624B0B266DB}" dt="2022-03-31T07:54:17.191" v="8" actId="20577"/>
          <ac:spMkLst>
            <pc:docMk/>
            <pc:sldMk cId="3827946629" sldId="257"/>
            <ac:spMk id="11" creationId="{00000000-0000-0000-0000-000000000000}"/>
          </ac:spMkLst>
        </pc:spChg>
      </pc:sldChg>
    </pc:docChg>
  </pc:docChgLst>
  <pc:docChgLst>
    <pc:chgData name="Robin Truffinet (Student at CentraleSupelec)" userId="e3847dfd-0c34-4fd5-87dd-1af92081005f" providerId="ADAL" clId="{26EA3FC6-2BDF-4F28-933F-E22A6CA4CD8A}"/>
    <pc:docChg chg="undo redo custSel addSld delSld modSld sldOrd">
      <pc:chgData name="Robin Truffinet (Student at CentraleSupelec)" userId="e3847dfd-0c34-4fd5-87dd-1af92081005f" providerId="ADAL" clId="{26EA3FC6-2BDF-4F28-933F-E22A6CA4CD8A}" dt="2022-03-31T21:07:00.374" v="1783" actId="20577"/>
      <pc:docMkLst>
        <pc:docMk/>
      </pc:docMkLst>
      <pc:sldChg chg="delSp modSp mod">
        <pc:chgData name="Robin Truffinet (Student at CentraleSupelec)" userId="e3847dfd-0c34-4fd5-87dd-1af92081005f" providerId="ADAL" clId="{26EA3FC6-2BDF-4F28-933F-E22A6CA4CD8A}" dt="2022-03-31T18:28:10.263" v="915" actId="113"/>
        <pc:sldMkLst>
          <pc:docMk/>
          <pc:sldMk cId="3827946629" sldId="257"/>
        </pc:sldMkLst>
        <pc:spChg chg="del">
          <ac:chgData name="Robin Truffinet (Student at CentraleSupelec)" userId="e3847dfd-0c34-4fd5-87dd-1af92081005f" providerId="ADAL" clId="{26EA3FC6-2BDF-4F28-933F-E22A6CA4CD8A}" dt="2022-03-31T18:28:05.145" v="913" actId="478"/>
          <ac:spMkLst>
            <pc:docMk/>
            <pc:sldMk cId="3827946629" sldId="257"/>
            <ac:spMk id="7" creationId="{00000000-0000-0000-0000-000000000000}"/>
          </ac:spMkLst>
        </pc:spChg>
        <pc:spChg chg="mod">
          <ac:chgData name="Robin Truffinet (Student at CentraleSupelec)" userId="e3847dfd-0c34-4fd5-87dd-1af92081005f" providerId="ADAL" clId="{26EA3FC6-2BDF-4F28-933F-E22A6CA4CD8A}" dt="2022-03-31T18:28:10.263" v="915" actId="113"/>
          <ac:spMkLst>
            <pc:docMk/>
            <pc:sldMk cId="3827946629" sldId="257"/>
            <ac:spMk id="11" creationId="{00000000-0000-0000-0000-000000000000}"/>
          </ac:spMkLst>
        </pc:spChg>
      </pc:sldChg>
      <pc:sldChg chg="modSp mod">
        <pc:chgData name="Robin Truffinet (Student at CentraleSupelec)" userId="e3847dfd-0c34-4fd5-87dd-1af92081005f" providerId="ADAL" clId="{26EA3FC6-2BDF-4F28-933F-E22A6CA4CD8A}" dt="2022-03-31T18:33:16.246" v="1090" actId="20577"/>
        <pc:sldMkLst>
          <pc:docMk/>
          <pc:sldMk cId="0" sldId="267"/>
        </pc:sldMkLst>
        <pc:spChg chg="mod">
          <ac:chgData name="Robin Truffinet (Student at CentraleSupelec)" userId="e3847dfd-0c34-4fd5-87dd-1af92081005f" providerId="ADAL" clId="{26EA3FC6-2BDF-4F28-933F-E22A6CA4CD8A}" dt="2022-03-31T18:33:16.246" v="1090" actId="20577"/>
          <ac:spMkLst>
            <pc:docMk/>
            <pc:sldMk cId="0" sldId="267"/>
            <ac:spMk id="24" creationId="{00000000-0000-0000-0000-000000000000}"/>
          </ac:spMkLst>
        </pc:spChg>
      </pc:sldChg>
      <pc:sldChg chg="modSp mod">
        <pc:chgData name="Robin Truffinet (Student at CentraleSupelec)" userId="e3847dfd-0c34-4fd5-87dd-1af92081005f" providerId="ADAL" clId="{26EA3FC6-2BDF-4F28-933F-E22A6CA4CD8A}" dt="2022-03-31T18:28:19.238" v="920" actId="20577"/>
        <pc:sldMkLst>
          <pc:docMk/>
          <pc:sldMk cId="709355255" sldId="291"/>
        </pc:sldMkLst>
        <pc:spChg chg="mod">
          <ac:chgData name="Robin Truffinet (Student at CentraleSupelec)" userId="e3847dfd-0c34-4fd5-87dd-1af92081005f" providerId="ADAL" clId="{26EA3FC6-2BDF-4F28-933F-E22A6CA4CD8A}" dt="2022-03-31T18:28:19.238" v="920" actId="20577"/>
          <ac:spMkLst>
            <pc:docMk/>
            <pc:sldMk cId="709355255" sldId="291"/>
            <ac:spMk id="6" creationId="{00000000-0000-0000-0000-000000000000}"/>
          </ac:spMkLst>
        </pc:spChg>
      </pc:sldChg>
      <pc:sldChg chg="modSp mod">
        <pc:chgData name="Robin Truffinet (Student at CentraleSupelec)" userId="e3847dfd-0c34-4fd5-87dd-1af92081005f" providerId="ADAL" clId="{26EA3FC6-2BDF-4F28-933F-E22A6CA4CD8A}" dt="2022-03-31T18:28:27.386" v="927" actId="20577"/>
        <pc:sldMkLst>
          <pc:docMk/>
          <pc:sldMk cId="336249700" sldId="292"/>
        </pc:sldMkLst>
        <pc:spChg chg="mod">
          <ac:chgData name="Robin Truffinet (Student at CentraleSupelec)" userId="e3847dfd-0c34-4fd5-87dd-1af92081005f" providerId="ADAL" clId="{26EA3FC6-2BDF-4F28-933F-E22A6CA4CD8A}" dt="2022-03-31T18:28:27.386" v="927" actId="20577"/>
          <ac:spMkLst>
            <pc:docMk/>
            <pc:sldMk cId="336249700" sldId="292"/>
            <ac:spMk id="6" creationId="{00000000-0000-0000-0000-000000000000}"/>
          </ac:spMkLst>
        </pc:spChg>
      </pc:sldChg>
      <pc:sldChg chg="modSp mod">
        <pc:chgData name="Robin Truffinet (Student at CentraleSupelec)" userId="e3847dfd-0c34-4fd5-87dd-1af92081005f" providerId="ADAL" clId="{26EA3FC6-2BDF-4F28-933F-E22A6CA4CD8A}" dt="2022-03-31T18:33:04.869" v="1084" actId="20577"/>
        <pc:sldMkLst>
          <pc:docMk/>
          <pc:sldMk cId="2976018367" sldId="293"/>
        </pc:sldMkLst>
        <pc:spChg chg="mod">
          <ac:chgData name="Robin Truffinet (Student at CentraleSupelec)" userId="e3847dfd-0c34-4fd5-87dd-1af92081005f" providerId="ADAL" clId="{26EA3FC6-2BDF-4F28-933F-E22A6CA4CD8A}" dt="2022-03-31T18:03:13.016" v="37" actId="20577"/>
          <ac:spMkLst>
            <pc:docMk/>
            <pc:sldMk cId="2976018367" sldId="293"/>
            <ac:spMk id="3" creationId="{00000000-0000-0000-0000-000000000000}"/>
          </ac:spMkLst>
        </pc:spChg>
        <pc:spChg chg="mod">
          <ac:chgData name="Robin Truffinet (Student at CentraleSupelec)" userId="e3847dfd-0c34-4fd5-87dd-1af92081005f" providerId="ADAL" clId="{26EA3FC6-2BDF-4F28-933F-E22A6CA4CD8A}" dt="2022-03-31T18:33:04.869" v="1084" actId="20577"/>
          <ac:spMkLst>
            <pc:docMk/>
            <pc:sldMk cId="2976018367" sldId="293"/>
            <ac:spMk id="7" creationId="{00000000-0000-0000-0000-000000000000}"/>
          </ac:spMkLst>
        </pc:spChg>
      </pc:sldChg>
      <pc:sldChg chg="modSp mod">
        <pc:chgData name="Robin Truffinet (Student at CentraleSupelec)" userId="e3847dfd-0c34-4fd5-87dd-1af92081005f" providerId="ADAL" clId="{26EA3FC6-2BDF-4F28-933F-E22A6CA4CD8A}" dt="2022-03-31T20:46:31.168" v="1504" actId="1035"/>
        <pc:sldMkLst>
          <pc:docMk/>
          <pc:sldMk cId="4271017113" sldId="294"/>
        </pc:sldMkLst>
        <pc:spChg chg="mod">
          <ac:chgData name="Robin Truffinet (Student at CentraleSupelec)" userId="e3847dfd-0c34-4fd5-87dd-1af92081005f" providerId="ADAL" clId="{26EA3FC6-2BDF-4F28-933F-E22A6CA4CD8A}" dt="2022-03-31T18:33:10.052" v="1087" actId="20577"/>
          <ac:spMkLst>
            <pc:docMk/>
            <pc:sldMk cId="4271017113" sldId="294"/>
            <ac:spMk id="7" creationId="{00000000-0000-0000-0000-000000000000}"/>
          </ac:spMkLst>
        </pc:spChg>
        <pc:spChg chg="mod">
          <ac:chgData name="Robin Truffinet (Student at CentraleSupelec)" userId="e3847dfd-0c34-4fd5-87dd-1af92081005f" providerId="ADAL" clId="{26EA3FC6-2BDF-4F28-933F-E22A6CA4CD8A}" dt="2022-03-31T20:46:31.168" v="1504" actId="1035"/>
          <ac:spMkLst>
            <pc:docMk/>
            <pc:sldMk cId="4271017113" sldId="294"/>
            <ac:spMk id="12" creationId="{0EDE933A-6A81-426E-AB3E-8AE479EEC5FD}"/>
          </ac:spMkLst>
        </pc:spChg>
      </pc:sldChg>
      <pc:sldChg chg="modSp mod">
        <pc:chgData name="Robin Truffinet (Student at CentraleSupelec)" userId="e3847dfd-0c34-4fd5-87dd-1af92081005f" providerId="ADAL" clId="{26EA3FC6-2BDF-4F28-933F-E22A6CA4CD8A}" dt="2022-03-31T18:33:20.831" v="1093" actId="20577"/>
        <pc:sldMkLst>
          <pc:docMk/>
          <pc:sldMk cId="1746474584" sldId="295"/>
        </pc:sldMkLst>
        <pc:spChg chg="mod">
          <ac:chgData name="Robin Truffinet (Student at CentraleSupelec)" userId="e3847dfd-0c34-4fd5-87dd-1af92081005f" providerId="ADAL" clId="{26EA3FC6-2BDF-4F28-933F-E22A6CA4CD8A}" dt="2022-03-31T18:33:20.831" v="1093" actId="20577"/>
          <ac:spMkLst>
            <pc:docMk/>
            <pc:sldMk cId="1746474584" sldId="295"/>
            <ac:spMk id="5" creationId="{00000000-0000-0000-0000-000000000000}"/>
          </ac:spMkLst>
        </pc:spChg>
      </pc:sldChg>
      <pc:sldChg chg="modSp mod">
        <pc:chgData name="Robin Truffinet (Student at CentraleSupelec)" userId="e3847dfd-0c34-4fd5-87dd-1af92081005f" providerId="ADAL" clId="{26EA3FC6-2BDF-4F28-933F-E22A6CA4CD8A}" dt="2022-03-31T18:27:59.588" v="912" actId="20577"/>
        <pc:sldMkLst>
          <pc:docMk/>
          <pc:sldMk cId="1747459083" sldId="296"/>
        </pc:sldMkLst>
        <pc:spChg chg="mod">
          <ac:chgData name="Robin Truffinet (Student at CentraleSupelec)" userId="e3847dfd-0c34-4fd5-87dd-1af92081005f" providerId="ADAL" clId="{26EA3FC6-2BDF-4F28-933F-E22A6CA4CD8A}" dt="2022-03-31T18:02:52.206" v="11" actId="5793"/>
          <ac:spMkLst>
            <pc:docMk/>
            <pc:sldMk cId="1747459083" sldId="296"/>
            <ac:spMk id="3" creationId="{00000000-0000-0000-0000-000000000000}"/>
          </ac:spMkLst>
        </pc:spChg>
        <pc:spChg chg="mod">
          <ac:chgData name="Robin Truffinet (Student at CentraleSupelec)" userId="e3847dfd-0c34-4fd5-87dd-1af92081005f" providerId="ADAL" clId="{26EA3FC6-2BDF-4F28-933F-E22A6CA4CD8A}" dt="2022-03-31T18:27:59.588" v="912" actId="20577"/>
          <ac:spMkLst>
            <pc:docMk/>
            <pc:sldMk cId="1747459083" sldId="296"/>
            <ac:spMk id="7" creationId="{00000000-0000-0000-0000-000000000000}"/>
          </ac:spMkLst>
        </pc:spChg>
      </pc:sldChg>
      <pc:sldChg chg="addSp delSp modSp mod">
        <pc:chgData name="Robin Truffinet (Student at CentraleSupelec)" userId="e3847dfd-0c34-4fd5-87dd-1af92081005f" providerId="ADAL" clId="{26EA3FC6-2BDF-4F28-933F-E22A6CA4CD8A}" dt="2022-03-31T19:05:12.025" v="1232" actId="122"/>
        <pc:sldMkLst>
          <pc:docMk/>
          <pc:sldMk cId="3821486051" sldId="298"/>
        </pc:sldMkLst>
        <pc:spChg chg="del mod">
          <ac:chgData name="Robin Truffinet (Student at CentraleSupelec)" userId="e3847dfd-0c34-4fd5-87dd-1af92081005f" providerId="ADAL" clId="{26EA3FC6-2BDF-4F28-933F-E22A6CA4CD8A}" dt="2022-03-31T18:30:27.315" v="946" actId="478"/>
          <ac:spMkLst>
            <pc:docMk/>
            <pc:sldMk cId="3821486051" sldId="298"/>
            <ac:spMk id="2" creationId="{7D34D5BE-B825-41D2-9D8F-4848A85EB05E}"/>
          </ac:spMkLst>
        </pc:spChg>
        <pc:spChg chg="del">
          <ac:chgData name="Robin Truffinet (Student at CentraleSupelec)" userId="e3847dfd-0c34-4fd5-87dd-1af92081005f" providerId="ADAL" clId="{26EA3FC6-2BDF-4F28-933F-E22A6CA4CD8A}" dt="2022-03-31T18:30:28.809" v="947" actId="478"/>
          <ac:spMkLst>
            <pc:docMk/>
            <pc:sldMk cId="3821486051" sldId="298"/>
            <ac:spMk id="3" creationId="{463B36AE-228F-4242-8AB7-A0EE66910A45}"/>
          </ac:spMkLst>
        </pc:spChg>
        <pc:spChg chg="mod">
          <ac:chgData name="Robin Truffinet (Student at CentraleSupelec)" userId="e3847dfd-0c34-4fd5-87dd-1af92081005f" providerId="ADAL" clId="{26EA3FC6-2BDF-4F28-933F-E22A6CA4CD8A}" dt="2022-03-31T19:05:12.025" v="1232" actId="122"/>
          <ac:spMkLst>
            <pc:docMk/>
            <pc:sldMk cId="3821486051" sldId="298"/>
            <ac:spMk id="4" creationId="{BBA8ED7F-9160-4BBD-B245-F2EDD4602A94}"/>
          </ac:spMkLst>
        </pc:spChg>
        <pc:spChg chg="add del mod">
          <ac:chgData name="Robin Truffinet (Student at CentraleSupelec)" userId="e3847dfd-0c34-4fd5-87dd-1af92081005f" providerId="ADAL" clId="{26EA3FC6-2BDF-4F28-933F-E22A6CA4CD8A}" dt="2022-03-31T18:31:00.560" v="954" actId="478"/>
          <ac:spMkLst>
            <pc:docMk/>
            <pc:sldMk cId="3821486051" sldId="298"/>
            <ac:spMk id="6" creationId="{231DC3A5-108C-40C7-9D52-D1B545A62A3A}"/>
          </ac:spMkLst>
        </pc:spChg>
        <pc:spChg chg="add del mod">
          <ac:chgData name="Robin Truffinet (Student at CentraleSupelec)" userId="e3847dfd-0c34-4fd5-87dd-1af92081005f" providerId="ADAL" clId="{26EA3FC6-2BDF-4F28-933F-E22A6CA4CD8A}" dt="2022-03-31T18:30:58.944" v="953" actId="478"/>
          <ac:spMkLst>
            <pc:docMk/>
            <pc:sldMk cId="3821486051" sldId="298"/>
            <ac:spMk id="8" creationId="{75BB18A6-ADCB-4041-90E9-8EDC0072CADB}"/>
          </ac:spMkLst>
        </pc:spChg>
        <pc:spChg chg="add mod">
          <ac:chgData name="Robin Truffinet (Student at CentraleSupelec)" userId="e3847dfd-0c34-4fd5-87dd-1af92081005f" providerId="ADAL" clId="{26EA3FC6-2BDF-4F28-933F-E22A6CA4CD8A}" dt="2022-03-31T18:31:15.343" v="958" actId="20577"/>
          <ac:spMkLst>
            <pc:docMk/>
            <pc:sldMk cId="3821486051" sldId="298"/>
            <ac:spMk id="9" creationId="{D63235B4-5A82-4522-AC4C-5321D85E1094}"/>
          </ac:spMkLst>
        </pc:spChg>
        <pc:spChg chg="add mod">
          <ac:chgData name="Robin Truffinet (Student at CentraleSupelec)" userId="e3847dfd-0c34-4fd5-87dd-1af92081005f" providerId="ADAL" clId="{26EA3FC6-2BDF-4F28-933F-E22A6CA4CD8A}" dt="2022-03-31T18:31:10.793" v="955"/>
          <ac:spMkLst>
            <pc:docMk/>
            <pc:sldMk cId="3821486051" sldId="298"/>
            <ac:spMk id="10" creationId="{B9CAE136-AC8E-4BBB-BD0B-0F16155D4655}"/>
          </ac:spMkLst>
        </pc:spChg>
        <pc:spChg chg="add mod">
          <ac:chgData name="Robin Truffinet (Student at CentraleSupelec)" userId="e3847dfd-0c34-4fd5-87dd-1af92081005f" providerId="ADAL" clId="{26EA3FC6-2BDF-4F28-933F-E22A6CA4CD8A}" dt="2022-03-31T18:31:10.793" v="955"/>
          <ac:spMkLst>
            <pc:docMk/>
            <pc:sldMk cId="3821486051" sldId="298"/>
            <ac:spMk id="11" creationId="{175C6FA2-861D-4385-AFDE-A66C78138957}"/>
          </ac:spMkLst>
        </pc:spChg>
      </pc:sldChg>
      <pc:sldChg chg="modSp mod">
        <pc:chgData name="Robin Truffinet (Student at CentraleSupelec)" userId="e3847dfd-0c34-4fd5-87dd-1af92081005f" providerId="ADAL" clId="{26EA3FC6-2BDF-4F28-933F-E22A6CA4CD8A}" dt="2022-03-31T19:04:25.486" v="1192" actId="20577"/>
        <pc:sldMkLst>
          <pc:docMk/>
          <pc:sldMk cId="2820983509" sldId="299"/>
        </pc:sldMkLst>
        <pc:spChg chg="mod">
          <ac:chgData name="Robin Truffinet (Student at CentraleSupelec)" userId="e3847dfd-0c34-4fd5-87dd-1af92081005f" providerId="ADAL" clId="{26EA3FC6-2BDF-4F28-933F-E22A6CA4CD8A}" dt="2022-03-31T18:28:44.878" v="933" actId="20577"/>
          <ac:spMkLst>
            <pc:docMk/>
            <pc:sldMk cId="2820983509" sldId="299"/>
            <ac:spMk id="6" creationId="{00000000-0000-0000-0000-000000000000}"/>
          </ac:spMkLst>
        </pc:spChg>
        <pc:spChg chg="mod">
          <ac:chgData name="Robin Truffinet (Student at CentraleSupelec)" userId="e3847dfd-0c34-4fd5-87dd-1af92081005f" providerId="ADAL" clId="{26EA3FC6-2BDF-4F28-933F-E22A6CA4CD8A}" dt="2022-03-31T19:04:25.486" v="1192" actId="20577"/>
          <ac:spMkLst>
            <pc:docMk/>
            <pc:sldMk cId="2820983509" sldId="299"/>
            <ac:spMk id="12" creationId="{47FEBD84-CE82-4D76-ABBA-2F760084EE41}"/>
          </ac:spMkLst>
        </pc:spChg>
        <pc:spChg chg="mod">
          <ac:chgData name="Robin Truffinet (Student at CentraleSupelec)" userId="e3847dfd-0c34-4fd5-87dd-1af92081005f" providerId="ADAL" clId="{26EA3FC6-2BDF-4F28-933F-E22A6CA4CD8A}" dt="2022-03-31T19:04:22.325" v="1184" actId="122"/>
          <ac:spMkLst>
            <pc:docMk/>
            <pc:sldMk cId="2820983509" sldId="299"/>
            <ac:spMk id="13" creationId="{66FE3635-0BED-45A1-92FA-09453C364AA3}"/>
          </ac:spMkLst>
        </pc:spChg>
      </pc:sldChg>
      <pc:sldChg chg="modSp mod">
        <pc:chgData name="Robin Truffinet (Student at CentraleSupelec)" userId="e3847dfd-0c34-4fd5-87dd-1af92081005f" providerId="ADAL" clId="{26EA3FC6-2BDF-4F28-933F-E22A6CA4CD8A}" dt="2022-03-31T18:29:59.701" v="936" actId="20577"/>
        <pc:sldMkLst>
          <pc:docMk/>
          <pc:sldMk cId="121904795" sldId="301"/>
        </pc:sldMkLst>
        <pc:spChg chg="mod">
          <ac:chgData name="Robin Truffinet (Student at CentraleSupelec)" userId="e3847dfd-0c34-4fd5-87dd-1af92081005f" providerId="ADAL" clId="{26EA3FC6-2BDF-4F28-933F-E22A6CA4CD8A}" dt="2022-03-31T18:29:59.701" v="936" actId="20577"/>
          <ac:spMkLst>
            <pc:docMk/>
            <pc:sldMk cId="121904795" sldId="301"/>
            <ac:spMk id="6" creationId="{00000000-0000-0000-0000-000000000000}"/>
          </ac:spMkLst>
        </pc:spChg>
      </pc:sldChg>
      <pc:sldChg chg="modSp mod">
        <pc:chgData name="Robin Truffinet (Student at CentraleSupelec)" userId="e3847dfd-0c34-4fd5-87dd-1af92081005f" providerId="ADAL" clId="{26EA3FC6-2BDF-4F28-933F-E22A6CA4CD8A}" dt="2022-03-31T19:05:04.279" v="1223" actId="1076"/>
        <pc:sldMkLst>
          <pc:docMk/>
          <pc:sldMk cId="1431831754" sldId="302"/>
        </pc:sldMkLst>
        <pc:spChg chg="mod">
          <ac:chgData name="Robin Truffinet (Student at CentraleSupelec)" userId="e3847dfd-0c34-4fd5-87dd-1af92081005f" providerId="ADAL" clId="{26EA3FC6-2BDF-4F28-933F-E22A6CA4CD8A}" dt="2022-03-31T18:30:10.604" v="942" actId="20577"/>
          <ac:spMkLst>
            <pc:docMk/>
            <pc:sldMk cId="1431831754" sldId="302"/>
            <ac:spMk id="6" creationId="{00000000-0000-0000-0000-000000000000}"/>
          </ac:spMkLst>
        </pc:spChg>
        <pc:spChg chg="mod">
          <ac:chgData name="Robin Truffinet (Student at CentraleSupelec)" userId="e3847dfd-0c34-4fd5-87dd-1af92081005f" providerId="ADAL" clId="{26EA3FC6-2BDF-4F28-933F-E22A6CA4CD8A}" dt="2022-03-31T19:05:04.279" v="1223" actId="1076"/>
          <ac:spMkLst>
            <pc:docMk/>
            <pc:sldMk cId="1431831754" sldId="302"/>
            <ac:spMk id="14" creationId="{A61706DE-758E-4B16-BC0F-09D05EF19D1F}"/>
          </ac:spMkLst>
        </pc:spChg>
      </pc:sldChg>
      <pc:sldChg chg="addSp delSp modSp mod">
        <pc:chgData name="Robin Truffinet (Student at CentraleSupelec)" userId="e3847dfd-0c34-4fd5-87dd-1af92081005f" providerId="ADAL" clId="{26EA3FC6-2BDF-4F28-933F-E22A6CA4CD8A}" dt="2022-03-31T18:31:20.963" v="961" actId="20577"/>
        <pc:sldMkLst>
          <pc:docMk/>
          <pc:sldMk cId="1433142020" sldId="303"/>
        </pc:sldMkLst>
        <pc:spChg chg="mod">
          <ac:chgData name="Robin Truffinet (Student at CentraleSupelec)" userId="e3847dfd-0c34-4fd5-87dd-1af92081005f" providerId="ADAL" clId="{26EA3FC6-2BDF-4F28-933F-E22A6CA4CD8A}" dt="2022-03-31T18:31:20.963" v="961" actId="20577"/>
          <ac:spMkLst>
            <pc:docMk/>
            <pc:sldMk cId="1433142020" sldId="303"/>
            <ac:spMk id="6" creationId="{00000000-0000-0000-0000-000000000000}"/>
          </ac:spMkLst>
        </pc:spChg>
        <pc:spChg chg="add del">
          <ac:chgData name="Robin Truffinet (Student at CentraleSupelec)" userId="e3847dfd-0c34-4fd5-87dd-1af92081005f" providerId="ADAL" clId="{26EA3FC6-2BDF-4F28-933F-E22A6CA4CD8A}" dt="2022-03-31T18:04:32.999" v="42" actId="22"/>
          <ac:spMkLst>
            <pc:docMk/>
            <pc:sldMk cId="1433142020" sldId="303"/>
            <ac:spMk id="8" creationId="{20DCEEDF-E429-4FF2-9219-2C8280C8628B}"/>
          </ac:spMkLst>
        </pc:spChg>
      </pc:sldChg>
      <pc:sldChg chg="modSp del mod">
        <pc:chgData name="Robin Truffinet (Student at CentraleSupelec)" userId="e3847dfd-0c34-4fd5-87dd-1af92081005f" providerId="ADAL" clId="{26EA3FC6-2BDF-4F28-933F-E22A6CA4CD8A}" dt="2022-03-31T18:08:12.333" v="135" actId="47"/>
        <pc:sldMkLst>
          <pc:docMk/>
          <pc:sldMk cId="1944355751" sldId="304"/>
        </pc:sldMkLst>
        <pc:spChg chg="mod">
          <ac:chgData name="Robin Truffinet (Student at CentraleSupelec)" userId="e3847dfd-0c34-4fd5-87dd-1af92081005f" providerId="ADAL" clId="{26EA3FC6-2BDF-4F28-933F-E22A6CA4CD8A}" dt="2022-03-31T18:05:55.163" v="94" actId="1076"/>
          <ac:spMkLst>
            <pc:docMk/>
            <pc:sldMk cId="1944355751" sldId="304"/>
            <ac:spMk id="101" creationId="{00000000-0000-0000-0000-000000000000}"/>
          </ac:spMkLst>
        </pc:spChg>
      </pc:sldChg>
      <pc:sldChg chg="addSp delSp modSp mod">
        <pc:chgData name="Robin Truffinet (Student at CentraleSupelec)" userId="e3847dfd-0c34-4fd5-87dd-1af92081005f" providerId="ADAL" clId="{26EA3FC6-2BDF-4F28-933F-E22A6CA4CD8A}" dt="2022-03-31T19:59:10.360" v="1329" actId="1076"/>
        <pc:sldMkLst>
          <pc:docMk/>
          <pc:sldMk cId="1164507593" sldId="305"/>
        </pc:sldMkLst>
        <pc:spChg chg="add mod">
          <ac:chgData name="Robin Truffinet (Student at CentraleSupelec)" userId="e3847dfd-0c34-4fd5-87dd-1af92081005f" providerId="ADAL" clId="{26EA3FC6-2BDF-4F28-933F-E22A6CA4CD8A}" dt="2022-03-31T19:57:05.435" v="1312" actId="14100"/>
          <ac:spMkLst>
            <pc:docMk/>
            <pc:sldMk cId="1164507593" sldId="305"/>
            <ac:spMk id="4" creationId="{37D17357-14B0-4CF2-AC47-0160CE778447}"/>
          </ac:spMkLst>
        </pc:spChg>
        <pc:spChg chg="del">
          <ac:chgData name="Robin Truffinet (Student at CentraleSupelec)" userId="e3847dfd-0c34-4fd5-87dd-1af92081005f" providerId="ADAL" clId="{26EA3FC6-2BDF-4F28-933F-E22A6CA4CD8A}" dt="2022-03-31T18:32:51.586" v="1075" actId="478"/>
          <ac:spMkLst>
            <pc:docMk/>
            <pc:sldMk cId="1164507593" sldId="305"/>
            <ac:spMk id="5" creationId="{00000000-0000-0000-0000-000000000000}"/>
          </ac:spMkLst>
        </pc:spChg>
        <pc:spChg chg="del">
          <ac:chgData name="Robin Truffinet (Student at CentraleSupelec)" userId="e3847dfd-0c34-4fd5-87dd-1af92081005f" providerId="ADAL" clId="{26EA3FC6-2BDF-4F28-933F-E22A6CA4CD8A}" dt="2022-03-31T18:32:49.188" v="1074" actId="478"/>
          <ac:spMkLst>
            <pc:docMk/>
            <pc:sldMk cId="1164507593" sldId="305"/>
            <ac:spMk id="6" creationId="{00000000-0000-0000-0000-000000000000}"/>
          </ac:spMkLst>
        </pc:spChg>
        <pc:spChg chg="del mod">
          <ac:chgData name="Robin Truffinet (Student at CentraleSupelec)" userId="e3847dfd-0c34-4fd5-87dd-1af92081005f" providerId="ADAL" clId="{26EA3FC6-2BDF-4F28-933F-E22A6CA4CD8A}" dt="2022-03-31T18:32:53.546" v="1077" actId="478"/>
          <ac:spMkLst>
            <pc:docMk/>
            <pc:sldMk cId="1164507593" sldId="305"/>
            <ac:spMk id="7" creationId="{00000000-0000-0000-0000-000000000000}"/>
          </ac:spMkLst>
        </pc:spChg>
        <pc:spChg chg="del">
          <ac:chgData name="Robin Truffinet (Student at CentraleSupelec)" userId="e3847dfd-0c34-4fd5-87dd-1af92081005f" providerId="ADAL" clId="{26EA3FC6-2BDF-4F28-933F-E22A6CA4CD8A}" dt="2022-03-31T19:58:39.103" v="1322" actId="478"/>
          <ac:spMkLst>
            <pc:docMk/>
            <pc:sldMk cId="1164507593" sldId="305"/>
            <ac:spMk id="8" creationId="{FF42EF75-85C8-449D-9E3F-3EDD329FF0E4}"/>
          </ac:spMkLst>
        </pc:spChg>
        <pc:spChg chg="add mod">
          <ac:chgData name="Robin Truffinet (Student at CentraleSupelec)" userId="e3847dfd-0c34-4fd5-87dd-1af92081005f" providerId="ADAL" clId="{26EA3FC6-2BDF-4F28-933F-E22A6CA4CD8A}" dt="2022-03-31T18:32:54.188" v="1078"/>
          <ac:spMkLst>
            <pc:docMk/>
            <pc:sldMk cId="1164507593" sldId="305"/>
            <ac:spMk id="10" creationId="{4A89F241-5191-4417-A810-647E01246072}"/>
          </ac:spMkLst>
        </pc:spChg>
        <pc:spChg chg="add mod">
          <ac:chgData name="Robin Truffinet (Student at CentraleSupelec)" userId="e3847dfd-0c34-4fd5-87dd-1af92081005f" providerId="ADAL" clId="{26EA3FC6-2BDF-4F28-933F-E22A6CA4CD8A}" dt="2022-03-31T18:32:54.188" v="1078"/>
          <ac:spMkLst>
            <pc:docMk/>
            <pc:sldMk cId="1164507593" sldId="305"/>
            <ac:spMk id="11" creationId="{A74102DA-D89A-49CA-A00F-3B4239C45244}"/>
          </ac:spMkLst>
        </pc:spChg>
        <pc:spChg chg="add mod">
          <ac:chgData name="Robin Truffinet (Student at CentraleSupelec)" userId="e3847dfd-0c34-4fd5-87dd-1af92081005f" providerId="ADAL" clId="{26EA3FC6-2BDF-4F28-933F-E22A6CA4CD8A}" dt="2022-03-31T18:32:54.188" v="1078"/>
          <ac:spMkLst>
            <pc:docMk/>
            <pc:sldMk cId="1164507593" sldId="305"/>
            <ac:spMk id="12" creationId="{3240D4F3-05AF-4E9A-9C9A-97C919922AAD}"/>
          </ac:spMkLst>
        </pc:spChg>
        <pc:spChg chg="add mod">
          <ac:chgData name="Robin Truffinet (Student at CentraleSupelec)" userId="e3847dfd-0c34-4fd5-87dd-1af92081005f" providerId="ADAL" clId="{26EA3FC6-2BDF-4F28-933F-E22A6CA4CD8A}" dt="2022-03-31T19:59:10.360" v="1329" actId="1076"/>
          <ac:spMkLst>
            <pc:docMk/>
            <pc:sldMk cId="1164507593" sldId="305"/>
            <ac:spMk id="16" creationId="{A6D4A8EE-6AB9-4309-8EA7-047BBE6599E3}"/>
          </ac:spMkLst>
        </pc:spChg>
        <pc:spChg chg="mod">
          <ac:chgData name="Robin Truffinet (Student at CentraleSupelec)" userId="e3847dfd-0c34-4fd5-87dd-1af92081005f" providerId="ADAL" clId="{26EA3FC6-2BDF-4F28-933F-E22A6CA4CD8A}" dt="2022-03-31T19:08:01.594" v="1277" actId="20577"/>
          <ac:spMkLst>
            <pc:docMk/>
            <pc:sldMk cId="1164507593" sldId="305"/>
            <ac:spMk id="101" creationId="{00000000-0000-0000-0000-000000000000}"/>
          </ac:spMkLst>
        </pc:spChg>
        <pc:picChg chg="add mod">
          <ac:chgData name="Robin Truffinet (Student at CentraleSupelec)" userId="e3847dfd-0c34-4fd5-87dd-1af92081005f" providerId="ADAL" clId="{26EA3FC6-2BDF-4F28-933F-E22A6CA4CD8A}" dt="2022-03-31T19:57:13.021" v="1314" actId="1076"/>
          <ac:picMkLst>
            <pc:docMk/>
            <pc:sldMk cId="1164507593" sldId="305"/>
            <ac:picMk id="3" creationId="{04B62AE8-A253-4EC9-8051-9D98CAE5D2F3}"/>
          </ac:picMkLst>
        </pc:picChg>
        <pc:picChg chg="add del mod">
          <ac:chgData name="Robin Truffinet (Student at CentraleSupelec)" userId="e3847dfd-0c34-4fd5-87dd-1af92081005f" providerId="ADAL" clId="{26EA3FC6-2BDF-4F28-933F-E22A6CA4CD8A}" dt="2022-03-31T19:08:43.092" v="1279" actId="478"/>
          <ac:picMkLst>
            <pc:docMk/>
            <pc:sldMk cId="1164507593" sldId="305"/>
            <ac:picMk id="3" creationId="{94FDB42D-94C0-4AAC-BB2A-7EE6CC43032F}"/>
          </ac:picMkLst>
        </pc:picChg>
        <pc:picChg chg="add mod">
          <ac:chgData name="Robin Truffinet (Student at CentraleSupelec)" userId="e3847dfd-0c34-4fd5-87dd-1af92081005f" providerId="ADAL" clId="{26EA3FC6-2BDF-4F28-933F-E22A6CA4CD8A}" dt="2022-03-31T19:57:05.435" v="1312" actId="14100"/>
          <ac:picMkLst>
            <pc:docMk/>
            <pc:sldMk cId="1164507593" sldId="305"/>
            <ac:picMk id="5" creationId="{ECCDAB28-0557-4FAF-B6E7-305D8097D690}"/>
          </ac:picMkLst>
        </pc:picChg>
        <pc:picChg chg="add del mod">
          <ac:chgData name="Robin Truffinet (Student at CentraleSupelec)" userId="e3847dfd-0c34-4fd5-87dd-1af92081005f" providerId="ADAL" clId="{26EA3FC6-2BDF-4F28-933F-E22A6CA4CD8A}" dt="2022-03-31T19:09:18.558" v="1290" actId="478"/>
          <ac:picMkLst>
            <pc:docMk/>
            <pc:sldMk cId="1164507593" sldId="305"/>
            <ac:picMk id="7" creationId="{A2798D5F-3B06-4D13-9294-E667B7E9B027}"/>
          </ac:picMkLst>
        </pc:picChg>
        <pc:picChg chg="del">
          <ac:chgData name="Robin Truffinet (Student at CentraleSupelec)" userId="e3847dfd-0c34-4fd5-87dd-1af92081005f" providerId="ADAL" clId="{26EA3FC6-2BDF-4F28-933F-E22A6CA4CD8A}" dt="2022-03-31T18:03:38.338" v="38" actId="478"/>
          <ac:picMkLst>
            <pc:docMk/>
            <pc:sldMk cId="1164507593" sldId="305"/>
            <ac:picMk id="9" creationId="{C27562E2-5CEF-4714-A527-EE97D876D23B}"/>
          </ac:picMkLst>
        </pc:picChg>
        <pc:cxnChg chg="add mod">
          <ac:chgData name="Robin Truffinet (Student at CentraleSupelec)" userId="e3847dfd-0c34-4fd5-87dd-1af92081005f" providerId="ADAL" clId="{26EA3FC6-2BDF-4F28-933F-E22A6CA4CD8A}" dt="2022-03-31T19:57:35.751" v="1317" actId="1582"/>
          <ac:cxnSpMkLst>
            <pc:docMk/>
            <pc:sldMk cId="1164507593" sldId="305"/>
            <ac:cxnSpMk id="7" creationId="{07228453-DE53-4067-B8FC-81E514FA209F}"/>
          </ac:cxnSpMkLst>
        </pc:cxnChg>
        <pc:cxnChg chg="add mod">
          <ac:chgData name="Robin Truffinet (Student at CentraleSupelec)" userId="e3847dfd-0c34-4fd5-87dd-1af92081005f" providerId="ADAL" clId="{26EA3FC6-2BDF-4F28-933F-E22A6CA4CD8A}" dt="2022-03-31T19:58:02.626" v="1321" actId="14100"/>
          <ac:cxnSpMkLst>
            <pc:docMk/>
            <pc:sldMk cId="1164507593" sldId="305"/>
            <ac:cxnSpMk id="13" creationId="{AFE2D0AA-32A5-43DE-A0AD-6DD8F5EB31EB}"/>
          </ac:cxnSpMkLst>
        </pc:cxnChg>
      </pc:sldChg>
      <pc:sldChg chg="modSp mod">
        <pc:chgData name="Robin Truffinet (Student at CentraleSupelec)" userId="e3847dfd-0c34-4fd5-87dd-1af92081005f" providerId="ADAL" clId="{26EA3FC6-2BDF-4F28-933F-E22A6CA4CD8A}" dt="2022-03-31T18:33:00.026" v="1081" actId="20577"/>
        <pc:sldMkLst>
          <pc:docMk/>
          <pc:sldMk cId="445914986" sldId="306"/>
        </pc:sldMkLst>
        <pc:spChg chg="mod">
          <ac:chgData name="Robin Truffinet (Student at CentraleSupelec)" userId="e3847dfd-0c34-4fd5-87dd-1af92081005f" providerId="ADAL" clId="{26EA3FC6-2BDF-4F28-933F-E22A6CA4CD8A}" dt="2022-03-31T18:33:00.026" v="1081" actId="20577"/>
          <ac:spMkLst>
            <pc:docMk/>
            <pc:sldMk cId="445914986" sldId="306"/>
            <ac:spMk id="6" creationId="{00000000-0000-0000-0000-000000000000}"/>
          </ac:spMkLst>
        </pc:spChg>
      </pc:sldChg>
      <pc:sldChg chg="del ord">
        <pc:chgData name="Robin Truffinet (Student at CentraleSupelec)" userId="e3847dfd-0c34-4fd5-87dd-1af92081005f" providerId="ADAL" clId="{26EA3FC6-2BDF-4F28-933F-E22A6CA4CD8A}" dt="2022-03-31T18:32:25.267" v="1063" actId="2696"/>
        <pc:sldMkLst>
          <pc:docMk/>
          <pc:sldMk cId="199102868" sldId="308"/>
        </pc:sldMkLst>
      </pc:sldChg>
      <pc:sldChg chg="modSp mod">
        <pc:chgData name="Robin Truffinet (Student at CentraleSupelec)" userId="e3847dfd-0c34-4fd5-87dd-1af92081005f" providerId="ADAL" clId="{26EA3FC6-2BDF-4F28-933F-E22A6CA4CD8A}" dt="2022-03-31T19:04:11.275" v="1174" actId="14100"/>
        <pc:sldMkLst>
          <pc:docMk/>
          <pc:sldMk cId="807153412" sldId="325"/>
        </pc:sldMkLst>
        <pc:spChg chg="mod">
          <ac:chgData name="Robin Truffinet (Student at CentraleSupelec)" userId="e3847dfd-0c34-4fd5-87dd-1af92081005f" providerId="ADAL" clId="{26EA3FC6-2BDF-4F28-933F-E22A6CA4CD8A}" dt="2022-03-31T18:28:36.915" v="930" actId="20577"/>
          <ac:spMkLst>
            <pc:docMk/>
            <pc:sldMk cId="807153412" sldId="325"/>
            <ac:spMk id="6" creationId="{00000000-0000-0000-0000-000000000000}"/>
          </ac:spMkLst>
        </pc:spChg>
        <pc:spChg chg="mod">
          <ac:chgData name="Robin Truffinet (Student at CentraleSupelec)" userId="e3847dfd-0c34-4fd5-87dd-1af92081005f" providerId="ADAL" clId="{26EA3FC6-2BDF-4F28-933F-E22A6CA4CD8A}" dt="2022-03-31T19:04:11.275" v="1174" actId="14100"/>
          <ac:spMkLst>
            <pc:docMk/>
            <pc:sldMk cId="807153412" sldId="325"/>
            <ac:spMk id="13" creationId="{9CD3B06D-6FE7-4637-87A0-8188A47ADF8C}"/>
          </ac:spMkLst>
        </pc:spChg>
      </pc:sldChg>
      <pc:sldChg chg="modSp mod">
        <pc:chgData name="Robin Truffinet (Student at CentraleSupelec)" userId="e3847dfd-0c34-4fd5-87dd-1af92081005f" providerId="ADAL" clId="{26EA3FC6-2BDF-4F28-933F-E22A6CA4CD8A}" dt="2022-03-31T19:04:45.503" v="1212" actId="1076"/>
        <pc:sldMkLst>
          <pc:docMk/>
          <pc:sldMk cId="256827639" sldId="329"/>
        </pc:sldMkLst>
        <pc:spChg chg="mod">
          <ac:chgData name="Robin Truffinet (Student at CentraleSupelec)" userId="e3847dfd-0c34-4fd5-87dd-1af92081005f" providerId="ADAL" clId="{26EA3FC6-2BDF-4F28-933F-E22A6CA4CD8A}" dt="2022-03-31T18:30:05.365" v="939" actId="20577"/>
          <ac:spMkLst>
            <pc:docMk/>
            <pc:sldMk cId="256827639" sldId="329"/>
            <ac:spMk id="6" creationId="{00000000-0000-0000-0000-000000000000}"/>
          </ac:spMkLst>
        </pc:spChg>
        <pc:spChg chg="mod">
          <ac:chgData name="Robin Truffinet (Student at CentraleSupelec)" userId="e3847dfd-0c34-4fd5-87dd-1af92081005f" providerId="ADAL" clId="{26EA3FC6-2BDF-4F28-933F-E22A6CA4CD8A}" dt="2022-03-31T19:04:38.563" v="1202" actId="1076"/>
          <ac:spMkLst>
            <pc:docMk/>
            <pc:sldMk cId="256827639" sldId="329"/>
            <ac:spMk id="35" creationId="{163D9FDC-45E4-2D40-960B-BF5F71E2803B}"/>
          </ac:spMkLst>
        </pc:spChg>
        <pc:spChg chg="mod">
          <ac:chgData name="Robin Truffinet (Student at CentraleSupelec)" userId="e3847dfd-0c34-4fd5-87dd-1af92081005f" providerId="ADAL" clId="{26EA3FC6-2BDF-4F28-933F-E22A6CA4CD8A}" dt="2022-03-31T19:04:45.503" v="1212" actId="1076"/>
          <ac:spMkLst>
            <pc:docMk/>
            <pc:sldMk cId="256827639" sldId="329"/>
            <ac:spMk id="37" creationId="{9258915A-E16B-804F-9C28-3796D44BB9EA}"/>
          </ac:spMkLst>
        </pc:spChg>
      </pc:sldChg>
      <pc:sldChg chg="modSp mod">
        <pc:chgData name="Robin Truffinet (Student at CentraleSupelec)" userId="e3847dfd-0c34-4fd5-87dd-1af92081005f" providerId="ADAL" clId="{26EA3FC6-2BDF-4F28-933F-E22A6CA4CD8A}" dt="2022-03-31T18:31:47.694" v="1008" actId="20577"/>
        <pc:sldMkLst>
          <pc:docMk/>
          <pc:sldMk cId="6358432" sldId="330"/>
        </pc:sldMkLst>
        <pc:spChg chg="mod">
          <ac:chgData name="Robin Truffinet (Student at CentraleSupelec)" userId="e3847dfd-0c34-4fd5-87dd-1af92081005f" providerId="ADAL" clId="{26EA3FC6-2BDF-4F28-933F-E22A6CA4CD8A}" dt="2022-03-31T18:31:47.694" v="1008" actId="20577"/>
          <ac:spMkLst>
            <pc:docMk/>
            <pc:sldMk cId="6358432" sldId="330"/>
            <ac:spMk id="6" creationId="{00000000-0000-0000-0000-000000000000}"/>
          </ac:spMkLst>
        </pc:spChg>
      </pc:sldChg>
      <pc:sldChg chg="modSp mod">
        <pc:chgData name="Robin Truffinet (Student at CentraleSupelec)" userId="e3847dfd-0c34-4fd5-87dd-1af92081005f" providerId="ADAL" clId="{26EA3FC6-2BDF-4F28-933F-E22A6CA4CD8A}" dt="2022-03-31T18:31:52.213" v="1011" actId="20577"/>
        <pc:sldMkLst>
          <pc:docMk/>
          <pc:sldMk cId="1659588725" sldId="331"/>
        </pc:sldMkLst>
        <pc:spChg chg="mod">
          <ac:chgData name="Robin Truffinet (Student at CentraleSupelec)" userId="e3847dfd-0c34-4fd5-87dd-1af92081005f" providerId="ADAL" clId="{26EA3FC6-2BDF-4F28-933F-E22A6CA4CD8A}" dt="2022-03-31T18:31:52.213" v="1011" actId="20577"/>
          <ac:spMkLst>
            <pc:docMk/>
            <pc:sldMk cId="1659588725" sldId="331"/>
            <ac:spMk id="6" creationId="{00000000-0000-0000-0000-000000000000}"/>
          </ac:spMkLst>
        </pc:spChg>
      </pc:sldChg>
      <pc:sldChg chg="addSp delSp modSp add mod">
        <pc:chgData name="Robin Truffinet (Student at CentraleSupelec)" userId="e3847dfd-0c34-4fd5-87dd-1af92081005f" providerId="ADAL" clId="{26EA3FC6-2BDF-4F28-933F-E22A6CA4CD8A}" dt="2022-03-31T19:05:26.865" v="1234" actId="14100"/>
        <pc:sldMkLst>
          <pc:docMk/>
          <pc:sldMk cId="3038767441" sldId="332"/>
        </pc:sldMkLst>
        <pc:spChg chg="mod">
          <ac:chgData name="Robin Truffinet (Student at CentraleSupelec)" userId="e3847dfd-0c34-4fd5-87dd-1af92081005f" providerId="ADAL" clId="{26EA3FC6-2BDF-4F28-933F-E22A6CA4CD8A}" dt="2022-03-31T18:31:37.088" v="1005" actId="20577"/>
          <ac:spMkLst>
            <pc:docMk/>
            <pc:sldMk cId="3038767441" sldId="332"/>
            <ac:spMk id="5" creationId="{00000000-0000-0000-0000-000000000000}"/>
          </ac:spMkLst>
        </pc:spChg>
        <pc:spChg chg="mod">
          <ac:chgData name="Robin Truffinet (Student at CentraleSupelec)" userId="e3847dfd-0c34-4fd5-87dd-1af92081005f" providerId="ADAL" clId="{26EA3FC6-2BDF-4F28-933F-E22A6CA4CD8A}" dt="2022-03-31T18:31:29.599" v="985" actId="20577"/>
          <ac:spMkLst>
            <pc:docMk/>
            <pc:sldMk cId="3038767441" sldId="332"/>
            <ac:spMk id="6" creationId="{00000000-0000-0000-0000-000000000000}"/>
          </ac:spMkLst>
        </pc:spChg>
        <pc:spChg chg="del mod">
          <ac:chgData name="Robin Truffinet (Student at CentraleSupelec)" userId="e3847dfd-0c34-4fd5-87dd-1af92081005f" providerId="ADAL" clId="{26EA3FC6-2BDF-4F28-933F-E22A6CA4CD8A}" dt="2022-03-31T18:06:12.513" v="102" actId="478"/>
          <ac:spMkLst>
            <pc:docMk/>
            <pc:sldMk cId="3038767441" sldId="332"/>
            <ac:spMk id="8" creationId="{FF42EF75-85C8-449D-9E3F-3EDD329FF0E4}"/>
          </ac:spMkLst>
        </pc:spChg>
        <pc:spChg chg="add mod">
          <ac:chgData name="Robin Truffinet (Student at CentraleSupelec)" userId="e3847dfd-0c34-4fd5-87dd-1af92081005f" providerId="ADAL" clId="{26EA3FC6-2BDF-4F28-933F-E22A6CA4CD8A}" dt="2022-03-31T19:05:26.865" v="1234" actId="14100"/>
          <ac:spMkLst>
            <pc:docMk/>
            <pc:sldMk cId="3038767441" sldId="332"/>
            <ac:spMk id="10" creationId="{058FF768-0028-433A-BD20-19C3A5B87B15}"/>
          </ac:spMkLst>
        </pc:spChg>
        <pc:spChg chg="mod">
          <ac:chgData name="Robin Truffinet (Student at CentraleSupelec)" userId="e3847dfd-0c34-4fd5-87dd-1af92081005f" providerId="ADAL" clId="{26EA3FC6-2BDF-4F28-933F-E22A6CA4CD8A}" dt="2022-03-31T18:08:00.155" v="132" actId="1076"/>
          <ac:spMkLst>
            <pc:docMk/>
            <pc:sldMk cId="3038767441" sldId="332"/>
            <ac:spMk id="101" creationId="{00000000-0000-0000-0000-000000000000}"/>
          </ac:spMkLst>
        </pc:spChg>
        <pc:picChg chg="add mod">
          <ac:chgData name="Robin Truffinet (Student at CentraleSupelec)" userId="e3847dfd-0c34-4fd5-87dd-1af92081005f" providerId="ADAL" clId="{26EA3FC6-2BDF-4F28-933F-E22A6CA4CD8A}" dt="2022-03-31T18:09:35.758" v="189" actId="1036"/>
          <ac:picMkLst>
            <pc:docMk/>
            <pc:sldMk cId="3038767441" sldId="332"/>
            <ac:picMk id="9" creationId="{28A13306-C68B-4D2D-96DB-2CBFE6A830B4}"/>
          </ac:picMkLst>
        </pc:picChg>
      </pc:sldChg>
      <pc:sldChg chg="delSp add del mod ord">
        <pc:chgData name="Robin Truffinet (Student at CentraleSupelec)" userId="e3847dfd-0c34-4fd5-87dd-1af92081005f" providerId="ADAL" clId="{26EA3FC6-2BDF-4F28-933F-E22A6CA4CD8A}" dt="2022-03-31T18:04:47.742" v="47" actId="47"/>
        <pc:sldMkLst>
          <pc:docMk/>
          <pc:sldMk cId="3718105296" sldId="332"/>
        </pc:sldMkLst>
        <pc:spChg chg="del">
          <ac:chgData name="Robin Truffinet (Student at CentraleSupelec)" userId="e3847dfd-0c34-4fd5-87dd-1af92081005f" providerId="ADAL" clId="{26EA3FC6-2BDF-4F28-933F-E22A6CA4CD8A}" dt="2022-03-31T18:04:45.714" v="46" actId="478"/>
          <ac:spMkLst>
            <pc:docMk/>
            <pc:sldMk cId="3718105296" sldId="332"/>
            <ac:spMk id="101" creationId="{00000000-0000-0000-0000-000000000000}"/>
          </ac:spMkLst>
        </pc:spChg>
      </pc:sldChg>
      <pc:sldChg chg="addSp delSp modSp add del">
        <pc:chgData name="Robin Truffinet (Student at CentraleSupelec)" userId="e3847dfd-0c34-4fd5-87dd-1af92081005f" providerId="ADAL" clId="{26EA3FC6-2BDF-4F28-933F-E22A6CA4CD8A}" dt="2022-03-31T18:08:54.007" v="148" actId="47"/>
        <pc:sldMkLst>
          <pc:docMk/>
          <pc:sldMk cId="977646885" sldId="333"/>
        </pc:sldMkLst>
        <pc:spChg chg="add del mod">
          <ac:chgData name="Robin Truffinet (Student at CentraleSupelec)" userId="e3847dfd-0c34-4fd5-87dd-1af92081005f" providerId="ADAL" clId="{26EA3FC6-2BDF-4F28-933F-E22A6CA4CD8A}" dt="2022-03-31T18:08:07.158" v="134"/>
          <ac:spMkLst>
            <pc:docMk/>
            <pc:sldMk cId="977646885" sldId="333"/>
            <ac:spMk id="9" creationId="{912AB774-6EBF-4EA7-8286-403F411F6D36}"/>
          </ac:spMkLst>
        </pc:spChg>
      </pc:sldChg>
      <pc:sldChg chg="addSp delSp modSp add del mod ord">
        <pc:chgData name="Robin Truffinet (Student at CentraleSupelec)" userId="e3847dfd-0c34-4fd5-87dd-1af92081005f" providerId="ADAL" clId="{26EA3FC6-2BDF-4F28-933F-E22A6CA4CD8A}" dt="2022-03-31T18:32:01.937" v="1014" actId="2696"/>
        <pc:sldMkLst>
          <pc:docMk/>
          <pc:sldMk cId="159070715" sldId="334"/>
        </pc:sldMkLst>
        <pc:spChg chg="mod">
          <ac:chgData name="Robin Truffinet (Student at CentraleSupelec)" userId="e3847dfd-0c34-4fd5-87dd-1af92081005f" providerId="ADAL" clId="{26EA3FC6-2BDF-4F28-933F-E22A6CA4CD8A}" dt="2022-03-31T18:31:57.454" v="1013" actId="20577"/>
          <ac:spMkLst>
            <pc:docMk/>
            <pc:sldMk cId="159070715" sldId="334"/>
            <ac:spMk id="6" creationId="{00000000-0000-0000-0000-000000000000}"/>
          </ac:spMkLst>
        </pc:spChg>
        <pc:spChg chg="mod">
          <ac:chgData name="Robin Truffinet (Student at CentraleSupelec)" userId="e3847dfd-0c34-4fd5-87dd-1af92081005f" providerId="ADAL" clId="{26EA3FC6-2BDF-4F28-933F-E22A6CA4CD8A}" dt="2022-03-31T18:08:46.305" v="147" actId="255"/>
          <ac:spMkLst>
            <pc:docMk/>
            <pc:sldMk cId="159070715" sldId="334"/>
            <ac:spMk id="101" creationId="{00000000-0000-0000-0000-000000000000}"/>
          </ac:spMkLst>
        </pc:spChg>
        <pc:picChg chg="add del">
          <ac:chgData name="Robin Truffinet (Student at CentraleSupelec)" userId="e3847dfd-0c34-4fd5-87dd-1af92081005f" providerId="ADAL" clId="{26EA3FC6-2BDF-4F28-933F-E22A6CA4CD8A}" dt="2022-03-31T18:08:23.510" v="139" actId="478"/>
          <ac:picMkLst>
            <pc:docMk/>
            <pc:sldMk cId="159070715" sldId="334"/>
            <ac:picMk id="9" creationId="{28A13306-C68B-4D2D-96DB-2CBFE6A830B4}"/>
          </ac:picMkLst>
        </pc:picChg>
      </pc:sldChg>
      <pc:sldChg chg="addSp delSp modSp add mod">
        <pc:chgData name="Robin Truffinet (Student at CentraleSupelec)" userId="e3847dfd-0c34-4fd5-87dd-1af92081005f" providerId="ADAL" clId="{26EA3FC6-2BDF-4F28-933F-E22A6CA4CD8A}" dt="2022-03-31T19:05:47.392" v="1238" actId="1076"/>
        <pc:sldMkLst>
          <pc:docMk/>
          <pc:sldMk cId="604806873" sldId="335"/>
        </pc:sldMkLst>
        <pc:spChg chg="mod">
          <ac:chgData name="Robin Truffinet (Student at CentraleSupelec)" userId="e3847dfd-0c34-4fd5-87dd-1af92081005f" providerId="ADAL" clId="{26EA3FC6-2BDF-4F28-933F-E22A6CA4CD8A}" dt="2022-03-31T18:32:17.364" v="1062" actId="20577"/>
          <ac:spMkLst>
            <pc:docMk/>
            <pc:sldMk cId="604806873" sldId="335"/>
            <ac:spMk id="5" creationId="{00000000-0000-0000-0000-000000000000}"/>
          </ac:spMkLst>
        </pc:spChg>
        <pc:spChg chg="mod">
          <ac:chgData name="Robin Truffinet (Student at CentraleSupelec)" userId="e3847dfd-0c34-4fd5-87dd-1af92081005f" providerId="ADAL" clId="{26EA3FC6-2BDF-4F28-933F-E22A6CA4CD8A}" dt="2022-03-31T18:32:09.343" v="1042" actId="20577"/>
          <ac:spMkLst>
            <pc:docMk/>
            <pc:sldMk cId="604806873" sldId="335"/>
            <ac:spMk id="6" creationId="{00000000-0000-0000-0000-000000000000}"/>
          </ac:spMkLst>
        </pc:spChg>
        <pc:spChg chg="add del mod">
          <ac:chgData name="Robin Truffinet (Student at CentraleSupelec)" userId="e3847dfd-0c34-4fd5-87dd-1af92081005f" providerId="ADAL" clId="{26EA3FC6-2BDF-4F28-933F-E22A6CA4CD8A}" dt="2022-03-31T19:05:47.392" v="1238" actId="1076"/>
          <ac:spMkLst>
            <pc:docMk/>
            <pc:sldMk cId="604806873" sldId="335"/>
            <ac:spMk id="10" creationId="{058FF768-0028-433A-BD20-19C3A5B87B15}"/>
          </ac:spMkLst>
        </pc:spChg>
        <pc:spChg chg="mod">
          <ac:chgData name="Robin Truffinet (Student at CentraleSupelec)" userId="e3847dfd-0c34-4fd5-87dd-1af92081005f" providerId="ADAL" clId="{26EA3FC6-2BDF-4F28-933F-E22A6CA4CD8A}" dt="2022-03-31T18:18:50.353" v="716" actId="20577"/>
          <ac:spMkLst>
            <pc:docMk/>
            <pc:sldMk cId="604806873" sldId="335"/>
            <ac:spMk id="101" creationId="{00000000-0000-0000-0000-000000000000}"/>
          </ac:spMkLst>
        </pc:spChg>
        <pc:picChg chg="add del mod">
          <ac:chgData name="Robin Truffinet (Student at CentraleSupelec)" userId="e3847dfd-0c34-4fd5-87dd-1af92081005f" providerId="ADAL" clId="{26EA3FC6-2BDF-4F28-933F-E22A6CA4CD8A}" dt="2022-03-31T18:19:09.642" v="718"/>
          <ac:picMkLst>
            <pc:docMk/>
            <pc:sldMk cId="604806873" sldId="335"/>
            <ac:picMk id="3" creationId="{291A24E0-BA72-40B3-9803-B6D8AF74DD2E}"/>
          </ac:picMkLst>
        </pc:picChg>
        <pc:picChg chg="add mod">
          <ac:chgData name="Robin Truffinet (Student at CentraleSupelec)" userId="e3847dfd-0c34-4fd5-87dd-1af92081005f" providerId="ADAL" clId="{26EA3FC6-2BDF-4F28-933F-E22A6CA4CD8A}" dt="2022-03-31T18:21:23.002" v="721" actId="1076"/>
          <ac:picMkLst>
            <pc:docMk/>
            <pc:sldMk cId="604806873" sldId="335"/>
            <ac:picMk id="8" creationId="{893EBC74-F15B-4260-A83F-E471540B115B}"/>
          </ac:picMkLst>
        </pc:picChg>
        <pc:picChg chg="del mod">
          <ac:chgData name="Robin Truffinet (Student at CentraleSupelec)" userId="e3847dfd-0c34-4fd5-87dd-1af92081005f" providerId="ADAL" clId="{26EA3FC6-2BDF-4F28-933F-E22A6CA4CD8A}" dt="2022-03-31T18:10:00.312" v="199" actId="478"/>
          <ac:picMkLst>
            <pc:docMk/>
            <pc:sldMk cId="604806873" sldId="335"/>
            <ac:picMk id="9" creationId="{28A13306-C68B-4D2D-96DB-2CBFE6A830B4}"/>
          </ac:picMkLst>
        </pc:picChg>
      </pc:sldChg>
      <pc:sldChg chg="addSp delSp modSp add mod">
        <pc:chgData name="Robin Truffinet (Student at CentraleSupelec)" userId="e3847dfd-0c34-4fd5-87dd-1af92081005f" providerId="ADAL" clId="{26EA3FC6-2BDF-4F28-933F-E22A6CA4CD8A}" dt="2022-03-31T20:47:51.109" v="1506" actId="20577"/>
        <pc:sldMkLst>
          <pc:docMk/>
          <pc:sldMk cId="1358559224" sldId="336"/>
        </pc:sldMkLst>
        <pc:spChg chg="del mod">
          <ac:chgData name="Robin Truffinet (Student at CentraleSupelec)" userId="e3847dfd-0c34-4fd5-87dd-1af92081005f" providerId="ADAL" clId="{26EA3FC6-2BDF-4F28-933F-E22A6CA4CD8A}" dt="2022-03-31T18:32:29.881" v="1064" actId="478"/>
          <ac:spMkLst>
            <pc:docMk/>
            <pc:sldMk cId="1358559224" sldId="336"/>
            <ac:spMk id="5" creationId="{00000000-0000-0000-0000-000000000000}"/>
          </ac:spMkLst>
        </pc:spChg>
        <pc:spChg chg="del">
          <ac:chgData name="Robin Truffinet (Student at CentraleSupelec)" userId="e3847dfd-0c34-4fd5-87dd-1af92081005f" providerId="ADAL" clId="{26EA3FC6-2BDF-4F28-933F-E22A6CA4CD8A}" dt="2022-03-31T18:25:45.564" v="887" actId="478"/>
          <ac:spMkLst>
            <pc:docMk/>
            <pc:sldMk cId="1358559224" sldId="336"/>
            <ac:spMk id="6" creationId="{00000000-0000-0000-0000-000000000000}"/>
          </ac:spMkLst>
        </pc:spChg>
        <pc:spChg chg="del">
          <ac:chgData name="Robin Truffinet (Student at CentraleSupelec)" userId="e3847dfd-0c34-4fd5-87dd-1af92081005f" providerId="ADAL" clId="{26EA3FC6-2BDF-4F28-933F-E22A6CA4CD8A}" dt="2022-03-31T18:32:31.542" v="1065" actId="478"/>
          <ac:spMkLst>
            <pc:docMk/>
            <pc:sldMk cId="1358559224" sldId="336"/>
            <ac:spMk id="7" creationId="{00000000-0000-0000-0000-000000000000}"/>
          </ac:spMkLst>
        </pc:spChg>
        <pc:spChg chg="add mod">
          <ac:chgData name="Robin Truffinet (Student at CentraleSupelec)" userId="e3847dfd-0c34-4fd5-87dd-1af92081005f" providerId="ADAL" clId="{26EA3FC6-2BDF-4F28-933F-E22A6CA4CD8A}" dt="2022-03-31T18:26:58.829" v="909" actId="164"/>
          <ac:spMkLst>
            <pc:docMk/>
            <pc:sldMk cId="1358559224" sldId="336"/>
            <ac:spMk id="9" creationId="{97A684CA-55EE-41FD-8E25-849B7A1DB289}"/>
          </ac:spMkLst>
        </pc:spChg>
        <pc:spChg chg="del">
          <ac:chgData name="Robin Truffinet (Student at CentraleSupelec)" userId="e3847dfd-0c34-4fd5-87dd-1af92081005f" providerId="ADAL" clId="{26EA3FC6-2BDF-4F28-933F-E22A6CA4CD8A}" dt="2022-03-31T18:24:04.597" v="824" actId="478"/>
          <ac:spMkLst>
            <pc:docMk/>
            <pc:sldMk cId="1358559224" sldId="336"/>
            <ac:spMk id="10" creationId="{058FF768-0028-433A-BD20-19C3A5B87B15}"/>
          </ac:spMkLst>
        </pc:spChg>
        <pc:spChg chg="add mod">
          <ac:chgData name="Robin Truffinet (Student at CentraleSupelec)" userId="e3847dfd-0c34-4fd5-87dd-1af92081005f" providerId="ADAL" clId="{26EA3FC6-2BDF-4F28-933F-E22A6CA4CD8A}" dt="2022-03-31T20:47:51.109" v="1506" actId="20577"/>
          <ac:spMkLst>
            <pc:docMk/>
            <pc:sldMk cId="1358559224" sldId="336"/>
            <ac:spMk id="11" creationId="{4B2FAAC1-8353-49A2-95D1-C0DD333A9100}"/>
          </ac:spMkLst>
        </pc:spChg>
        <pc:spChg chg="add mod">
          <ac:chgData name="Robin Truffinet (Student at CentraleSupelec)" userId="e3847dfd-0c34-4fd5-87dd-1af92081005f" providerId="ADAL" clId="{26EA3FC6-2BDF-4F28-933F-E22A6CA4CD8A}" dt="2022-03-31T18:26:58.829" v="909" actId="164"/>
          <ac:spMkLst>
            <pc:docMk/>
            <pc:sldMk cId="1358559224" sldId="336"/>
            <ac:spMk id="12" creationId="{3DED3B5E-F118-4846-863B-E3231D082AF6}"/>
          </ac:spMkLst>
        </pc:spChg>
        <pc:spChg chg="add mod">
          <ac:chgData name="Robin Truffinet (Student at CentraleSupelec)" userId="e3847dfd-0c34-4fd5-87dd-1af92081005f" providerId="ADAL" clId="{26EA3FC6-2BDF-4F28-933F-E22A6CA4CD8A}" dt="2022-03-31T18:32:36.449" v="1073" actId="20577"/>
          <ac:spMkLst>
            <pc:docMk/>
            <pc:sldMk cId="1358559224" sldId="336"/>
            <ac:spMk id="14" creationId="{88E91374-395C-41F3-B490-889E4A007E66}"/>
          </ac:spMkLst>
        </pc:spChg>
        <pc:spChg chg="add mod">
          <ac:chgData name="Robin Truffinet (Student at CentraleSupelec)" userId="e3847dfd-0c34-4fd5-87dd-1af92081005f" providerId="ADAL" clId="{26EA3FC6-2BDF-4F28-933F-E22A6CA4CD8A}" dt="2022-03-31T18:32:31.818" v="1066"/>
          <ac:spMkLst>
            <pc:docMk/>
            <pc:sldMk cId="1358559224" sldId="336"/>
            <ac:spMk id="15" creationId="{422D6126-B397-463E-9CFA-749C1917AD84}"/>
          </ac:spMkLst>
        </pc:spChg>
        <pc:spChg chg="add mod">
          <ac:chgData name="Robin Truffinet (Student at CentraleSupelec)" userId="e3847dfd-0c34-4fd5-87dd-1af92081005f" providerId="ADAL" clId="{26EA3FC6-2BDF-4F28-933F-E22A6CA4CD8A}" dt="2022-03-31T18:32:31.818" v="1066"/>
          <ac:spMkLst>
            <pc:docMk/>
            <pc:sldMk cId="1358559224" sldId="336"/>
            <ac:spMk id="16" creationId="{58B91D2B-6059-419E-9D6E-E0564A0B5B8F}"/>
          </ac:spMkLst>
        </pc:spChg>
        <pc:spChg chg="mod">
          <ac:chgData name="Robin Truffinet (Student at CentraleSupelec)" userId="e3847dfd-0c34-4fd5-87dd-1af92081005f" providerId="ADAL" clId="{26EA3FC6-2BDF-4F28-933F-E22A6CA4CD8A}" dt="2022-03-31T18:35:26.538" v="1128" actId="20577"/>
          <ac:spMkLst>
            <pc:docMk/>
            <pc:sldMk cId="1358559224" sldId="336"/>
            <ac:spMk id="101" creationId="{00000000-0000-0000-0000-000000000000}"/>
          </ac:spMkLst>
        </pc:spChg>
        <pc:grpChg chg="add mod">
          <ac:chgData name="Robin Truffinet (Student at CentraleSupelec)" userId="e3847dfd-0c34-4fd5-87dd-1af92081005f" providerId="ADAL" clId="{26EA3FC6-2BDF-4F28-933F-E22A6CA4CD8A}" dt="2022-03-31T18:26:58.829" v="909" actId="164"/>
          <ac:grpSpMkLst>
            <pc:docMk/>
            <pc:sldMk cId="1358559224" sldId="336"/>
            <ac:grpSpMk id="4" creationId="{0B1A29E7-D050-47D1-AB5C-EE672BEEF1E1}"/>
          </ac:grpSpMkLst>
        </pc:grpChg>
        <pc:picChg chg="add mod">
          <ac:chgData name="Robin Truffinet (Student at CentraleSupelec)" userId="e3847dfd-0c34-4fd5-87dd-1af92081005f" providerId="ADAL" clId="{26EA3FC6-2BDF-4F28-933F-E22A6CA4CD8A}" dt="2022-03-31T18:26:58.829" v="909" actId="164"/>
          <ac:picMkLst>
            <pc:docMk/>
            <pc:sldMk cId="1358559224" sldId="336"/>
            <ac:picMk id="3" creationId="{F01965F8-F72E-4B14-85DD-4D1E72DEC493}"/>
          </ac:picMkLst>
        </pc:picChg>
        <pc:picChg chg="del">
          <ac:chgData name="Robin Truffinet (Student at CentraleSupelec)" userId="e3847dfd-0c34-4fd5-87dd-1af92081005f" providerId="ADAL" clId="{26EA3FC6-2BDF-4F28-933F-E22A6CA4CD8A}" dt="2022-03-31T18:23:53.703" v="821" actId="478"/>
          <ac:picMkLst>
            <pc:docMk/>
            <pc:sldMk cId="1358559224" sldId="336"/>
            <ac:picMk id="8" creationId="{893EBC74-F15B-4260-A83F-E471540B115B}"/>
          </ac:picMkLst>
        </pc:picChg>
      </pc:sldChg>
      <pc:sldChg chg="addSp delSp modSp add mod">
        <pc:chgData name="Robin Truffinet (Student at CentraleSupelec)" userId="e3847dfd-0c34-4fd5-87dd-1af92081005f" providerId="ADAL" clId="{26EA3FC6-2BDF-4F28-933F-E22A6CA4CD8A}" dt="2022-03-31T20:51:57.250" v="1511" actId="1076"/>
        <pc:sldMkLst>
          <pc:docMk/>
          <pc:sldMk cId="3385782702" sldId="337"/>
        </pc:sldMkLst>
        <pc:spChg chg="add del mod topLvl">
          <ac:chgData name="Robin Truffinet (Student at CentraleSupelec)" userId="e3847dfd-0c34-4fd5-87dd-1af92081005f" providerId="ADAL" clId="{26EA3FC6-2BDF-4F28-933F-E22A6CA4CD8A}" dt="2022-03-31T19:07:39.494" v="1241" actId="478"/>
          <ac:spMkLst>
            <pc:docMk/>
            <pc:sldMk cId="3385782702" sldId="337"/>
            <ac:spMk id="9" creationId="{97A684CA-55EE-41FD-8E25-849B7A1DB289}"/>
          </ac:spMkLst>
        </pc:spChg>
        <pc:spChg chg="add del mod topLvl">
          <ac:chgData name="Robin Truffinet (Student at CentraleSupelec)" userId="e3847dfd-0c34-4fd5-87dd-1af92081005f" providerId="ADAL" clId="{26EA3FC6-2BDF-4F28-933F-E22A6CA4CD8A}" dt="2022-03-31T20:47:58.085" v="1508" actId="20577"/>
          <ac:spMkLst>
            <pc:docMk/>
            <pc:sldMk cId="3385782702" sldId="337"/>
            <ac:spMk id="11" creationId="{4B2FAAC1-8353-49A2-95D1-C0DD333A9100}"/>
          </ac:spMkLst>
        </pc:spChg>
        <pc:spChg chg="add del mod topLvl">
          <ac:chgData name="Robin Truffinet (Student at CentraleSupelec)" userId="e3847dfd-0c34-4fd5-87dd-1af92081005f" providerId="ADAL" clId="{26EA3FC6-2BDF-4F28-933F-E22A6CA4CD8A}" dt="2022-03-31T19:07:39.494" v="1241" actId="478"/>
          <ac:spMkLst>
            <pc:docMk/>
            <pc:sldMk cId="3385782702" sldId="337"/>
            <ac:spMk id="12" creationId="{3DED3B5E-F118-4846-863B-E3231D082AF6}"/>
          </ac:spMkLst>
        </pc:spChg>
        <pc:spChg chg="mod">
          <ac:chgData name="Robin Truffinet (Student at CentraleSupelec)" userId="e3847dfd-0c34-4fd5-87dd-1af92081005f" providerId="ADAL" clId="{26EA3FC6-2BDF-4F28-933F-E22A6CA4CD8A}" dt="2022-03-31T19:03:19.608" v="1161" actId="20577"/>
          <ac:spMkLst>
            <pc:docMk/>
            <pc:sldMk cId="3385782702" sldId="337"/>
            <ac:spMk id="101" creationId="{00000000-0000-0000-0000-000000000000}"/>
          </ac:spMkLst>
        </pc:spChg>
        <pc:grpChg chg="del">
          <ac:chgData name="Robin Truffinet (Student at CentraleSupelec)" userId="e3847dfd-0c34-4fd5-87dd-1af92081005f" providerId="ADAL" clId="{26EA3FC6-2BDF-4F28-933F-E22A6CA4CD8A}" dt="2022-03-31T19:06:01.433" v="1239" actId="165"/>
          <ac:grpSpMkLst>
            <pc:docMk/>
            <pc:sldMk cId="3385782702" sldId="337"/>
            <ac:grpSpMk id="4" creationId="{0B1A29E7-D050-47D1-AB5C-EE672BEEF1E1}"/>
          </ac:grpSpMkLst>
        </pc:grpChg>
        <pc:picChg chg="add mod">
          <ac:chgData name="Robin Truffinet (Student at CentraleSupelec)" userId="e3847dfd-0c34-4fd5-87dd-1af92081005f" providerId="ADAL" clId="{26EA3FC6-2BDF-4F28-933F-E22A6CA4CD8A}" dt="2022-03-31T20:51:57.250" v="1511" actId="1076"/>
          <ac:picMkLst>
            <pc:docMk/>
            <pc:sldMk cId="3385782702" sldId="337"/>
            <ac:picMk id="3" creationId="{9C298E4A-6C2D-4740-99F1-5DADC13A1BBE}"/>
          </ac:picMkLst>
        </pc:picChg>
        <pc:picChg chg="add del mod topLvl">
          <ac:chgData name="Robin Truffinet (Student at CentraleSupelec)" userId="e3847dfd-0c34-4fd5-87dd-1af92081005f" providerId="ADAL" clId="{26EA3FC6-2BDF-4F28-933F-E22A6CA4CD8A}" dt="2022-03-31T19:07:41.796" v="1242" actId="478"/>
          <ac:picMkLst>
            <pc:docMk/>
            <pc:sldMk cId="3385782702" sldId="337"/>
            <ac:picMk id="3" creationId="{F01965F8-F72E-4B14-85DD-4D1E72DEC493}"/>
          </ac:picMkLst>
        </pc:picChg>
        <pc:picChg chg="del">
          <ac:chgData name="Robin Truffinet (Student at CentraleSupelec)" userId="e3847dfd-0c34-4fd5-87dd-1af92081005f" providerId="ADAL" clId="{26EA3FC6-2BDF-4F28-933F-E22A6CA4CD8A}" dt="2022-03-31T20:51:48.549" v="1509" actId="478"/>
          <ac:picMkLst>
            <pc:docMk/>
            <pc:sldMk cId="3385782702" sldId="337"/>
            <ac:picMk id="5" creationId="{1B8D5A66-4CF3-4772-8F6D-91F887EAC763}"/>
          </ac:picMkLst>
        </pc:picChg>
      </pc:sldChg>
      <pc:sldChg chg="addSp delSp modSp add mod ord">
        <pc:chgData name="Robin Truffinet (Student at CentraleSupelec)" userId="e3847dfd-0c34-4fd5-87dd-1af92081005f" providerId="ADAL" clId="{26EA3FC6-2BDF-4F28-933F-E22A6CA4CD8A}" dt="2022-03-31T20:41:23.305" v="1477" actId="1037"/>
        <pc:sldMkLst>
          <pc:docMk/>
          <pc:sldMk cId="1521848140" sldId="352"/>
        </pc:sldMkLst>
        <pc:spChg chg="mod">
          <ac:chgData name="Robin Truffinet (Student at CentraleSupelec)" userId="e3847dfd-0c34-4fd5-87dd-1af92081005f" providerId="ADAL" clId="{26EA3FC6-2BDF-4F28-933F-E22A6CA4CD8A}" dt="2022-03-31T20:41:23.305" v="1477" actId="1037"/>
          <ac:spMkLst>
            <pc:docMk/>
            <pc:sldMk cId="1521848140" sldId="352"/>
            <ac:spMk id="9" creationId="{97A684CA-55EE-41FD-8E25-849B7A1DB289}"/>
          </ac:spMkLst>
        </pc:spChg>
        <pc:spChg chg="add mod">
          <ac:chgData name="Robin Truffinet (Student at CentraleSupelec)" userId="e3847dfd-0c34-4fd5-87dd-1af92081005f" providerId="ADAL" clId="{26EA3FC6-2BDF-4F28-933F-E22A6CA4CD8A}" dt="2022-03-31T20:39:58.788" v="1408" actId="20577"/>
          <ac:spMkLst>
            <pc:docMk/>
            <pc:sldMk cId="1521848140" sldId="352"/>
            <ac:spMk id="10" creationId="{8CC419CF-5D1D-40A9-81BD-142C5B24B0EB}"/>
          </ac:spMkLst>
        </pc:spChg>
        <pc:spChg chg="del">
          <ac:chgData name="Robin Truffinet (Student at CentraleSupelec)" userId="e3847dfd-0c34-4fd5-87dd-1af92081005f" providerId="ADAL" clId="{26EA3FC6-2BDF-4F28-933F-E22A6CA4CD8A}" dt="2022-03-31T20:03:16.003" v="1380" actId="478"/>
          <ac:spMkLst>
            <pc:docMk/>
            <pc:sldMk cId="1521848140" sldId="352"/>
            <ac:spMk id="11" creationId="{4B2FAAC1-8353-49A2-95D1-C0DD333A9100}"/>
          </ac:spMkLst>
        </pc:spChg>
        <pc:spChg chg="del mod">
          <ac:chgData name="Robin Truffinet (Student at CentraleSupelec)" userId="e3847dfd-0c34-4fd5-87dd-1af92081005f" providerId="ADAL" clId="{26EA3FC6-2BDF-4F28-933F-E22A6CA4CD8A}" dt="2022-03-31T20:40:17.752" v="1409" actId="478"/>
          <ac:spMkLst>
            <pc:docMk/>
            <pc:sldMk cId="1521848140" sldId="352"/>
            <ac:spMk id="12" creationId="{3DED3B5E-F118-4846-863B-E3231D082AF6}"/>
          </ac:spMkLst>
        </pc:spChg>
        <pc:spChg chg="add mod">
          <ac:chgData name="Robin Truffinet (Student at CentraleSupelec)" userId="e3847dfd-0c34-4fd5-87dd-1af92081005f" providerId="ADAL" clId="{26EA3FC6-2BDF-4F28-933F-E22A6CA4CD8A}" dt="2022-03-31T20:41:19.268" v="1462" actId="1038"/>
          <ac:spMkLst>
            <pc:docMk/>
            <pc:sldMk cId="1521848140" sldId="352"/>
            <ac:spMk id="13" creationId="{AFA077B4-D87F-445C-A29A-CCF2C0D63182}"/>
          </ac:spMkLst>
        </pc:spChg>
        <pc:spChg chg="mod">
          <ac:chgData name="Robin Truffinet (Student at CentraleSupelec)" userId="e3847dfd-0c34-4fd5-87dd-1af92081005f" providerId="ADAL" clId="{26EA3FC6-2BDF-4F28-933F-E22A6CA4CD8A}" dt="2022-03-31T20:02:39.475" v="1356" actId="20577"/>
          <ac:spMkLst>
            <pc:docMk/>
            <pc:sldMk cId="1521848140" sldId="352"/>
            <ac:spMk id="101" creationId="{00000000-0000-0000-0000-000000000000}"/>
          </ac:spMkLst>
        </pc:spChg>
        <pc:picChg chg="add mod modCrop">
          <ac:chgData name="Robin Truffinet (Student at CentraleSupelec)" userId="e3847dfd-0c34-4fd5-87dd-1af92081005f" providerId="ADAL" clId="{26EA3FC6-2BDF-4F28-933F-E22A6CA4CD8A}" dt="2022-03-31T20:41:08.406" v="1437" actId="1035"/>
          <ac:picMkLst>
            <pc:docMk/>
            <pc:sldMk cId="1521848140" sldId="352"/>
            <ac:picMk id="3" creationId="{0098A396-7C28-47F2-B1BE-AD3A4FFA1F71}"/>
          </ac:picMkLst>
        </pc:picChg>
        <pc:picChg chg="del">
          <ac:chgData name="Robin Truffinet (Student at CentraleSupelec)" userId="e3847dfd-0c34-4fd5-87dd-1af92081005f" providerId="ADAL" clId="{26EA3FC6-2BDF-4F28-933F-E22A6CA4CD8A}" dt="2022-03-31T20:03:46.460" v="1392" actId="478"/>
          <ac:picMkLst>
            <pc:docMk/>
            <pc:sldMk cId="1521848140" sldId="352"/>
            <ac:picMk id="5" creationId="{1B8D5A66-4CF3-4772-8F6D-91F887EAC763}"/>
          </ac:picMkLst>
        </pc:picChg>
      </pc:sldChg>
      <pc:sldChg chg="add del ord">
        <pc:chgData name="Robin Truffinet (Student at CentraleSupelec)" userId="e3847dfd-0c34-4fd5-87dd-1af92081005f" providerId="ADAL" clId="{26EA3FC6-2BDF-4F28-933F-E22A6CA4CD8A}" dt="2022-03-31T20:52:25.466" v="1515" actId="2696"/>
        <pc:sldMkLst>
          <pc:docMk/>
          <pc:sldMk cId="2531946289" sldId="353"/>
        </pc:sldMkLst>
      </pc:sldChg>
      <pc:sldChg chg="modSp add mod ord">
        <pc:chgData name="Robin Truffinet (Student at CentraleSupelec)" userId="e3847dfd-0c34-4fd5-87dd-1af92081005f" providerId="ADAL" clId="{26EA3FC6-2BDF-4F28-933F-E22A6CA4CD8A}" dt="2022-03-31T20:53:07.762" v="1556"/>
        <pc:sldMkLst>
          <pc:docMk/>
          <pc:sldMk cId="3491857242" sldId="353"/>
        </pc:sldMkLst>
        <pc:spChg chg="mod">
          <ac:chgData name="Robin Truffinet (Student at CentraleSupelec)" userId="e3847dfd-0c34-4fd5-87dd-1af92081005f" providerId="ADAL" clId="{26EA3FC6-2BDF-4F28-933F-E22A6CA4CD8A}" dt="2022-03-31T20:53:05.861" v="1554" actId="20577"/>
          <ac:spMkLst>
            <pc:docMk/>
            <pc:sldMk cId="3491857242" sldId="353"/>
            <ac:spMk id="3073" creationId="{00000000-0000-0000-0000-000000000000}"/>
          </ac:spMkLst>
        </pc:spChg>
      </pc:sldChg>
      <pc:sldChg chg="addSp delSp modSp add mod">
        <pc:chgData name="Robin Truffinet (Student at CentraleSupelec)" userId="e3847dfd-0c34-4fd5-87dd-1af92081005f" providerId="ADAL" clId="{26EA3FC6-2BDF-4F28-933F-E22A6CA4CD8A}" dt="2022-03-31T21:07:00.374" v="1783" actId="20577"/>
        <pc:sldMkLst>
          <pc:docMk/>
          <pc:sldMk cId="1534392918" sldId="354"/>
        </pc:sldMkLst>
        <pc:spChg chg="add mod">
          <ac:chgData name="Robin Truffinet (Student at CentraleSupelec)" userId="e3847dfd-0c34-4fd5-87dd-1af92081005f" providerId="ADAL" clId="{26EA3FC6-2BDF-4F28-933F-E22A6CA4CD8A}" dt="2022-03-31T21:07:00.374" v="1783" actId="20577"/>
          <ac:spMkLst>
            <pc:docMk/>
            <pc:sldMk cId="1534392918" sldId="354"/>
            <ac:spMk id="9" creationId="{98D4423E-34BC-4FD0-8B6E-AC0B83405CED}"/>
          </ac:spMkLst>
        </pc:spChg>
        <pc:spChg chg="mod">
          <ac:chgData name="Robin Truffinet (Student at CentraleSupelec)" userId="e3847dfd-0c34-4fd5-87dd-1af92081005f" providerId="ADAL" clId="{26EA3FC6-2BDF-4F28-933F-E22A6CA4CD8A}" dt="2022-03-31T21:03:10" v="1624" actId="20577"/>
          <ac:spMkLst>
            <pc:docMk/>
            <pc:sldMk cId="1534392918" sldId="354"/>
            <ac:spMk id="101" creationId="{00000000-0000-0000-0000-000000000000}"/>
          </ac:spMkLst>
        </pc:spChg>
        <pc:picChg chg="add del mod">
          <ac:chgData name="Robin Truffinet (Student at CentraleSupelec)" userId="e3847dfd-0c34-4fd5-87dd-1af92081005f" providerId="ADAL" clId="{26EA3FC6-2BDF-4F28-933F-E22A6CA4CD8A}" dt="2022-03-31T21:03:19.898" v="1626" actId="478"/>
          <ac:picMkLst>
            <pc:docMk/>
            <pc:sldMk cId="1534392918" sldId="354"/>
            <ac:picMk id="3" creationId="{8A5A1594-7ED5-49A7-BF64-383776BC4D99}"/>
          </ac:picMkLst>
        </pc:picChg>
        <pc:picChg chg="add mod modCrop">
          <ac:chgData name="Robin Truffinet (Student at CentraleSupelec)" userId="e3847dfd-0c34-4fd5-87dd-1af92081005f" providerId="ADAL" clId="{26EA3FC6-2BDF-4F28-933F-E22A6CA4CD8A}" dt="2022-03-31T21:05:06.557" v="1636" actId="1076"/>
          <ac:picMkLst>
            <pc:docMk/>
            <pc:sldMk cId="1534392918" sldId="354"/>
            <ac:picMk id="8" creationId="{CE22631C-6924-47C9-A37D-F2A8EDEB5BE2}"/>
          </ac:picMkLst>
        </pc:picChg>
      </pc:sldChg>
    </pc:docChg>
  </pc:docChgLst>
  <pc:docChgLst>
    <pc:chgData name="Jim Wouda (Student at CentraleSupelec)" userId="2520e7a8-1318-4630-b175-1f82489b298d" providerId="ADAL" clId="{8D264EFE-F2C0-4549-80E6-043A860E2727}"/>
    <pc:docChg chg="undo custSel addSld delSld modSld sldOrd">
      <pc:chgData name="Jim Wouda (Student at CentraleSupelec)" userId="2520e7a8-1318-4630-b175-1f82489b298d" providerId="ADAL" clId="{8D264EFE-F2C0-4549-80E6-043A860E2727}" dt="2022-03-31T20:09:35.715" v="1949" actId="20577"/>
      <pc:docMkLst>
        <pc:docMk/>
      </pc:docMkLst>
      <pc:sldChg chg="modSp mod">
        <pc:chgData name="Jim Wouda (Student at CentraleSupelec)" userId="2520e7a8-1318-4630-b175-1f82489b298d" providerId="ADAL" clId="{8D264EFE-F2C0-4549-80E6-043A860E2727}" dt="2022-03-31T07:56:56.247" v="16" actId="20577"/>
        <pc:sldMkLst>
          <pc:docMk/>
          <pc:sldMk cId="3827946629" sldId="257"/>
        </pc:sldMkLst>
        <pc:spChg chg="mod">
          <ac:chgData name="Jim Wouda (Student at CentraleSupelec)" userId="2520e7a8-1318-4630-b175-1f82489b298d" providerId="ADAL" clId="{8D264EFE-F2C0-4549-80E6-043A860E2727}" dt="2022-03-31T07:56:56.247" v="16" actId="20577"/>
          <ac:spMkLst>
            <pc:docMk/>
            <pc:sldMk cId="3827946629" sldId="257"/>
            <ac:spMk id="6" creationId="{00000000-0000-0000-0000-000000000000}"/>
          </ac:spMkLst>
        </pc:spChg>
      </pc:sldChg>
      <pc:sldChg chg="addSp modSp mod">
        <pc:chgData name="Jim Wouda (Student at CentraleSupelec)" userId="2520e7a8-1318-4630-b175-1f82489b298d" providerId="ADAL" clId="{8D264EFE-F2C0-4549-80E6-043A860E2727}" dt="2022-03-31T09:25:04.766" v="288"/>
        <pc:sldMkLst>
          <pc:docMk/>
          <pc:sldMk cId="336249700" sldId="292"/>
        </pc:sldMkLst>
        <pc:spChg chg="add">
          <ac:chgData name="Jim Wouda (Student at CentraleSupelec)" userId="2520e7a8-1318-4630-b175-1f82489b298d" providerId="ADAL" clId="{8D264EFE-F2C0-4549-80E6-043A860E2727}" dt="2022-03-31T09:25:04.766" v="288"/>
          <ac:spMkLst>
            <pc:docMk/>
            <pc:sldMk cId="336249700" sldId="292"/>
            <ac:spMk id="9" creationId="{0EFE8499-1641-48F6-A963-0E04132E2B5C}"/>
          </ac:spMkLst>
        </pc:spChg>
      </pc:sldChg>
      <pc:sldChg chg="addSp delSp modSp mod">
        <pc:chgData name="Jim Wouda (Student at CentraleSupelec)" userId="2520e7a8-1318-4630-b175-1f82489b298d" providerId="ADAL" clId="{8D264EFE-F2C0-4549-80E6-043A860E2727}" dt="2022-03-31T20:09:35.715" v="1949" actId="20577"/>
        <pc:sldMkLst>
          <pc:docMk/>
          <pc:sldMk cId="4271017113" sldId="294"/>
        </pc:sldMkLst>
        <pc:spChg chg="add del mod">
          <ac:chgData name="Jim Wouda (Student at CentraleSupelec)" userId="2520e7a8-1318-4630-b175-1f82489b298d" providerId="ADAL" clId="{8D264EFE-F2C0-4549-80E6-043A860E2727}" dt="2022-03-31T19:54:33.503" v="1216"/>
          <ac:spMkLst>
            <pc:docMk/>
            <pc:sldMk cId="4271017113" sldId="294"/>
            <ac:spMk id="2" creationId="{555E19D6-9A9F-4CD7-9A74-BB5D01AFAA28}"/>
          </ac:spMkLst>
        </pc:spChg>
        <pc:spChg chg="add del mod">
          <ac:chgData name="Jim Wouda (Student at CentraleSupelec)" userId="2520e7a8-1318-4630-b175-1f82489b298d" providerId="ADAL" clId="{8D264EFE-F2C0-4549-80E6-043A860E2727}" dt="2022-03-31T19:56:50.133" v="1228" actId="478"/>
          <ac:spMkLst>
            <pc:docMk/>
            <pc:sldMk cId="4271017113" sldId="294"/>
            <ac:spMk id="3" creationId="{31A3673C-4D10-434B-AE5F-339787230D44}"/>
          </ac:spMkLst>
        </pc:spChg>
        <pc:spChg chg="mod">
          <ac:chgData name="Jim Wouda (Student at CentraleSupelec)" userId="2520e7a8-1318-4630-b175-1f82489b298d" providerId="ADAL" clId="{8D264EFE-F2C0-4549-80E6-043A860E2727}" dt="2022-03-31T19:54:41.172" v="1218" actId="14100"/>
          <ac:spMkLst>
            <pc:docMk/>
            <pc:sldMk cId="4271017113" sldId="294"/>
            <ac:spMk id="4" creationId="{00000000-0000-0000-0000-000000000000}"/>
          </ac:spMkLst>
        </pc:spChg>
        <pc:spChg chg="add del mod">
          <ac:chgData name="Jim Wouda (Student at CentraleSupelec)" userId="2520e7a8-1318-4630-b175-1f82489b298d" providerId="ADAL" clId="{8D264EFE-F2C0-4549-80E6-043A860E2727}" dt="2022-03-31T19:56:52.536" v="1231" actId="478"/>
          <ac:spMkLst>
            <pc:docMk/>
            <pc:sldMk cId="4271017113" sldId="294"/>
            <ac:spMk id="9" creationId="{A252CB03-8D00-498E-92CA-5C4046FC2524}"/>
          </ac:spMkLst>
        </pc:spChg>
        <pc:spChg chg="add del">
          <ac:chgData name="Jim Wouda (Student at CentraleSupelec)" userId="2520e7a8-1318-4630-b175-1f82489b298d" providerId="ADAL" clId="{8D264EFE-F2C0-4549-80E6-043A860E2727}" dt="2022-03-31T19:57:03.681" v="1233" actId="478"/>
          <ac:spMkLst>
            <pc:docMk/>
            <pc:sldMk cId="4271017113" sldId="294"/>
            <ac:spMk id="11" creationId="{E1CA7B6C-3A35-410B-893F-CACC2737FA65}"/>
          </ac:spMkLst>
        </pc:spChg>
        <pc:spChg chg="add mod">
          <ac:chgData name="Jim Wouda (Student at CentraleSupelec)" userId="2520e7a8-1318-4630-b175-1f82489b298d" providerId="ADAL" clId="{8D264EFE-F2C0-4549-80E6-043A860E2727}" dt="2022-03-31T20:09:35.715" v="1949" actId="20577"/>
          <ac:spMkLst>
            <pc:docMk/>
            <pc:sldMk cId="4271017113" sldId="294"/>
            <ac:spMk id="12" creationId="{0EDE933A-6A81-426E-AB3E-8AE479EEC5FD}"/>
          </ac:spMkLst>
        </pc:spChg>
      </pc:sldChg>
      <pc:sldChg chg="addSp modSp mod">
        <pc:chgData name="Jim Wouda (Student at CentraleSupelec)" userId="2520e7a8-1318-4630-b175-1f82489b298d" providerId="ADAL" clId="{8D264EFE-F2C0-4549-80E6-043A860E2727}" dt="2022-03-31T09:34:06.429" v="466" actId="20577"/>
        <pc:sldMkLst>
          <pc:docMk/>
          <pc:sldMk cId="3821486051" sldId="298"/>
        </pc:sldMkLst>
        <pc:spChg chg="mod">
          <ac:chgData name="Jim Wouda (Student at CentraleSupelec)" userId="2520e7a8-1318-4630-b175-1f82489b298d" providerId="ADAL" clId="{8D264EFE-F2C0-4549-80E6-043A860E2727}" dt="2022-03-31T09:33:45.426" v="462" actId="1076"/>
          <ac:spMkLst>
            <pc:docMk/>
            <pc:sldMk cId="3821486051" sldId="298"/>
            <ac:spMk id="3" creationId="{463B36AE-228F-4242-8AB7-A0EE66910A45}"/>
          </ac:spMkLst>
        </pc:spChg>
        <pc:spChg chg="add mod">
          <ac:chgData name="Jim Wouda (Student at CentraleSupelec)" userId="2520e7a8-1318-4630-b175-1f82489b298d" providerId="ADAL" clId="{8D264EFE-F2C0-4549-80E6-043A860E2727}" dt="2022-03-31T09:34:06.429" v="466" actId="20577"/>
          <ac:spMkLst>
            <pc:docMk/>
            <pc:sldMk cId="3821486051" sldId="298"/>
            <ac:spMk id="4" creationId="{BBA8ED7F-9160-4BBD-B245-F2EDD4602A94}"/>
          </ac:spMkLst>
        </pc:spChg>
      </pc:sldChg>
      <pc:sldChg chg="addSp delSp modSp mod">
        <pc:chgData name="Jim Wouda (Student at CentraleSupelec)" userId="2520e7a8-1318-4630-b175-1f82489b298d" providerId="ADAL" clId="{8D264EFE-F2C0-4549-80E6-043A860E2727}" dt="2022-03-31T09:28:49.301" v="368" actId="20577"/>
        <pc:sldMkLst>
          <pc:docMk/>
          <pc:sldMk cId="2820983509" sldId="299"/>
        </pc:sldMkLst>
        <pc:spChg chg="add mod">
          <ac:chgData name="Jim Wouda (Student at CentraleSupelec)" userId="2520e7a8-1318-4630-b175-1f82489b298d" providerId="ADAL" clId="{8D264EFE-F2C0-4549-80E6-043A860E2727}" dt="2022-03-31T09:05:33.743" v="67" actId="14100"/>
          <ac:spMkLst>
            <pc:docMk/>
            <pc:sldMk cId="2820983509" sldId="299"/>
            <ac:spMk id="3" creationId="{9ADA11F1-AD05-492D-92E8-10BEF8D1CC3F}"/>
          </ac:spMkLst>
        </pc:spChg>
        <pc:spChg chg="del mod">
          <ac:chgData name="Jim Wouda (Student at CentraleSupelec)" userId="2520e7a8-1318-4630-b175-1f82489b298d" providerId="ADAL" clId="{8D264EFE-F2C0-4549-80E6-043A860E2727}" dt="2022-03-31T09:20:06.520" v="229" actId="478"/>
          <ac:spMkLst>
            <pc:docMk/>
            <pc:sldMk cId="2820983509" sldId="299"/>
            <ac:spMk id="8" creationId="{FF42EF75-85C8-449D-9E3F-3EDD329FF0E4}"/>
          </ac:spMkLst>
        </pc:spChg>
        <pc:spChg chg="add del mod">
          <ac:chgData name="Jim Wouda (Student at CentraleSupelec)" userId="2520e7a8-1318-4630-b175-1f82489b298d" providerId="ADAL" clId="{8D264EFE-F2C0-4549-80E6-043A860E2727}" dt="2022-03-31T09:07:30.307" v="75" actId="478"/>
          <ac:spMkLst>
            <pc:docMk/>
            <pc:sldMk cId="2820983509" sldId="299"/>
            <ac:spMk id="11" creationId="{7291BBA5-32DE-4560-8153-D078D20A6CBC}"/>
          </ac:spMkLst>
        </pc:spChg>
        <pc:spChg chg="add mod">
          <ac:chgData name="Jim Wouda (Student at CentraleSupelec)" userId="2520e7a8-1318-4630-b175-1f82489b298d" providerId="ADAL" clId="{8D264EFE-F2C0-4549-80E6-043A860E2727}" dt="2022-03-31T09:28:49.301" v="368" actId="20577"/>
          <ac:spMkLst>
            <pc:docMk/>
            <pc:sldMk cId="2820983509" sldId="299"/>
            <ac:spMk id="12" creationId="{47FEBD84-CE82-4D76-ABBA-2F760084EE41}"/>
          </ac:spMkLst>
        </pc:spChg>
        <pc:spChg chg="add mod">
          <ac:chgData name="Jim Wouda (Student at CentraleSupelec)" userId="2520e7a8-1318-4630-b175-1f82489b298d" providerId="ADAL" clId="{8D264EFE-F2C0-4549-80E6-043A860E2727}" dt="2022-03-31T09:09:24.692" v="124" actId="20577"/>
          <ac:spMkLst>
            <pc:docMk/>
            <pc:sldMk cId="2820983509" sldId="299"/>
            <ac:spMk id="13" creationId="{66FE3635-0BED-45A1-92FA-09453C364AA3}"/>
          </ac:spMkLst>
        </pc:spChg>
        <pc:spChg chg="mod">
          <ac:chgData name="Jim Wouda (Student at CentraleSupelec)" userId="2520e7a8-1318-4630-b175-1f82489b298d" providerId="ADAL" clId="{8D264EFE-F2C0-4549-80E6-043A860E2727}" dt="2022-03-31T09:27:57.025" v="365" actId="20577"/>
          <ac:spMkLst>
            <pc:docMk/>
            <pc:sldMk cId="2820983509" sldId="299"/>
            <ac:spMk id="101" creationId="{00000000-0000-0000-0000-000000000000}"/>
          </ac:spMkLst>
        </pc:spChg>
        <pc:graphicFrameChg chg="add mod">
          <ac:chgData name="Jim Wouda (Student at CentraleSupelec)" userId="2520e7a8-1318-4630-b175-1f82489b298d" providerId="ADAL" clId="{8D264EFE-F2C0-4549-80E6-043A860E2727}" dt="2022-03-31T09:05:33.743" v="67" actId="14100"/>
          <ac:graphicFrameMkLst>
            <pc:docMk/>
            <pc:sldMk cId="2820983509" sldId="299"/>
            <ac:graphicFrameMk id="2" creationId="{891F39BF-F198-4CC0-BAF4-09563D29C3D1}"/>
          </ac:graphicFrameMkLst>
        </pc:graphicFrameChg>
        <pc:picChg chg="mod">
          <ac:chgData name="Jim Wouda (Student at CentraleSupelec)" userId="2520e7a8-1318-4630-b175-1f82489b298d" providerId="ADAL" clId="{8D264EFE-F2C0-4549-80E6-043A860E2727}" dt="2022-03-31T09:05:52.710" v="71" actId="1076"/>
          <ac:picMkLst>
            <pc:docMk/>
            <pc:sldMk cId="2820983509" sldId="299"/>
            <ac:picMk id="9" creationId="{AB78DF9E-0375-457B-B330-3309EE049A55}"/>
          </ac:picMkLst>
        </pc:picChg>
      </pc:sldChg>
      <pc:sldChg chg="del">
        <pc:chgData name="Jim Wouda (Student at CentraleSupelec)" userId="2520e7a8-1318-4630-b175-1f82489b298d" providerId="ADAL" clId="{8D264EFE-F2C0-4549-80E6-043A860E2727}" dt="2022-03-31T09:28:30.045" v="366" actId="2696"/>
        <pc:sldMkLst>
          <pc:docMk/>
          <pc:sldMk cId="2179873036" sldId="300"/>
        </pc:sldMkLst>
      </pc:sldChg>
      <pc:sldChg chg="addSp delSp modSp mod">
        <pc:chgData name="Jim Wouda (Student at CentraleSupelec)" userId="2520e7a8-1318-4630-b175-1f82489b298d" providerId="ADAL" clId="{8D264EFE-F2C0-4549-80E6-043A860E2727}" dt="2022-03-31T09:29:02.575" v="374" actId="20577"/>
        <pc:sldMkLst>
          <pc:docMk/>
          <pc:sldMk cId="1431831754" sldId="302"/>
        </pc:sldMkLst>
        <pc:spChg chg="add mod">
          <ac:chgData name="Jim Wouda (Student at CentraleSupelec)" userId="2520e7a8-1318-4630-b175-1f82489b298d" providerId="ADAL" clId="{8D264EFE-F2C0-4549-80E6-043A860E2727}" dt="2022-03-31T09:14:47.502" v="166" actId="14100"/>
          <ac:spMkLst>
            <pc:docMk/>
            <pc:sldMk cId="1431831754" sldId="302"/>
            <ac:spMk id="2" creationId="{549138F0-9127-4710-A843-F040F3BDD00E}"/>
          </ac:spMkLst>
        </pc:spChg>
        <pc:spChg chg="add mod">
          <ac:chgData name="Jim Wouda (Student at CentraleSupelec)" userId="2520e7a8-1318-4630-b175-1f82489b298d" providerId="ADAL" clId="{8D264EFE-F2C0-4549-80E6-043A860E2727}" dt="2022-03-31T09:23:22.706" v="282" actId="1076"/>
          <ac:spMkLst>
            <pc:docMk/>
            <pc:sldMk cId="1431831754" sldId="302"/>
            <ac:spMk id="3" creationId="{08BE13E4-DDAD-4E18-B2C4-80DE1CA3DA11}"/>
          </ac:spMkLst>
        </pc:spChg>
        <pc:spChg chg="del">
          <ac:chgData name="Jim Wouda (Student at CentraleSupelec)" userId="2520e7a8-1318-4630-b175-1f82489b298d" providerId="ADAL" clId="{8D264EFE-F2C0-4549-80E6-043A860E2727}" dt="2022-03-31T09:23:14.384" v="280" actId="478"/>
          <ac:spMkLst>
            <pc:docMk/>
            <pc:sldMk cId="1431831754" sldId="302"/>
            <ac:spMk id="8" creationId="{FF42EF75-85C8-449D-9E3F-3EDD329FF0E4}"/>
          </ac:spMkLst>
        </pc:spChg>
        <pc:spChg chg="add del mod">
          <ac:chgData name="Jim Wouda (Student at CentraleSupelec)" userId="2520e7a8-1318-4630-b175-1f82489b298d" providerId="ADAL" clId="{8D264EFE-F2C0-4549-80E6-043A860E2727}" dt="2022-03-31T09:16:01.580" v="174" actId="478"/>
          <ac:spMkLst>
            <pc:docMk/>
            <pc:sldMk cId="1431831754" sldId="302"/>
            <ac:spMk id="11" creationId="{AD9680AF-3220-4858-A47B-3138B330E995}"/>
          </ac:spMkLst>
        </pc:spChg>
        <pc:spChg chg="add mod">
          <ac:chgData name="Jim Wouda (Student at CentraleSupelec)" userId="2520e7a8-1318-4630-b175-1f82489b298d" providerId="ADAL" clId="{8D264EFE-F2C0-4549-80E6-043A860E2727}" dt="2022-03-31T09:29:02.575" v="374" actId="20577"/>
          <ac:spMkLst>
            <pc:docMk/>
            <pc:sldMk cId="1431831754" sldId="302"/>
            <ac:spMk id="14" creationId="{A61706DE-758E-4B16-BC0F-09D05EF19D1F}"/>
          </ac:spMkLst>
        </pc:spChg>
        <pc:spChg chg="add mod">
          <ac:chgData name="Jim Wouda (Student at CentraleSupelec)" userId="2520e7a8-1318-4630-b175-1f82489b298d" providerId="ADAL" clId="{8D264EFE-F2C0-4549-80E6-043A860E2727}" dt="2022-03-31T09:22:55.808" v="267" actId="20577"/>
          <ac:spMkLst>
            <pc:docMk/>
            <pc:sldMk cId="1431831754" sldId="302"/>
            <ac:spMk id="16" creationId="{6F7D2544-2BC2-4F18-A0A3-15E918FB5D49}"/>
          </ac:spMkLst>
        </pc:spChg>
        <pc:spChg chg="del mod">
          <ac:chgData name="Jim Wouda (Student at CentraleSupelec)" userId="2520e7a8-1318-4630-b175-1f82489b298d" providerId="ADAL" clId="{8D264EFE-F2C0-4549-80E6-043A860E2727}" dt="2022-03-31T09:22:48.008" v="258" actId="478"/>
          <ac:spMkLst>
            <pc:docMk/>
            <pc:sldMk cId="1431831754" sldId="302"/>
            <ac:spMk id="101" creationId="{00000000-0000-0000-0000-000000000000}"/>
          </ac:spMkLst>
        </pc:spChg>
        <pc:picChg chg="mod">
          <ac:chgData name="Jim Wouda (Student at CentraleSupelec)" userId="2520e7a8-1318-4630-b175-1f82489b298d" providerId="ADAL" clId="{8D264EFE-F2C0-4549-80E6-043A860E2727}" dt="2022-03-31T09:13:10.663" v="142" actId="1076"/>
          <ac:picMkLst>
            <pc:docMk/>
            <pc:sldMk cId="1431831754" sldId="302"/>
            <ac:picMk id="10" creationId="{3CD171D5-7A62-4CC9-ADED-BD56700C46E6}"/>
          </ac:picMkLst>
        </pc:picChg>
        <pc:picChg chg="add mod modCrop">
          <ac:chgData name="Jim Wouda (Student at CentraleSupelec)" userId="2520e7a8-1318-4630-b175-1f82489b298d" providerId="ADAL" clId="{8D264EFE-F2C0-4549-80E6-043A860E2727}" dt="2022-03-31T09:23:18.668" v="281" actId="1076"/>
          <ac:picMkLst>
            <pc:docMk/>
            <pc:sldMk cId="1431831754" sldId="302"/>
            <ac:picMk id="12" creationId="{32601143-24E0-4FD6-BFF8-D73235C0CFF1}"/>
          </ac:picMkLst>
        </pc:picChg>
      </pc:sldChg>
      <pc:sldChg chg="modSp mod">
        <pc:chgData name="Jim Wouda (Student at CentraleSupelec)" userId="2520e7a8-1318-4630-b175-1f82489b298d" providerId="ADAL" clId="{8D264EFE-F2C0-4549-80E6-043A860E2727}" dt="2022-03-31T09:39:33.740" v="743" actId="20577"/>
        <pc:sldMkLst>
          <pc:docMk/>
          <pc:sldMk cId="1433142020" sldId="303"/>
        </pc:sldMkLst>
        <pc:spChg chg="mod">
          <ac:chgData name="Jim Wouda (Student at CentraleSupelec)" userId="2520e7a8-1318-4630-b175-1f82489b298d" providerId="ADAL" clId="{8D264EFE-F2C0-4549-80E6-043A860E2727}" dt="2022-03-31T09:39:33.740" v="743" actId="20577"/>
          <ac:spMkLst>
            <pc:docMk/>
            <pc:sldMk cId="1433142020" sldId="303"/>
            <ac:spMk id="3073" creationId="{00000000-0000-0000-0000-000000000000}"/>
          </ac:spMkLst>
        </pc:spChg>
      </pc:sldChg>
      <pc:sldChg chg="addSp delSp modSp mod">
        <pc:chgData name="Jim Wouda (Student at CentraleSupelec)" userId="2520e7a8-1318-4630-b175-1f82489b298d" providerId="ADAL" clId="{8D264EFE-F2C0-4549-80E6-043A860E2727}" dt="2022-03-31T09:37:33.477" v="706" actId="20577"/>
        <pc:sldMkLst>
          <pc:docMk/>
          <pc:sldMk cId="1944355751" sldId="304"/>
        </pc:sldMkLst>
        <pc:spChg chg="add mod">
          <ac:chgData name="Jim Wouda (Student at CentraleSupelec)" userId="2520e7a8-1318-4630-b175-1f82489b298d" providerId="ADAL" clId="{8D264EFE-F2C0-4549-80E6-043A860E2727}" dt="2022-03-31T09:36:38.309" v="613" actId="20577"/>
          <ac:spMkLst>
            <pc:docMk/>
            <pc:sldMk cId="1944355751" sldId="304"/>
            <ac:spMk id="2" creationId="{03273E4F-35A9-431D-8463-1DC4EADC3703}"/>
          </ac:spMkLst>
        </pc:spChg>
        <pc:spChg chg="del mod">
          <ac:chgData name="Jim Wouda (Student at CentraleSupelec)" userId="2520e7a8-1318-4630-b175-1f82489b298d" providerId="ADAL" clId="{8D264EFE-F2C0-4549-80E6-043A860E2727}" dt="2022-03-31T09:29:52.763" v="399" actId="478"/>
          <ac:spMkLst>
            <pc:docMk/>
            <pc:sldMk cId="1944355751" sldId="304"/>
            <ac:spMk id="8" creationId="{FF42EF75-85C8-449D-9E3F-3EDD329FF0E4}"/>
          </ac:spMkLst>
        </pc:spChg>
        <pc:spChg chg="mod">
          <ac:chgData name="Jim Wouda (Student at CentraleSupelec)" userId="2520e7a8-1318-4630-b175-1f82489b298d" providerId="ADAL" clId="{8D264EFE-F2C0-4549-80E6-043A860E2727}" dt="2022-03-31T09:37:33.477" v="706" actId="20577"/>
          <ac:spMkLst>
            <pc:docMk/>
            <pc:sldMk cId="1944355751" sldId="304"/>
            <ac:spMk id="101" creationId="{00000000-0000-0000-0000-000000000000}"/>
          </ac:spMkLst>
        </pc:spChg>
        <pc:picChg chg="mod">
          <ac:chgData name="Jim Wouda (Student at CentraleSupelec)" userId="2520e7a8-1318-4630-b175-1f82489b298d" providerId="ADAL" clId="{8D264EFE-F2C0-4549-80E6-043A860E2727}" dt="2022-03-31T09:30:09.802" v="401" actId="1076"/>
          <ac:picMkLst>
            <pc:docMk/>
            <pc:sldMk cId="1944355751" sldId="304"/>
            <ac:picMk id="9" creationId="{D9A51B0F-F13C-41F9-B067-58B7CC595BAB}"/>
          </ac:picMkLst>
        </pc:picChg>
      </pc:sldChg>
      <pc:sldChg chg="addSp modSp mod">
        <pc:chgData name="Jim Wouda (Student at CentraleSupelec)" userId="2520e7a8-1318-4630-b175-1f82489b298d" providerId="ADAL" clId="{8D264EFE-F2C0-4549-80E6-043A860E2727}" dt="2022-03-31T09:38:55.266" v="739" actId="1076"/>
        <pc:sldMkLst>
          <pc:docMk/>
          <pc:sldMk cId="1164507593" sldId="305"/>
        </pc:sldMkLst>
        <pc:spChg chg="mod">
          <ac:chgData name="Jim Wouda (Student at CentraleSupelec)" userId="2520e7a8-1318-4630-b175-1f82489b298d" providerId="ADAL" clId="{8D264EFE-F2C0-4549-80E6-043A860E2727}" dt="2022-03-31T09:38:48.896" v="738" actId="20577"/>
          <ac:spMkLst>
            <pc:docMk/>
            <pc:sldMk cId="1164507593" sldId="305"/>
            <ac:spMk id="101" creationId="{00000000-0000-0000-0000-000000000000}"/>
          </ac:spMkLst>
        </pc:spChg>
        <pc:picChg chg="add mod">
          <ac:chgData name="Jim Wouda (Student at CentraleSupelec)" userId="2520e7a8-1318-4630-b175-1f82489b298d" providerId="ADAL" clId="{8D264EFE-F2C0-4549-80E6-043A860E2727}" dt="2022-03-31T09:38:55.266" v="739" actId="1076"/>
          <ac:picMkLst>
            <pc:docMk/>
            <pc:sldMk cId="1164507593" sldId="305"/>
            <ac:picMk id="9" creationId="{C27562E2-5CEF-4714-A527-EE97D876D23B}"/>
          </ac:picMkLst>
        </pc:picChg>
      </pc:sldChg>
      <pc:sldChg chg="modSp mod ord">
        <pc:chgData name="Jim Wouda (Student at CentraleSupelec)" userId="2520e7a8-1318-4630-b175-1f82489b298d" providerId="ADAL" clId="{8D264EFE-F2C0-4549-80E6-043A860E2727}" dt="2022-03-31T09:43:13.070" v="802" actId="20577"/>
        <pc:sldMkLst>
          <pc:docMk/>
          <pc:sldMk cId="445914986" sldId="306"/>
        </pc:sldMkLst>
        <pc:spChg chg="mod">
          <ac:chgData name="Jim Wouda (Student at CentraleSupelec)" userId="2520e7a8-1318-4630-b175-1f82489b298d" providerId="ADAL" clId="{8D264EFE-F2C0-4549-80E6-043A860E2727}" dt="2022-03-31T09:43:13.070" v="802" actId="20577"/>
          <ac:spMkLst>
            <pc:docMk/>
            <pc:sldMk cId="445914986" sldId="306"/>
            <ac:spMk id="3073" creationId="{00000000-0000-0000-0000-000000000000}"/>
          </ac:spMkLst>
        </pc:spChg>
      </pc:sldChg>
      <pc:sldChg chg="delSp modSp del mod">
        <pc:chgData name="Jim Wouda (Student at CentraleSupelec)" userId="2520e7a8-1318-4630-b175-1f82489b298d" providerId="ADAL" clId="{8D264EFE-F2C0-4549-80E6-043A860E2727}" dt="2022-03-31T09:39:00.505" v="740" actId="2696"/>
        <pc:sldMkLst>
          <pc:docMk/>
          <pc:sldMk cId="1925748108" sldId="307"/>
        </pc:sldMkLst>
        <pc:spChg chg="mod">
          <ac:chgData name="Jim Wouda (Student at CentraleSupelec)" userId="2520e7a8-1318-4630-b175-1f82489b298d" providerId="ADAL" clId="{8D264EFE-F2C0-4549-80E6-043A860E2727}" dt="2022-03-31T09:01:52.768" v="20" actId="1076"/>
          <ac:spMkLst>
            <pc:docMk/>
            <pc:sldMk cId="1925748108" sldId="307"/>
            <ac:spMk id="101" creationId="{00000000-0000-0000-0000-000000000000}"/>
          </ac:spMkLst>
        </pc:spChg>
        <pc:picChg chg="del mod">
          <ac:chgData name="Jim Wouda (Student at CentraleSupelec)" userId="2520e7a8-1318-4630-b175-1f82489b298d" providerId="ADAL" clId="{8D264EFE-F2C0-4549-80E6-043A860E2727}" dt="2022-03-31T09:38:28.893" v="707" actId="21"/>
          <ac:picMkLst>
            <pc:docMk/>
            <pc:sldMk cId="1925748108" sldId="307"/>
            <ac:picMk id="9" creationId="{F351098D-8C0F-4252-A7B6-0DC3D7473633}"/>
          </ac:picMkLst>
        </pc:picChg>
      </pc:sldChg>
      <pc:sldChg chg="modSp add mod">
        <pc:chgData name="Jim Wouda (Student at CentraleSupelec)" userId="2520e7a8-1318-4630-b175-1f82489b298d" providerId="ADAL" clId="{8D264EFE-F2C0-4549-80E6-043A860E2727}" dt="2022-03-31T09:25:50.999" v="294" actId="14100"/>
        <pc:sldMkLst>
          <pc:docMk/>
          <pc:sldMk cId="807153412" sldId="325"/>
        </pc:sldMkLst>
        <pc:spChg chg="mod">
          <ac:chgData name="Jim Wouda (Student at CentraleSupelec)" userId="2520e7a8-1318-4630-b175-1f82489b298d" providerId="ADAL" clId="{8D264EFE-F2C0-4549-80E6-043A860E2727}" dt="2022-03-31T09:25:44.471" v="291" actId="1076"/>
          <ac:spMkLst>
            <pc:docMk/>
            <pc:sldMk cId="807153412" sldId="325"/>
            <ac:spMk id="13" creationId="{9CD3B06D-6FE7-4637-87A0-8188A47ADF8C}"/>
          </ac:spMkLst>
        </pc:spChg>
        <pc:picChg chg="mod">
          <ac:chgData name="Jim Wouda (Student at CentraleSupelec)" userId="2520e7a8-1318-4630-b175-1f82489b298d" providerId="ADAL" clId="{8D264EFE-F2C0-4549-80E6-043A860E2727}" dt="2022-03-31T09:25:50.999" v="294" actId="14100"/>
          <ac:picMkLst>
            <pc:docMk/>
            <pc:sldMk cId="807153412" sldId="325"/>
            <ac:picMk id="3" creationId="{ED41DF18-00B0-4A8B-9E58-F1BEAE5F9FFE}"/>
          </ac:picMkLst>
        </pc:picChg>
      </pc:sldChg>
      <pc:sldChg chg="modSp add mod">
        <pc:chgData name="Jim Wouda (Student at CentraleSupelec)" userId="2520e7a8-1318-4630-b175-1f82489b298d" providerId="ADAL" clId="{8D264EFE-F2C0-4549-80E6-043A860E2727}" dt="2022-03-31T09:28:57.846" v="372" actId="20577"/>
        <pc:sldMkLst>
          <pc:docMk/>
          <pc:sldMk cId="256827639" sldId="329"/>
        </pc:sldMkLst>
        <pc:spChg chg="mod">
          <ac:chgData name="Jim Wouda (Student at CentraleSupelec)" userId="2520e7a8-1318-4630-b175-1f82489b298d" providerId="ADAL" clId="{8D264EFE-F2C0-4549-80E6-043A860E2727}" dt="2022-03-31T09:11:38.521" v="141" actId="20577"/>
          <ac:spMkLst>
            <pc:docMk/>
            <pc:sldMk cId="256827639" sldId="329"/>
            <ac:spMk id="5" creationId="{00000000-0000-0000-0000-000000000000}"/>
          </ac:spMkLst>
        </pc:spChg>
        <pc:spChg chg="mod">
          <ac:chgData name="Jim Wouda (Student at CentraleSupelec)" userId="2520e7a8-1318-4630-b175-1f82489b298d" providerId="ADAL" clId="{8D264EFE-F2C0-4549-80E6-043A860E2727}" dt="2022-03-31T09:28:54.216" v="370" actId="20577"/>
          <ac:spMkLst>
            <pc:docMk/>
            <pc:sldMk cId="256827639" sldId="329"/>
            <ac:spMk id="35" creationId="{163D9FDC-45E4-2D40-960B-BF5F71E2803B}"/>
          </ac:spMkLst>
        </pc:spChg>
        <pc:spChg chg="mod">
          <ac:chgData name="Jim Wouda (Student at CentraleSupelec)" userId="2520e7a8-1318-4630-b175-1f82489b298d" providerId="ADAL" clId="{8D264EFE-F2C0-4549-80E6-043A860E2727}" dt="2022-03-31T09:28:57.846" v="372" actId="20577"/>
          <ac:spMkLst>
            <pc:docMk/>
            <pc:sldMk cId="256827639" sldId="329"/>
            <ac:spMk id="37" creationId="{9258915A-E16B-804F-9C28-3796D44BB9EA}"/>
          </ac:spMkLst>
        </pc:spChg>
      </pc:sldChg>
      <pc:sldChg chg="modSp add mod">
        <pc:chgData name="Jim Wouda (Student at CentraleSupelec)" userId="2520e7a8-1318-4630-b175-1f82489b298d" providerId="ADAL" clId="{8D264EFE-F2C0-4549-80E6-043A860E2727}" dt="2022-03-31T09:42:45.058" v="800" actId="20577"/>
        <pc:sldMkLst>
          <pc:docMk/>
          <pc:sldMk cId="6358432" sldId="330"/>
        </pc:sldMkLst>
        <pc:spChg chg="mod">
          <ac:chgData name="Jim Wouda (Student at CentraleSupelec)" userId="2520e7a8-1318-4630-b175-1f82489b298d" providerId="ADAL" clId="{8D264EFE-F2C0-4549-80E6-043A860E2727}" dt="2022-03-31T09:42:45.058" v="800" actId="20577"/>
          <ac:spMkLst>
            <pc:docMk/>
            <pc:sldMk cId="6358432" sldId="330"/>
            <ac:spMk id="3073" creationId="{00000000-0000-0000-0000-000000000000}"/>
          </ac:spMkLst>
        </pc:spChg>
      </pc:sldChg>
      <pc:sldChg chg="add del">
        <pc:chgData name="Jim Wouda (Student at CentraleSupelec)" userId="2520e7a8-1318-4630-b175-1f82489b298d" providerId="ADAL" clId="{8D264EFE-F2C0-4549-80E6-043A860E2727}" dt="2022-03-31T09:13:53.180" v="148"/>
        <pc:sldMkLst>
          <pc:docMk/>
          <pc:sldMk cId="149411813" sldId="330"/>
        </pc:sldMkLst>
      </pc:sldChg>
      <pc:sldChg chg="add del">
        <pc:chgData name="Jim Wouda (Student at CentraleSupelec)" userId="2520e7a8-1318-4630-b175-1f82489b298d" providerId="ADAL" clId="{8D264EFE-F2C0-4549-80E6-043A860E2727}" dt="2022-03-31T09:13:32.322" v="144"/>
        <pc:sldMkLst>
          <pc:docMk/>
          <pc:sldMk cId="655828147" sldId="330"/>
        </pc:sldMkLst>
      </pc:sldChg>
      <pc:sldChg chg="add del">
        <pc:chgData name="Jim Wouda (Student at CentraleSupelec)" userId="2520e7a8-1318-4630-b175-1f82489b298d" providerId="ADAL" clId="{8D264EFE-F2C0-4549-80E6-043A860E2727}" dt="2022-03-31T09:13:38.478" v="146"/>
        <pc:sldMkLst>
          <pc:docMk/>
          <pc:sldMk cId="1873641029" sldId="330"/>
        </pc:sldMkLst>
      </pc:sldChg>
      <pc:sldChg chg="modSp add mod">
        <pc:chgData name="Jim Wouda (Student at CentraleSupelec)" userId="2520e7a8-1318-4630-b175-1f82489b298d" providerId="ADAL" clId="{8D264EFE-F2C0-4549-80E6-043A860E2727}" dt="2022-03-31T19:17:08.171" v="814" actId="20577"/>
        <pc:sldMkLst>
          <pc:docMk/>
          <pc:sldMk cId="2016178799" sldId="331"/>
        </pc:sldMkLst>
        <pc:spChg chg="mod">
          <ac:chgData name="Jim Wouda (Student at CentraleSupelec)" userId="2520e7a8-1318-4630-b175-1f82489b298d" providerId="ADAL" clId="{8D264EFE-F2C0-4549-80E6-043A860E2727}" dt="2022-03-31T19:17:08.171" v="814" actId="20577"/>
          <ac:spMkLst>
            <pc:docMk/>
            <pc:sldMk cId="2016178799" sldId="331"/>
            <ac:spMk id="4" creationId="{00000000-0000-0000-0000-000000000000}"/>
          </ac:spMkLst>
        </pc:spChg>
      </pc:sldChg>
      <pc:sldChg chg="del">
        <pc:chgData name="Jim Wouda (Student at CentraleSupelec)" userId="2520e7a8-1318-4630-b175-1f82489b298d" providerId="ADAL" clId="{8D264EFE-F2C0-4549-80E6-043A860E2727}" dt="2022-03-31T19:17:19.400" v="827" actId="2696"/>
        <pc:sldMkLst>
          <pc:docMk/>
          <pc:sldMk cId="1782227333" sldId="341"/>
        </pc:sldMkLst>
      </pc:sldChg>
      <pc:sldChg chg="addSp delSp modSp mod">
        <pc:chgData name="Jim Wouda (Student at CentraleSupelec)" userId="2520e7a8-1318-4630-b175-1f82489b298d" providerId="ADAL" clId="{8D264EFE-F2C0-4549-80E6-043A860E2727}" dt="2022-03-31T19:46:48.888" v="1213" actId="20577"/>
        <pc:sldMkLst>
          <pc:docMk/>
          <pc:sldMk cId="2016178799" sldId="342"/>
        </pc:sldMkLst>
        <pc:spChg chg="add mod">
          <ac:chgData name="Jim Wouda (Student at CentraleSupelec)" userId="2520e7a8-1318-4630-b175-1f82489b298d" providerId="ADAL" clId="{8D264EFE-F2C0-4549-80E6-043A860E2727}" dt="2022-03-31T19:28:33.077" v="991" actId="313"/>
          <ac:spMkLst>
            <pc:docMk/>
            <pc:sldMk cId="2016178799" sldId="342"/>
            <ac:spMk id="2" creationId="{6F988B5D-A1C7-4764-917F-71BF7DE37D48}"/>
          </ac:spMkLst>
        </pc:spChg>
        <pc:spChg chg="mod">
          <ac:chgData name="Jim Wouda (Student at CentraleSupelec)" userId="2520e7a8-1318-4630-b175-1f82489b298d" providerId="ADAL" clId="{8D264EFE-F2C0-4549-80E6-043A860E2727}" dt="2022-03-31T19:45:08.830" v="1200" actId="20577"/>
          <ac:spMkLst>
            <pc:docMk/>
            <pc:sldMk cId="2016178799" sldId="342"/>
            <ac:spMk id="4" creationId="{00000000-0000-0000-0000-000000000000}"/>
          </ac:spMkLst>
        </pc:spChg>
        <pc:spChg chg="add mod">
          <ac:chgData name="Jim Wouda (Student at CentraleSupelec)" userId="2520e7a8-1318-4630-b175-1f82489b298d" providerId="ADAL" clId="{8D264EFE-F2C0-4549-80E6-043A860E2727}" dt="2022-03-31T19:33:16.845" v="1020" actId="20577"/>
          <ac:spMkLst>
            <pc:docMk/>
            <pc:sldMk cId="2016178799" sldId="342"/>
            <ac:spMk id="19" creationId="{35D8CC47-C582-4533-8B0C-97C548D50A59}"/>
          </ac:spMkLst>
        </pc:spChg>
        <pc:spChg chg="add mod">
          <ac:chgData name="Jim Wouda (Student at CentraleSupelec)" userId="2520e7a8-1318-4630-b175-1f82489b298d" providerId="ADAL" clId="{8D264EFE-F2C0-4549-80E6-043A860E2727}" dt="2022-03-31T19:33:43.001" v="1029" actId="20577"/>
          <ac:spMkLst>
            <pc:docMk/>
            <pc:sldMk cId="2016178799" sldId="342"/>
            <ac:spMk id="20" creationId="{EBABE2DE-C2E9-45B0-9899-7DF0435328EC}"/>
          </ac:spMkLst>
        </pc:spChg>
        <pc:spChg chg="add mod">
          <ac:chgData name="Jim Wouda (Student at CentraleSupelec)" userId="2520e7a8-1318-4630-b175-1f82489b298d" providerId="ADAL" clId="{8D264EFE-F2C0-4549-80E6-043A860E2727}" dt="2022-03-31T19:35:28.113" v="1042" actId="1076"/>
          <ac:spMkLst>
            <pc:docMk/>
            <pc:sldMk cId="2016178799" sldId="342"/>
            <ac:spMk id="25" creationId="{68019E25-5C77-4D9E-A6ED-504A07AFD8A6}"/>
          </ac:spMkLst>
        </pc:spChg>
        <pc:spChg chg="add mod">
          <ac:chgData name="Jim Wouda (Student at CentraleSupelec)" userId="2520e7a8-1318-4630-b175-1f82489b298d" providerId="ADAL" clId="{8D264EFE-F2C0-4549-80E6-043A860E2727}" dt="2022-03-31T19:36:28.214" v="1070" actId="16959"/>
          <ac:spMkLst>
            <pc:docMk/>
            <pc:sldMk cId="2016178799" sldId="342"/>
            <ac:spMk id="26" creationId="{5A99F760-847B-4061-9B85-443347396AE3}"/>
          </ac:spMkLst>
        </pc:spChg>
        <pc:spChg chg="add del mod">
          <ac:chgData name="Jim Wouda (Student at CentraleSupelec)" userId="2520e7a8-1318-4630-b175-1f82489b298d" providerId="ADAL" clId="{8D264EFE-F2C0-4549-80E6-043A860E2727}" dt="2022-03-31T19:37:42.414" v="1090"/>
          <ac:spMkLst>
            <pc:docMk/>
            <pc:sldMk cId="2016178799" sldId="342"/>
            <ac:spMk id="29" creationId="{4A228433-D431-4E44-A749-265EB4043DDC}"/>
          </ac:spMkLst>
        </pc:spChg>
        <pc:spChg chg="add mod">
          <ac:chgData name="Jim Wouda (Student at CentraleSupelec)" userId="2520e7a8-1318-4630-b175-1f82489b298d" providerId="ADAL" clId="{8D264EFE-F2C0-4549-80E6-043A860E2727}" dt="2022-03-31T19:38:54.471" v="1107" actId="1076"/>
          <ac:spMkLst>
            <pc:docMk/>
            <pc:sldMk cId="2016178799" sldId="342"/>
            <ac:spMk id="30" creationId="{4E031D8E-43F5-4A56-B60A-BFBC81129ED2}"/>
          </ac:spMkLst>
        </pc:spChg>
        <pc:spChg chg="add mod">
          <ac:chgData name="Jim Wouda (Student at CentraleSupelec)" userId="2520e7a8-1318-4630-b175-1f82489b298d" providerId="ADAL" clId="{8D264EFE-F2C0-4549-80E6-043A860E2727}" dt="2022-03-31T19:38:04.735" v="1098" actId="1076"/>
          <ac:spMkLst>
            <pc:docMk/>
            <pc:sldMk cId="2016178799" sldId="342"/>
            <ac:spMk id="31" creationId="{A01ADCD7-804F-459A-B6E2-9046C0E6D297}"/>
          </ac:spMkLst>
        </pc:spChg>
        <pc:spChg chg="add mod">
          <ac:chgData name="Jim Wouda (Student at CentraleSupelec)" userId="2520e7a8-1318-4630-b175-1f82489b298d" providerId="ADAL" clId="{8D264EFE-F2C0-4549-80E6-043A860E2727}" dt="2022-03-31T19:38:48.399" v="1106" actId="1076"/>
          <ac:spMkLst>
            <pc:docMk/>
            <pc:sldMk cId="2016178799" sldId="342"/>
            <ac:spMk id="34" creationId="{CCC40D80-2289-46B9-82A0-D61919249F4C}"/>
          </ac:spMkLst>
        </pc:spChg>
        <pc:spChg chg="add mod">
          <ac:chgData name="Jim Wouda (Student at CentraleSupelec)" userId="2520e7a8-1318-4630-b175-1f82489b298d" providerId="ADAL" clId="{8D264EFE-F2C0-4549-80E6-043A860E2727}" dt="2022-03-31T19:39:29.966" v="1111" actId="13822"/>
          <ac:spMkLst>
            <pc:docMk/>
            <pc:sldMk cId="2016178799" sldId="342"/>
            <ac:spMk id="37" creationId="{7B7A0B35-151E-4DB6-9F02-C7D8C56D1F2A}"/>
          </ac:spMkLst>
        </pc:spChg>
        <pc:spChg chg="add mod">
          <ac:chgData name="Jim Wouda (Student at CentraleSupelec)" userId="2520e7a8-1318-4630-b175-1f82489b298d" providerId="ADAL" clId="{8D264EFE-F2C0-4549-80E6-043A860E2727}" dt="2022-03-31T19:41:56.590" v="1125" actId="1076"/>
          <ac:spMkLst>
            <pc:docMk/>
            <pc:sldMk cId="2016178799" sldId="342"/>
            <ac:spMk id="41" creationId="{C1D55509-9041-4DD2-AB59-7612E7B342C3}"/>
          </ac:spMkLst>
        </pc:spChg>
        <pc:spChg chg="add mod">
          <ac:chgData name="Jim Wouda (Student at CentraleSupelec)" userId="2520e7a8-1318-4630-b175-1f82489b298d" providerId="ADAL" clId="{8D264EFE-F2C0-4549-80E6-043A860E2727}" dt="2022-03-31T19:42:15.351" v="1130" actId="1076"/>
          <ac:spMkLst>
            <pc:docMk/>
            <pc:sldMk cId="2016178799" sldId="342"/>
            <ac:spMk id="44" creationId="{86E061D7-E559-47CF-A57C-42650ACBF3A4}"/>
          </ac:spMkLst>
        </pc:spChg>
        <pc:spChg chg="add mod">
          <ac:chgData name="Jim Wouda (Student at CentraleSupelec)" userId="2520e7a8-1318-4630-b175-1f82489b298d" providerId="ADAL" clId="{8D264EFE-F2C0-4549-80E6-043A860E2727}" dt="2022-03-31T19:46:48.888" v="1213" actId="20577"/>
          <ac:spMkLst>
            <pc:docMk/>
            <pc:sldMk cId="2016178799" sldId="342"/>
            <ac:spMk id="45" creationId="{C2D6C932-0FFF-4265-B343-030CDC1DC185}"/>
          </ac:spMkLst>
        </pc:spChg>
        <pc:cxnChg chg="add mod">
          <ac:chgData name="Jim Wouda (Student at CentraleSupelec)" userId="2520e7a8-1318-4630-b175-1f82489b298d" providerId="ADAL" clId="{8D264EFE-F2C0-4549-80E6-043A860E2727}" dt="2022-03-31T19:31:40.128" v="993" actId="13822"/>
          <ac:cxnSpMkLst>
            <pc:docMk/>
            <pc:sldMk cId="2016178799" sldId="342"/>
            <ac:cxnSpMk id="5" creationId="{040A6CDF-B221-48E2-8162-9AB8128EC85B}"/>
          </ac:cxnSpMkLst>
        </pc:cxnChg>
        <pc:cxnChg chg="add mod">
          <ac:chgData name="Jim Wouda (Student at CentraleSupelec)" userId="2520e7a8-1318-4630-b175-1f82489b298d" providerId="ADAL" clId="{8D264EFE-F2C0-4549-80E6-043A860E2727}" dt="2022-03-31T19:31:49.164" v="995" actId="14100"/>
          <ac:cxnSpMkLst>
            <pc:docMk/>
            <pc:sldMk cId="2016178799" sldId="342"/>
            <ac:cxnSpMk id="9" creationId="{CED55E03-E863-4DAC-AEB8-2923A4BC511C}"/>
          </ac:cxnSpMkLst>
        </pc:cxnChg>
        <pc:cxnChg chg="add mod">
          <ac:chgData name="Jim Wouda (Student at CentraleSupelec)" userId="2520e7a8-1318-4630-b175-1f82489b298d" providerId="ADAL" clId="{8D264EFE-F2C0-4549-80E6-043A860E2727}" dt="2022-03-31T19:32:17.569" v="1000" actId="13822"/>
          <ac:cxnSpMkLst>
            <pc:docMk/>
            <pc:sldMk cId="2016178799" sldId="342"/>
            <ac:cxnSpMk id="12" creationId="{350FEC9C-9419-4CB5-9E76-1C76549B7AE5}"/>
          </ac:cxnSpMkLst>
        </pc:cxnChg>
        <pc:cxnChg chg="add mod">
          <ac:chgData name="Jim Wouda (Student at CentraleSupelec)" userId="2520e7a8-1318-4630-b175-1f82489b298d" providerId="ADAL" clId="{8D264EFE-F2C0-4549-80E6-043A860E2727}" dt="2022-03-31T19:32:26.838" v="1002" actId="13822"/>
          <ac:cxnSpMkLst>
            <pc:docMk/>
            <pc:sldMk cId="2016178799" sldId="342"/>
            <ac:cxnSpMk id="14" creationId="{32C3B12B-5CA1-495F-A235-038CFD7C7B5A}"/>
          </ac:cxnSpMkLst>
        </pc:cxnChg>
        <pc:cxnChg chg="add mod">
          <ac:chgData name="Jim Wouda (Student at CentraleSupelec)" userId="2520e7a8-1318-4630-b175-1f82489b298d" providerId="ADAL" clId="{8D264EFE-F2C0-4549-80E6-043A860E2727}" dt="2022-03-31T19:32:36.296" v="1004" actId="1076"/>
          <ac:cxnSpMkLst>
            <pc:docMk/>
            <pc:sldMk cId="2016178799" sldId="342"/>
            <ac:cxnSpMk id="15" creationId="{83916C2A-CEE6-4AB2-8ABB-1AE91AADE114}"/>
          </ac:cxnSpMkLst>
        </pc:cxnChg>
        <pc:cxnChg chg="add mod">
          <ac:chgData name="Jim Wouda (Student at CentraleSupelec)" userId="2520e7a8-1318-4630-b175-1f82489b298d" providerId="ADAL" clId="{8D264EFE-F2C0-4549-80E6-043A860E2727}" dt="2022-03-31T19:32:43.904" v="1006" actId="1076"/>
          <ac:cxnSpMkLst>
            <pc:docMk/>
            <pc:sldMk cId="2016178799" sldId="342"/>
            <ac:cxnSpMk id="16" creationId="{DB91B62A-D849-4E12-BE78-6C13E8AF2658}"/>
          </ac:cxnSpMkLst>
        </pc:cxnChg>
        <pc:cxnChg chg="add mod">
          <ac:chgData name="Jim Wouda (Student at CentraleSupelec)" userId="2520e7a8-1318-4630-b175-1f82489b298d" providerId="ADAL" clId="{8D264EFE-F2C0-4549-80E6-043A860E2727}" dt="2022-03-31T19:32:51.577" v="1009" actId="14100"/>
          <ac:cxnSpMkLst>
            <pc:docMk/>
            <pc:sldMk cId="2016178799" sldId="342"/>
            <ac:cxnSpMk id="17" creationId="{D0A42C54-C1DB-4B4F-9E3F-AC41DDC5B4F4}"/>
          </ac:cxnSpMkLst>
        </pc:cxnChg>
        <pc:cxnChg chg="add mod">
          <ac:chgData name="Jim Wouda (Student at CentraleSupelec)" userId="2520e7a8-1318-4630-b175-1f82489b298d" providerId="ADAL" clId="{8D264EFE-F2C0-4549-80E6-043A860E2727}" dt="2022-03-31T19:34:36.848" v="1033" actId="13822"/>
          <ac:cxnSpMkLst>
            <pc:docMk/>
            <pc:sldMk cId="2016178799" sldId="342"/>
            <ac:cxnSpMk id="22" creationId="{FEB72186-4136-42A3-97A6-B6D76DF3AE98}"/>
          </ac:cxnSpMkLst>
        </pc:cxnChg>
        <pc:cxnChg chg="add mod">
          <ac:chgData name="Jim Wouda (Student at CentraleSupelec)" userId="2520e7a8-1318-4630-b175-1f82489b298d" providerId="ADAL" clId="{8D264EFE-F2C0-4549-80E6-043A860E2727}" dt="2022-03-31T19:34:53.986" v="1037" actId="1076"/>
          <ac:cxnSpMkLst>
            <pc:docMk/>
            <pc:sldMk cId="2016178799" sldId="342"/>
            <ac:cxnSpMk id="23" creationId="{3C8CB52F-B0D8-4BDE-91A3-DF7AE1316BD1}"/>
          </ac:cxnSpMkLst>
        </pc:cxnChg>
        <pc:cxnChg chg="add mod">
          <ac:chgData name="Jim Wouda (Student at CentraleSupelec)" userId="2520e7a8-1318-4630-b175-1f82489b298d" providerId="ADAL" clId="{8D264EFE-F2C0-4549-80E6-043A860E2727}" dt="2022-03-31T19:35:12.519" v="1040" actId="1076"/>
          <ac:cxnSpMkLst>
            <pc:docMk/>
            <pc:sldMk cId="2016178799" sldId="342"/>
            <ac:cxnSpMk id="24" creationId="{D8D1FEBD-D6EA-4E41-86CF-938044D3CE6C}"/>
          </ac:cxnSpMkLst>
        </pc:cxnChg>
        <pc:cxnChg chg="add mod">
          <ac:chgData name="Jim Wouda (Student at CentraleSupelec)" userId="2520e7a8-1318-4630-b175-1f82489b298d" providerId="ADAL" clId="{8D264EFE-F2C0-4549-80E6-043A860E2727}" dt="2022-03-31T19:37:05.848" v="1073" actId="17032"/>
          <ac:cxnSpMkLst>
            <pc:docMk/>
            <pc:sldMk cId="2016178799" sldId="342"/>
            <ac:cxnSpMk id="28" creationId="{61BB4216-F566-4C91-87C6-9E5BC1DBBB2F}"/>
          </ac:cxnSpMkLst>
        </pc:cxnChg>
        <pc:cxnChg chg="add mod">
          <ac:chgData name="Jim Wouda (Student at CentraleSupelec)" userId="2520e7a8-1318-4630-b175-1f82489b298d" providerId="ADAL" clId="{8D264EFE-F2C0-4549-80E6-043A860E2727}" dt="2022-03-31T19:38:26.612" v="1101" actId="13822"/>
          <ac:cxnSpMkLst>
            <pc:docMk/>
            <pc:sldMk cId="2016178799" sldId="342"/>
            <ac:cxnSpMk id="33" creationId="{C373E902-AC5F-4C9C-AD8E-C2B683EA7164}"/>
          </ac:cxnSpMkLst>
        </pc:cxnChg>
        <pc:cxnChg chg="add mod">
          <ac:chgData name="Jim Wouda (Student at CentraleSupelec)" userId="2520e7a8-1318-4630-b175-1f82489b298d" providerId="ADAL" clId="{8D264EFE-F2C0-4549-80E6-043A860E2727}" dt="2022-03-31T19:39:13.884" v="1109" actId="13822"/>
          <ac:cxnSpMkLst>
            <pc:docMk/>
            <pc:sldMk cId="2016178799" sldId="342"/>
            <ac:cxnSpMk id="36" creationId="{B96B09A2-CE0A-49EE-892A-41AD260F73FB}"/>
          </ac:cxnSpMkLst>
        </pc:cxnChg>
        <pc:cxnChg chg="add mod">
          <ac:chgData name="Jim Wouda (Student at CentraleSupelec)" userId="2520e7a8-1318-4630-b175-1f82489b298d" providerId="ADAL" clId="{8D264EFE-F2C0-4549-80E6-043A860E2727}" dt="2022-03-31T19:39:45.894" v="1114" actId="17032"/>
          <ac:cxnSpMkLst>
            <pc:docMk/>
            <pc:sldMk cId="2016178799" sldId="342"/>
            <ac:cxnSpMk id="39" creationId="{D71A45AE-15FB-402E-90D6-C856942BC7AE}"/>
          </ac:cxnSpMkLst>
        </pc:cxnChg>
        <pc:cxnChg chg="add mod">
          <ac:chgData name="Jim Wouda (Student at CentraleSupelec)" userId="2520e7a8-1318-4630-b175-1f82489b298d" providerId="ADAL" clId="{8D264EFE-F2C0-4549-80E6-043A860E2727}" dt="2022-03-31T19:39:53.647" v="1116" actId="1076"/>
          <ac:cxnSpMkLst>
            <pc:docMk/>
            <pc:sldMk cId="2016178799" sldId="342"/>
            <ac:cxnSpMk id="40" creationId="{0EC755E0-EE9F-4862-B01F-38F0FF351E4C}"/>
          </ac:cxnSpMkLst>
        </pc:cxnChg>
        <pc:cxnChg chg="add mod">
          <ac:chgData name="Jim Wouda (Student at CentraleSupelec)" userId="2520e7a8-1318-4630-b175-1f82489b298d" providerId="ADAL" clId="{8D264EFE-F2C0-4549-80E6-043A860E2727}" dt="2022-03-31T19:42:07.663" v="1128" actId="14100"/>
          <ac:cxnSpMkLst>
            <pc:docMk/>
            <pc:sldMk cId="2016178799" sldId="342"/>
            <ac:cxnSpMk id="42" creationId="{5D98896C-B33F-4A08-A25A-D0E5F67045E1}"/>
          </ac:cxnSpMkLst>
        </pc:cxnChg>
      </pc:sldChg>
      <pc:sldChg chg="addSp modSp new del mod">
        <pc:chgData name="Jim Wouda (Student at CentraleSupelec)" userId="2520e7a8-1318-4630-b175-1f82489b298d" providerId="ADAL" clId="{8D264EFE-F2C0-4549-80E6-043A860E2727}" dt="2022-03-31T19:45:13.891" v="1201" actId="2696"/>
        <pc:sldMkLst>
          <pc:docMk/>
          <pc:sldMk cId="3501265613" sldId="352"/>
        </pc:sldMkLst>
        <pc:spChg chg="add mod">
          <ac:chgData name="Jim Wouda (Student at CentraleSupelec)" userId="2520e7a8-1318-4630-b175-1f82489b298d" providerId="ADAL" clId="{8D264EFE-F2C0-4549-80E6-043A860E2727}" dt="2022-03-31T19:42:47.240" v="1139" actId="20577"/>
          <ac:spMkLst>
            <pc:docMk/>
            <pc:sldMk cId="3501265613" sldId="352"/>
            <ac:spMk id="4" creationId="{5BD512B1-E3CE-4058-BD65-D3DEDC4CED4D}"/>
          </ac:spMkLst>
        </pc:spChg>
        <pc:spChg chg="add mod">
          <ac:chgData name="Jim Wouda (Student at CentraleSupelec)" userId="2520e7a8-1318-4630-b175-1f82489b298d" providerId="ADAL" clId="{8D264EFE-F2C0-4549-80E6-043A860E2727}" dt="2022-03-31T19:44:50.101" v="1195" actId="1076"/>
          <ac:spMkLst>
            <pc:docMk/>
            <pc:sldMk cId="3501265613" sldId="352"/>
            <ac:spMk id="5" creationId="{63C49159-E791-437F-AB5E-892EEAE69485}"/>
          </ac:spMkLst>
        </pc:spChg>
      </pc:sldChg>
    </pc:docChg>
  </pc:docChgLst>
  <pc:docChgLst>
    <pc:chgData name="Jim Wouda (Student at CentraleSupelec)" userId="S::jim.wouda@student-cs.fr::2520e7a8-1318-4630-b175-1f82489b298d" providerId="AD" clId="Web-{E4296A60-BE19-4E94-8E8E-BEE9E23D3683}"/>
    <pc:docChg chg="addSld modSld">
      <pc:chgData name="Jim Wouda (Student at CentraleSupelec)" userId="S::jim.wouda@student-cs.fr::2520e7a8-1318-4630-b175-1f82489b298d" providerId="AD" clId="Web-{E4296A60-BE19-4E94-8E8E-BEE9E23D3683}" dt="2022-03-31T19:16:29.673" v="2"/>
      <pc:docMkLst>
        <pc:docMk/>
      </pc:docMkLst>
      <pc:sldChg chg="addSp modSp new">
        <pc:chgData name="Jim Wouda (Student at CentraleSupelec)" userId="S::jim.wouda@student-cs.fr::2520e7a8-1318-4630-b175-1f82489b298d" providerId="AD" clId="Web-{E4296A60-BE19-4E94-8E8E-BEE9E23D3683}" dt="2022-03-31T19:16:29.673" v="2"/>
        <pc:sldMkLst>
          <pc:docMk/>
          <pc:sldMk cId="1782227333" sldId="341"/>
        </pc:sldMkLst>
        <pc:spChg chg="add mod">
          <ac:chgData name="Jim Wouda (Student at CentraleSupelec)" userId="S::jim.wouda@student-cs.fr::2520e7a8-1318-4630-b175-1f82489b298d" providerId="AD" clId="Web-{E4296A60-BE19-4E94-8E8E-BEE9E23D3683}" dt="2022-03-31T19:16:29.673" v="2"/>
          <ac:spMkLst>
            <pc:docMk/>
            <pc:sldMk cId="1782227333" sldId="341"/>
            <ac:spMk id="4" creationId="{6197D21F-E5BC-88B9-A819-F6E9F35D32FC}"/>
          </ac:spMkLst>
        </pc:spChg>
      </pc:sldChg>
    </pc:docChg>
  </pc:docChgLst>
  <pc:docChgLst>
    <pc:chgData name="Ludovic Lagay (Student at CentraleSupelec)" userId="ad2b4d1b-b142-4ca2-8ee8-48a2c246477d" providerId="ADAL" clId="{7A679AD7-7472-4CB0-992D-0832CB06CCD2}"/>
    <pc:docChg chg="undo custSel addSld delSld modSld sldOrd">
      <pc:chgData name="Ludovic Lagay (Student at CentraleSupelec)" userId="ad2b4d1b-b142-4ca2-8ee8-48a2c246477d" providerId="ADAL" clId="{7A679AD7-7472-4CB0-992D-0832CB06CCD2}" dt="2022-03-31T20:11:00.478" v="771" actId="47"/>
      <pc:docMkLst>
        <pc:docMk/>
      </pc:docMkLst>
      <pc:sldChg chg="del">
        <pc:chgData name="Ludovic Lagay (Student at CentraleSupelec)" userId="ad2b4d1b-b142-4ca2-8ee8-48a2c246477d" providerId="ADAL" clId="{7A679AD7-7472-4CB0-992D-0832CB06CCD2}" dt="2022-03-31T07:52:46.982" v="0" actId="47"/>
        <pc:sldMkLst>
          <pc:docMk/>
          <pc:sldMk cId="3784089036" sldId="256"/>
        </pc:sldMkLst>
      </pc:sldChg>
      <pc:sldChg chg="modSp add del mod ord">
        <pc:chgData name="Ludovic Lagay (Student at CentraleSupelec)" userId="ad2b4d1b-b142-4ca2-8ee8-48a2c246477d" providerId="ADAL" clId="{7A679AD7-7472-4CB0-992D-0832CB06CCD2}" dt="2022-03-31T19:11:08.731" v="32"/>
        <pc:sldMkLst>
          <pc:docMk/>
          <pc:sldMk cId="3827946629" sldId="257"/>
        </pc:sldMkLst>
        <pc:spChg chg="mod">
          <ac:chgData name="Ludovic Lagay (Student at CentraleSupelec)" userId="ad2b4d1b-b142-4ca2-8ee8-48a2c246477d" providerId="ADAL" clId="{7A679AD7-7472-4CB0-992D-0832CB06CCD2}" dt="2022-03-31T19:11:08.731" v="32"/>
          <ac:spMkLst>
            <pc:docMk/>
            <pc:sldMk cId="3827946629" sldId="257"/>
            <ac:spMk id="11" creationId="{00000000-0000-0000-0000-000000000000}"/>
          </ac:spMkLst>
        </pc:spChg>
      </pc:sldChg>
      <pc:sldChg chg="add">
        <pc:chgData name="Ludovic Lagay (Student at CentraleSupelec)" userId="ad2b4d1b-b142-4ca2-8ee8-48a2c246477d" providerId="ADAL" clId="{7A679AD7-7472-4CB0-992D-0832CB06CCD2}" dt="2022-03-31T07:52:51.537" v="1"/>
        <pc:sldMkLst>
          <pc:docMk/>
          <pc:sldMk cId="0" sldId="267"/>
        </pc:sldMkLst>
      </pc:sldChg>
      <pc:sldChg chg="add del">
        <pc:chgData name="Ludovic Lagay (Student at CentraleSupelec)" userId="ad2b4d1b-b142-4ca2-8ee8-48a2c246477d" providerId="ADAL" clId="{7A679AD7-7472-4CB0-992D-0832CB06CCD2}" dt="2022-03-31T07:54:55.746" v="26" actId="47"/>
        <pc:sldMkLst>
          <pc:docMk/>
          <pc:sldMk cId="3277178420" sldId="289"/>
        </pc:sldMkLst>
      </pc:sldChg>
      <pc:sldChg chg="add del">
        <pc:chgData name="Ludovic Lagay (Student at CentraleSupelec)" userId="ad2b4d1b-b142-4ca2-8ee8-48a2c246477d" providerId="ADAL" clId="{7A679AD7-7472-4CB0-992D-0832CB06CCD2}" dt="2022-03-31T07:54:58.090" v="27" actId="47"/>
        <pc:sldMkLst>
          <pc:docMk/>
          <pc:sldMk cId="2940396715" sldId="290"/>
        </pc:sldMkLst>
      </pc:sldChg>
      <pc:sldChg chg="add">
        <pc:chgData name="Ludovic Lagay (Student at CentraleSupelec)" userId="ad2b4d1b-b142-4ca2-8ee8-48a2c246477d" providerId="ADAL" clId="{7A679AD7-7472-4CB0-992D-0832CB06CCD2}" dt="2022-03-31T07:52:51.537" v="1"/>
        <pc:sldMkLst>
          <pc:docMk/>
          <pc:sldMk cId="709355255" sldId="291"/>
        </pc:sldMkLst>
      </pc:sldChg>
      <pc:sldChg chg="add del">
        <pc:chgData name="Ludovic Lagay (Student at CentraleSupelec)" userId="ad2b4d1b-b142-4ca2-8ee8-48a2c246477d" providerId="ADAL" clId="{7A679AD7-7472-4CB0-992D-0832CB06CCD2}" dt="2022-03-31T20:11:00.478" v="771" actId="47"/>
        <pc:sldMkLst>
          <pc:docMk/>
          <pc:sldMk cId="336249700" sldId="292"/>
        </pc:sldMkLst>
      </pc:sldChg>
      <pc:sldChg chg="modSp add mod">
        <pc:chgData name="Ludovic Lagay (Student at CentraleSupelec)" userId="ad2b4d1b-b142-4ca2-8ee8-48a2c246477d" providerId="ADAL" clId="{7A679AD7-7472-4CB0-992D-0832CB06CCD2}" dt="2022-03-31T19:28:14.648" v="365" actId="20577"/>
        <pc:sldMkLst>
          <pc:docMk/>
          <pc:sldMk cId="2976018367" sldId="293"/>
        </pc:sldMkLst>
        <pc:spChg chg="mod">
          <ac:chgData name="Ludovic Lagay (Student at CentraleSupelec)" userId="ad2b4d1b-b142-4ca2-8ee8-48a2c246477d" providerId="ADAL" clId="{7A679AD7-7472-4CB0-992D-0832CB06CCD2}" dt="2022-03-31T19:28:14.648" v="365" actId="20577"/>
          <ac:spMkLst>
            <pc:docMk/>
            <pc:sldMk cId="2976018367" sldId="293"/>
            <ac:spMk id="3" creationId="{00000000-0000-0000-0000-000000000000}"/>
          </ac:spMkLst>
        </pc:spChg>
      </pc:sldChg>
      <pc:sldChg chg="modSp add mod">
        <pc:chgData name="Ludovic Lagay (Student at CentraleSupelec)" userId="ad2b4d1b-b142-4ca2-8ee8-48a2c246477d" providerId="ADAL" clId="{7A679AD7-7472-4CB0-992D-0832CB06CCD2}" dt="2022-03-31T20:10:19.839" v="770" actId="20577"/>
        <pc:sldMkLst>
          <pc:docMk/>
          <pc:sldMk cId="4271017113" sldId="294"/>
        </pc:sldMkLst>
        <pc:spChg chg="mod">
          <ac:chgData name="Ludovic Lagay (Student at CentraleSupelec)" userId="ad2b4d1b-b142-4ca2-8ee8-48a2c246477d" providerId="ADAL" clId="{7A679AD7-7472-4CB0-992D-0832CB06CCD2}" dt="2022-03-31T20:10:19.839" v="770" actId="20577"/>
          <ac:spMkLst>
            <pc:docMk/>
            <pc:sldMk cId="4271017113" sldId="294"/>
            <ac:spMk id="12" creationId="{0EDE933A-6A81-426E-AB3E-8AE479EEC5FD}"/>
          </ac:spMkLst>
        </pc:spChg>
      </pc:sldChg>
      <pc:sldChg chg="add">
        <pc:chgData name="Ludovic Lagay (Student at CentraleSupelec)" userId="ad2b4d1b-b142-4ca2-8ee8-48a2c246477d" providerId="ADAL" clId="{7A679AD7-7472-4CB0-992D-0832CB06CCD2}" dt="2022-03-31T07:52:51.537" v="1"/>
        <pc:sldMkLst>
          <pc:docMk/>
          <pc:sldMk cId="1746474584" sldId="295"/>
        </pc:sldMkLst>
      </pc:sldChg>
      <pc:sldChg chg="modSp add mod ord">
        <pc:chgData name="Ludovic Lagay (Student at CentraleSupelec)" userId="ad2b4d1b-b142-4ca2-8ee8-48a2c246477d" providerId="ADAL" clId="{7A679AD7-7472-4CB0-992D-0832CB06CCD2}" dt="2022-03-31T19:58:45.663" v="717" actId="20577"/>
        <pc:sldMkLst>
          <pc:docMk/>
          <pc:sldMk cId="1747459083" sldId="296"/>
        </pc:sldMkLst>
        <pc:spChg chg="mod">
          <ac:chgData name="Ludovic Lagay (Student at CentraleSupelec)" userId="ad2b4d1b-b142-4ca2-8ee8-48a2c246477d" providerId="ADAL" clId="{7A679AD7-7472-4CB0-992D-0832CB06CCD2}" dt="2022-03-31T19:58:45.663" v="717" actId="20577"/>
          <ac:spMkLst>
            <pc:docMk/>
            <pc:sldMk cId="1747459083" sldId="296"/>
            <ac:spMk id="3" creationId="{00000000-0000-0000-0000-000000000000}"/>
          </ac:spMkLst>
        </pc:spChg>
      </pc:sldChg>
      <pc:sldChg chg="modSp mod">
        <pc:chgData name="Ludovic Lagay (Student at CentraleSupelec)" userId="ad2b4d1b-b142-4ca2-8ee8-48a2c246477d" providerId="ADAL" clId="{7A679AD7-7472-4CB0-992D-0832CB06CCD2}" dt="2022-03-31T09:00:00.065" v="29" actId="6549"/>
        <pc:sldMkLst>
          <pc:docMk/>
          <pc:sldMk cId="1164507593" sldId="305"/>
        </pc:sldMkLst>
        <pc:spChg chg="mod">
          <ac:chgData name="Ludovic Lagay (Student at CentraleSupelec)" userId="ad2b4d1b-b142-4ca2-8ee8-48a2c246477d" providerId="ADAL" clId="{7A679AD7-7472-4CB0-992D-0832CB06CCD2}" dt="2022-03-31T09:00:00.065" v="29" actId="6549"/>
          <ac:spMkLst>
            <pc:docMk/>
            <pc:sldMk cId="1164507593" sldId="305"/>
            <ac:spMk id="101" creationId="{00000000-0000-0000-0000-000000000000}"/>
          </ac:spMkLst>
        </pc:spChg>
      </pc:sldChg>
      <pc:sldChg chg="modSp mod ord">
        <pc:chgData name="Ludovic Lagay (Student at CentraleSupelec)" userId="ad2b4d1b-b142-4ca2-8ee8-48a2c246477d" providerId="ADAL" clId="{7A679AD7-7472-4CB0-992D-0832CB06CCD2}" dt="2022-03-31T19:58:58.238" v="718" actId="6549"/>
        <pc:sldMkLst>
          <pc:docMk/>
          <pc:sldMk cId="445914986" sldId="306"/>
        </pc:sldMkLst>
        <pc:spChg chg="mod">
          <ac:chgData name="Ludovic Lagay (Student at CentraleSupelec)" userId="ad2b4d1b-b142-4ca2-8ee8-48a2c246477d" providerId="ADAL" clId="{7A679AD7-7472-4CB0-992D-0832CB06CCD2}" dt="2022-03-31T19:58:58.238" v="718" actId="6549"/>
          <ac:spMkLst>
            <pc:docMk/>
            <pc:sldMk cId="445914986" sldId="306"/>
            <ac:spMk id="3073" creationId="{00000000-0000-0000-0000-000000000000}"/>
          </ac:spMkLst>
        </pc:spChg>
      </pc:sldChg>
      <pc:sldChg chg="addSp delSp modSp mod">
        <pc:chgData name="Ludovic Lagay (Student at CentraleSupelec)" userId="ad2b4d1b-b142-4ca2-8ee8-48a2c246477d" providerId="ADAL" clId="{7A679AD7-7472-4CB0-992D-0832CB06CCD2}" dt="2022-03-31T19:49:19.558" v="630" actId="1076"/>
        <pc:sldMkLst>
          <pc:docMk/>
          <pc:sldMk cId="3385782702" sldId="337"/>
        </pc:sldMkLst>
        <pc:spChg chg="mod">
          <ac:chgData name="Ludovic Lagay (Student at CentraleSupelec)" userId="ad2b4d1b-b142-4ca2-8ee8-48a2c246477d" providerId="ADAL" clId="{7A679AD7-7472-4CB0-992D-0832CB06CCD2}" dt="2022-03-31T19:49:12.378" v="628" actId="1076"/>
          <ac:spMkLst>
            <pc:docMk/>
            <pc:sldMk cId="3385782702" sldId="337"/>
            <ac:spMk id="9" creationId="{97A684CA-55EE-41FD-8E25-849B7A1DB289}"/>
          </ac:spMkLst>
        </pc:spChg>
        <pc:spChg chg="mod">
          <ac:chgData name="Ludovic Lagay (Student at CentraleSupelec)" userId="ad2b4d1b-b142-4ca2-8ee8-48a2c246477d" providerId="ADAL" clId="{7A679AD7-7472-4CB0-992D-0832CB06CCD2}" dt="2022-03-31T19:49:14.388" v="629" actId="1076"/>
          <ac:spMkLst>
            <pc:docMk/>
            <pc:sldMk cId="3385782702" sldId="337"/>
            <ac:spMk id="11" creationId="{4B2FAAC1-8353-49A2-95D1-C0DD333A9100}"/>
          </ac:spMkLst>
        </pc:spChg>
        <pc:spChg chg="mod">
          <ac:chgData name="Ludovic Lagay (Student at CentraleSupelec)" userId="ad2b4d1b-b142-4ca2-8ee8-48a2c246477d" providerId="ADAL" clId="{7A679AD7-7472-4CB0-992D-0832CB06CCD2}" dt="2022-03-31T19:49:19.558" v="630" actId="1076"/>
          <ac:spMkLst>
            <pc:docMk/>
            <pc:sldMk cId="3385782702" sldId="337"/>
            <ac:spMk id="12" creationId="{3DED3B5E-F118-4846-863B-E3231D082AF6}"/>
          </ac:spMkLst>
        </pc:spChg>
        <pc:spChg chg="mod">
          <ac:chgData name="Ludovic Lagay (Student at CentraleSupelec)" userId="ad2b4d1b-b142-4ca2-8ee8-48a2c246477d" providerId="ADAL" clId="{7A679AD7-7472-4CB0-992D-0832CB06CCD2}" dt="2022-03-31T19:49:01.408" v="624" actId="1076"/>
          <ac:spMkLst>
            <pc:docMk/>
            <pc:sldMk cId="3385782702" sldId="337"/>
            <ac:spMk id="101" creationId="{00000000-0000-0000-0000-000000000000}"/>
          </ac:spMkLst>
        </pc:spChg>
        <pc:picChg chg="add del mod">
          <ac:chgData name="Ludovic Lagay (Student at CentraleSupelec)" userId="ad2b4d1b-b142-4ca2-8ee8-48a2c246477d" providerId="ADAL" clId="{7A679AD7-7472-4CB0-992D-0832CB06CCD2}" dt="2022-03-31T19:48:25.208" v="613" actId="478"/>
          <ac:picMkLst>
            <pc:docMk/>
            <pc:sldMk cId="3385782702" sldId="337"/>
            <ac:picMk id="3" creationId="{DAC0D0D5-DD13-49A8-BB5A-485057A3DEFE}"/>
          </ac:picMkLst>
        </pc:picChg>
        <pc:picChg chg="add mod">
          <ac:chgData name="Ludovic Lagay (Student at CentraleSupelec)" userId="ad2b4d1b-b142-4ca2-8ee8-48a2c246477d" providerId="ADAL" clId="{7A679AD7-7472-4CB0-992D-0832CB06CCD2}" dt="2022-03-31T19:49:09.562" v="627" actId="1076"/>
          <ac:picMkLst>
            <pc:docMk/>
            <pc:sldMk cId="3385782702" sldId="337"/>
            <ac:picMk id="5" creationId="{1B8D5A66-4CF3-4772-8F6D-91F887EAC763}"/>
          </ac:picMkLst>
        </pc:picChg>
      </pc:sldChg>
      <pc:sldChg chg="modSp add mod ord">
        <pc:chgData name="Ludovic Lagay (Student at CentraleSupelec)" userId="ad2b4d1b-b142-4ca2-8ee8-48a2c246477d" providerId="ADAL" clId="{7A679AD7-7472-4CB0-992D-0832CB06CCD2}" dt="2022-03-31T19:14:26.390" v="70" actId="20577"/>
        <pc:sldMkLst>
          <pc:docMk/>
          <pc:sldMk cId="1223121769" sldId="338"/>
        </pc:sldMkLst>
        <pc:spChg chg="mod">
          <ac:chgData name="Ludovic Lagay (Student at CentraleSupelec)" userId="ad2b4d1b-b142-4ca2-8ee8-48a2c246477d" providerId="ADAL" clId="{7A679AD7-7472-4CB0-992D-0832CB06CCD2}" dt="2022-03-31T19:14:26.390" v="70" actId="20577"/>
          <ac:spMkLst>
            <pc:docMk/>
            <pc:sldMk cId="1223121769" sldId="338"/>
            <ac:spMk id="3073" creationId="{00000000-0000-0000-0000-000000000000}"/>
          </ac:spMkLst>
        </pc:spChg>
      </pc:sldChg>
      <pc:sldChg chg="addSp delSp modSp add mod ord">
        <pc:chgData name="Ludovic Lagay (Student at CentraleSupelec)" userId="ad2b4d1b-b142-4ca2-8ee8-48a2c246477d" providerId="ADAL" clId="{7A679AD7-7472-4CB0-992D-0832CB06CCD2}" dt="2022-03-31T19:58:08.429" v="685" actId="1076"/>
        <pc:sldMkLst>
          <pc:docMk/>
          <pc:sldMk cId="23974239" sldId="339"/>
        </pc:sldMkLst>
        <pc:spChg chg="mod">
          <ac:chgData name="Ludovic Lagay (Student at CentraleSupelec)" userId="ad2b4d1b-b142-4ca2-8ee8-48a2c246477d" providerId="ADAL" clId="{7A679AD7-7472-4CB0-992D-0832CB06CCD2}" dt="2022-03-31T19:57:52.840" v="680" actId="1076"/>
          <ac:spMkLst>
            <pc:docMk/>
            <pc:sldMk cId="23974239" sldId="339"/>
            <ac:spMk id="9" creationId="{97A684CA-55EE-41FD-8E25-849B7A1DB289}"/>
          </ac:spMkLst>
        </pc:spChg>
        <pc:spChg chg="mod">
          <ac:chgData name="Ludovic Lagay (Student at CentraleSupelec)" userId="ad2b4d1b-b142-4ca2-8ee8-48a2c246477d" providerId="ADAL" clId="{7A679AD7-7472-4CB0-992D-0832CB06CCD2}" dt="2022-03-31T19:57:30.310" v="675" actId="1076"/>
          <ac:spMkLst>
            <pc:docMk/>
            <pc:sldMk cId="23974239" sldId="339"/>
            <ac:spMk id="11" creationId="{4B2FAAC1-8353-49A2-95D1-C0DD333A9100}"/>
          </ac:spMkLst>
        </pc:spChg>
        <pc:spChg chg="mod">
          <ac:chgData name="Ludovic Lagay (Student at CentraleSupelec)" userId="ad2b4d1b-b142-4ca2-8ee8-48a2c246477d" providerId="ADAL" clId="{7A679AD7-7472-4CB0-992D-0832CB06CCD2}" dt="2022-03-31T19:57:38.880" v="678" actId="1076"/>
          <ac:spMkLst>
            <pc:docMk/>
            <pc:sldMk cId="23974239" sldId="339"/>
            <ac:spMk id="12" creationId="{3DED3B5E-F118-4846-863B-E3231D082AF6}"/>
          </ac:spMkLst>
        </pc:spChg>
        <pc:spChg chg="add mod">
          <ac:chgData name="Ludovic Lagay (Student at CentraleSupelec)" userId="ad2b4d1b-b142-4ca2-8ee8-48a2c246477d" providerId="ADAL" clId="{7A679AD7-7472-4CB0-992D-0832CB06CCD2}" dt="2022-03-31T19:58:08.429" v="685" actId="1076"/>
          <ac:spMkLst>
            <pc:docMk/>
            <pc:sldMk cId="23974239" sldId="339"/>
            <ac:spMk id="13" creationId="{E2005E01-7AD7-45C2-975B-DD08619664F8}"/>
          </ac:spMkLst>
        </pc:spChg>
        <pc:spChg chg="mod">
          <ac:chgData name="Ludovic Lagay (Student at CentraleSupelec)" userId="ad2b4d1b-b142-4ca2-8ee8-48a2c246477d" providerId="ADAL" clId="{7A679AD7-7472-4CB0-992D-0832CB06CCD2}" dt="2022-03-31T19:57:35.760" v="677" actId="1076"/>
          <ac:spMkLst>
            <pc:docMk/>
            <pc:sldMk cId="23974239" sldId="339"/>
            <ac:spMk id="16" creationId="{58B91D2B-6059-419E-9D6E-E0564A0B5B8F}"/>
          </ac:spMkLst>
        </pc:spChg>
        <pc:spChg chg="mod">
          <ac:chgData name="Ludovic Lagay (Student at CentraleSupelec)" userId="ad2b4d1b-b142-4ca2-8ee8-48a2c246477d" providerId="ADAL" clId="{7A679AD7-7472-4CB0-992D-0832CB06CCD2}" dt="2022-03-31T19:57:13.158" v="669" actId="1076"/>
          <ac:spMkLst>
            <pc:docMk/>
            <pc:sldMk cId="23974239" sldId="339"/>
            <ac:spMk id="101" creationId="{00000000-0000-0000-0000-000000000000}"/>
          </ac:spMkLst>
        </pc:spChg>
        <pc:picChg chg="add del mod">
          <ac:chgData name="Ludovic Lagay (Student at CentraleSupelec)" userId="ad2b4d1b-b142-4ca2-8ee8-48a2c246477d" providerId="ADAL" clId="{7A679AD7-7472-4CB0-992D-0832CB06CCD2}" dt="2022-03-31T19:56:46.360" v="652" actId="478"/>
          <ac:picMkLst>
            <pc:docMk/>
            <pc:sldMk cId="23974239" sldId="339"/>
            <ac:picMk id="3" creationId="{B306308A-8FF0-4AEA-9AB2-09E99506648C}"/>
          </ac:picMkLst>
        </pc:picChg>
        <pc:picChg chg="add mod ord">
          <ac:chgData name="Ludovic Lagay (Student at CentraleSupelec)" userId="ad2b4d1b-b142-4ca2-8ee8-48a2c246477d" providerId="ADAL" clId="{7A679AD7-7472-4CB0-992D-0832CB06CCD2}" dt="2022-03-31T19:57:40.980" v="679" actId="1076"/>
          <ac:picMkLst>
            <pc:docMk/>
            <pc:sldMk cId="23974239" sldId="339"/>
            <ac:picMk id="5" creationId="{AAED8C3C-3AEA-4758-8699-8A505248F2F3}"/>
          </ac:picMkLst>
        </pc:picChg>
      </pc:sldChg>
      <pc:sldChg chg="addSp delSp modSp add mod ord">
        <pc:chgData name="Ludovic Lagay (Student at CentraleSupelec)" userId="ad2b4d1b-b142-4ca2-8ee8-48a2c246477d" providerId="ADAL" clId="{7A679AD7-7472-4CB0-992D-0832CB06CCD2}" dt="2022-03-31T19:18:01.026" v="139" actId="20577"/>
        <pc:sldMkLst>
          <pc:docMk/>
          <pc:sldMk cId="3630807755" sldId="340"/>
        </pc:sldMkLst>
        <pc:spChg chg="del">
          <ac:chgData name="Ludovic Lagay (Student at CentraleSupelec)" userId="ad2b4d1b-b142-4ca2-8ee8-48a2c246477d" providerId="ADAL" clId="{7A679AD7-7472-4CB0-992D-0832CB06CCD2}" dt="2022-03-31T19:16:58.063" v="103" actId="21"/>
          <ac:spMkLst>
            <pc:docMk/>
            <pc:sldMk cId="3630807755" sldId="340"/>
            <ac:spMk id="10" creationId="{058FF768-0028-433A-BD20-19C3A5B87B15}"/>
          </ac:spMkLst>
        </pc:spChg>
        <pc:spChg chg="mod">
          <ac:chgData name="Ludovic Lagay (Student at CentraleSupelec)" userId="ad2b4d1b-b142-4ca2-8ee8-48a2c246477d" providerId="ADAL" clId="{7A679AD7-7472-4CB0-992D-0832CB06CCD2}" dt="2022-03-31T19:18:01.026" v="139" actId="20577"/>
          <ac:spMkLst>
            <pc:docMk/>
            <pc:sldMk cId="3630807755" sldId="340"/>
            <ac:spMk id="101" creationId="{00000000-0000-0000-0000-000000000000}"/>
          </ac:spMkLst>
        </pc:spChg>
        <pc:picChg chg="del">
          <ac:chgData name="Ludovic Lagay (Student at CentraleSupelec)" userId="ad2b4d1b-b142-4ca2-8ee8-48a2c246477d" providerId="ADAL" clId="{7A679AD7-7472-4CB0-992D-0832CB06CCD2}" dt="2022-03-31T19:13:57.128" v="60" actId="478"/>
          <ac:picMkLst>
            <pc:docMk/>
            <pc:sldMk cId="3630807755" sldId="340"/>
            <ac:picMk id="8" creationId="{893EBC74-F15B-4260-A83F-E471540B115B}"/>
          </ac:picMkLst>
        </pc:picChg>
        <pc:picChg chg="add del mod">
          <ac:chgData name="Ludovic Lagay (Student at CentraleSupelec)" userId="ad2b4d1b-b142-4ca2-8ee8-48a2c246477d" providerId="ADAL" clId="{7A679AD7-7472-4CB0-992D-0832CB06CCD2}" dt="2022-03-31T19:14:06.646" v="66" actId="478"/>
          <ac:picMkLst>
            <pc:docMk/>
            <pc:sldMk cId="3630807755" sldId="340"/>
            <ac:picMk id="9" creationId="{BAC6C358-6910-4D53-AB81-E9D95CD89331}"/>
          </ac:picMkLst>
        </pc:picChg>
      </pc:sldChg>
      <pc:sldChg chg="addSp delSp modSp add mod">
        <pc:chgData name="Ludovic Lagay (Student at CentraleSupelec)" userId="ad2b4d1b-b142-4ca2-8ee8-48a2c246477d" providerId="ADAL" clId="{7A679AD7-7472-4CB0-992D-0832CB06CCD2}" dt="2022-03-31T20:02:52.257" v="769" actId="1076"/>
        <pc:sldMkLst>
          <pc:docMk/>
          <pc:sldMk cId="1455546526" sldId="343"/>
        </pc:sldMkLst>
        <pc:spChg chg="del mod">
          <ac:chgData name="Ludovic Lagay (Student at CentraleSupelec)" userId="ad2b4d1b-b142-4ca2-8ee8-48a2c246477d" providerId="ADAL" clId="{7A679AD7-7472-4CB0-992D-0832CB06CCD2}" dt="2022-03-31T20:02:04.709" v="754" actId="478"/>
          <ac:spMkLst>
            <pc:docMk/>
            <pc:sldMk cId="1455546526" sldId="343"/>
            <ac:spMk id="9" creationId="{97A684CA-55EE-41FD-8E25-849B7A1DB289}"/>
          </ac:spMkLst>
        </pc:spChg>
        <pc:spChg chg="del mod">
          <ac:chgData name="Ludovic Lagay (Student at CentraleSupelec)" userId="ad2b4d1b-b142-4ca2-8ee8-48a2c246477d" providerId="ADAL" clId="{7A679AD7-7472-4CB0-992D-0832CB06CCD2}" dt="2022-03-31T20:02:04.709" v="754" actId="478"/>
          <ac:spMkLst>
            <pc:docMk/>
            <pc:sldMk cId="1455546526" sldId="343"/>
            <ac:spMk id="11" creationId="{4B2FAAC1-8353-49A2-95D1-C0DD333A9100}"/>
          </ac:spMkLst>
        </pc:spChg>
        <pc:spChg chg="del mod">
          <ac:chgData name="Ludovic Lagay (Student at CentraleSupelec)" userId="ad2b4d1b-b142-4ca2-8ee8-48a2c246477d" providerId="ADAL" clId="{7A679AD7-7472-4CB0-992D-0832CB06CCD2}" dt="2022-03-31T20:02:04.709" v="754" actId="478"/>
          <ac:spMkLst>
            <pc:docMk/>
            <pc:sldMk cId="1455546526" sldId="343"/>
            <ac:spMk id="12" creationId="{3DED3B5E-F118-4846-863B-E3231D082AF6}"/>
          </ac:spMkLst>
        </pc:spChg>
        <pc:spChg chg="del">
          <ac:chgData name="Ludovic Lagay (Student at CentraleSupelec)" userId="ad2b4d1b-b142-4ca2-8ee8-48a2c246477d" providerId="ADAL" clId="{7A679AD7-7472-4CB0-992D-0832CB06CCD2}" dt="2022-03-31T19:17:33.784" v="111" actId="478"/>
          <ac:spMkLst>
            <pc:docMk/>
            <pc:sldMk cId="1455546526" sldId="343"/>
            <ac:spMk id="13" creationId="{E2005E01-7AD7-45C2-975B-DD08619664F8}"/>
          </ac:spMkLst>
        </pc:spChg>
        <pc:spChg chg="mod">
          <ac:chgData name="Ludovic Lagay (Student at CentraleSupelec)" userId="ad2b4d1b-b142-4ca2-8ee8-48a2c246477d" providerId="ADAL" clId="{7A679AD7-7472-4CB0-992D-0832CB06CCD2}" dt="2022-03-31T20:02:40.138" v="766" actId="1076"/>
          <ac:spMkLst>
            <pc:docMk/>
            <pc:sldMk cId="1455546526" sldId="343"/>
            <ac:spMk id="14" creationId="{88E91374-395C-41F3-B490-889E4A007E66}"/>
          </ac:spMkLst>
        </pc:spChg>
        <pc:spChg chg="mod">
          <ac:chgData name="Ludovic Lagay (Student at CentraleSupelec)" userId="ad2b4d1b-b142-4ca2-8ee8-48a2c246477d" providerId="ADAL" clId="{7A679AD7-7472-4CB0-992D-0832CB06CCD2}" dt="2022-03-31T20:02:49.460" v="767" actId="1076"/>
          <ac:spMkLst>
            <pc:docMk/>
            <pc:sldMk cId="1455546526" sldId="343"/>
            <ac:spMk id="16" creationId="{58B91D2B-6059-419E-9D6E-E0564A0B5B8F}"/>
          </ac:spMkLst>
        </pc:spChg>
        <pc:spChg chg="add mod">
          <ac:chgData name="Ludovic Lagay (Student at CentraleSupelec)" userId="ad2b4d1b-b142-4ca2-8ee8-48a2c246477d" providerId="ADAL" clId="{7A679AD7-7472-4CB0-992D-0832CB06CCD2}" dt="2022-03-31T20:02:21.240" v="762" actId="1076"/>
          <ac:spMkLst>
            <pc:docMk/>
            <pc:sldMk cId="1455546526" sldId="343"/>
            <ac:spMk id="17" creationId="{529427C9-A266-4785-AD3B-83C7AC6E1FC5}"/>
          </ac:spMkLst>
        </pc:spChg>
        <pc:spChg chg="add mod">
          <ac:chgData name="Ludovic Lagay (Student at CentraleSupelec)" userId="ad2b4d1b-b142-4ca2-8ee8-48a2c246477d" providerId="ADAL" clId="{7A679AD7-7472-4CB0-992D-0832CB06CCD2}" dt="2022-03-31T20:02:24.400" v="763" actId="1076"/>
          <ac:spMkLst>
            <pc:docMk/>
            <pc:sldMk cId="1455546526" sldId="343"/>
            <ac:spMk id="18" creationId="{76432E50-2C9F-4619-9686-889916C8D10E}"/>
          </ac:spMkLst>
        </pc:spChg>
        <pc:spChg chg="add mod">
          <ac:chgData name="Ludovic Lagay (Student at CentraleSupelec)" userId="ad2b4d1b-b142-4ca2-8ee8-48a2c246477d" providerId="ADAL" clId="{7A679AD7-7472-4CB0-992D-0832CB06CCD2}" dt="2022-03-31T20:02:36.319" v="765" actId="1076"/>
          <ac:spMkLst>
            <pc:docMk/>
            <pc:sldMk cId="1455546526" sldId="343"/>
            <ac:spMk id="19" creationId="{299C6E06-34E4-4B86-9312-8563B90D44C0}"/>
          </ac:spMkLst>
        </pc:spChg>
        <pc:spChg chg="mod">
          <ac:chgData name="Ludovic Lagay (Student at CentraleSupelec)" userId="ad2b4d1b-b142-4ca2-8ee8-48a2c246477d" providerId="ADAL" clId="{7A679AD7-7472-4CB0-992D-0832CB06CCD2}" dt="2022-03-31T19:24:18.399" v="273" actId="20577"/>
          <ac:spMkLst>
            <pc:docMk/>
            <pc:sldMk cId="1455546526" sldId="343"/>
            <ac:spMk id="101" creationId="{00000000-0000-0000-0000-000000000000}"/>
          </ac:spMkLst>
        </pc:spChg>
        <pc:picChg chg="del">
          <ac:chgData name="Ludovic Lagay (Student at CentraleSupelec)" userId="ad2b4d1b-b142-4ca2-8ee8-48a2c246477d" providerId="ADAL" clId="{7A679AD7-7472-4CB0-992D-0832CB06CCD2}" dt="2022-03-31T19:17:31.016" v="110" actId="478"/>
          <ac:picMkLst>
            <pc:docMk/>
            <pc:sldMk cId="1455546526" sldId="343"/>
            <ac:picMk id="3" creationId="{B306308A-8FF0-4AEA-9AB2-09E99506648C}"/>
          </ac:picMkLst>
        </pc:picChg>
        <pc:picChg chg="add del mod">
          <ac:chgData name="Ludovic Lagay (Student at CentraleSupelec)" userId="ad2b4d1b-b142-4ca2-8ee8-48a2c246477d" providerId="ADAL" clId="{7A679AD7-7472-4CB0-992D-0832CB06CCD2}" dt="2022-03-31T19:23:59.382" v="245" actId="478"/>
          <ac:picMkLst>
            <pc:docMk/>
            <pc:sldMk cId="1455546526" sldId="343"/>
            <ac:picMk id="4" creationId="{7B513737-BC33-4B42-B633-01752AB34489}"/>
          </ac:picMkLst>
        </pc:picChg>
        <pc:picChg chg="add mod">
          <ac:chgData name="Ludovic Lagay (Student at CentraleSupelec)" userId="ad2b4d1b-b142-4ca2-8ee8-48a2c246477d" providerId="ADAL" clId="{7A679AD7-7472-4CB0-992D-0832CB06CCD2}" dt="2022-03-31T20:02:52.257" v="769" actId="1076"/>
          <ac:picMkLst>
            <pc:docMk/>
            <pc:sldMk cId="1455546526" sldId="343"/>
            <ac:picMk id="6" creationId="{F1CA6128-5EA5-4432-843B-AC9C6316E178}"/>
          </ac:picMkLst>
        </pc:picChg>
      </pc:sldChg>
      <pc:sldChg chg="addSp delSp modSp add mod ord">
        <pc:chgData name="Ludovic Lagay (Student at CentraleSupelec)" userId="ad2b4d1b-b142-4ca2-8ee8-48a2c246477d" providerId="ADAL" clId="{7A679AD7-7472-4CB0-992D-0832CB06CCD2}" dt="2022-03-31T20:01:47.438" v="753" actId="1076"/>
        <pc:sldMkLst>
          <pc:docMk/>
          <pc:sldMk cId="3803307686" sldId="344"/>
        </pc:sldMkLst>
        <pc:spChg chg="add del mod">
          <ac:chgData name="Ludovic Lagay (Student at CentraleSupelec)" userId="ad2b4d1b-b142-4ca2-8ee8-48a2c246477d" providerId="ADAL" clId="{7A679AD7-7472-4CB0-992D-0832CB06CCD2}" dt="2022-03-31T20:00:10.624" v="725" actId="478"/>
          <ac:spMkLst>
            <pc:docMk/>
            <pc:sldMk cId="3803307686" sldId="344"/>
            <ac:spMk id="13" creationId="{472C6024-D967-4BA5-AF05-62174BA47FEB}"/>
          </ac:spMkLst>
        </pc:spChg>
        <pc:spChg chg="mod">
          <ac:chgData name="Ludovic Lagay (Student at CentraleSupelec)" userId="ad2b4d1b-b142-4ca2-8ee8-48a2c246477d" providerId="ADAL" clId="{7A679AD7-7472-4CB0-992D-0832CB06CCD2}" dt="2022-03-31T20:01:10.620" v="746" actId="1076"/>
          <ac:spMkLst>
            <pc:docMk/>
            <pc:sldMk cId="3803307686" sldId="344"/>
            <ac:spMk id="14" creationId="{88E91374-395C-41F3-B490-889E4A007E66}"/>
          </ac:spMkLst>
        </pc:spChg>
        <pc:spChg chg="mod">
          <ac:chgData name="Ludovic Lagay (Student at CentraleSupelec)" userId="ad2b4d1b-b142-4ca2-8ee8-48a2c246477d" providerId="ADAL" clId="{7A679AD7-7472-4CB0-992D-0832CB06CCD2}" dt="2022-03-31T20:01:17.814" v="748" actId="1076"/>
          <ac:spMkLst>
            <pc:docMk/>
            <pc:sldMk cId="3803307686" sldId="344"/>
            <ac:spMk id="16" creationId="{58B91D2B-6059-419E-9D6E-E0564A0B5B8F}"/>
          </ac:spMkLst>
        </pc:spChg>
        <pc:spChg chg="add del mod">
          <ac:chgData name="Ludovic Lagay (Student at CentraleSupelec)" userId="ad2b4d1b-b142-4ca2-8ee8-48a2c246477d" providerId="ADAL" clId="{7A679AD7-7472-4CB0-992D-0832CB06CCD2}" dt="2022-03-31T20:00:10.624" v="725" actId="478"/>
          <ac:spMkLst>
            <pc:docMk/>
            <pc:sldMk cId="3803307686" sldId="344"/>
            <ac:spMk id="17" creationId="{17E97A1A-C6A7-4C11-8E6B-739FB935E3C9}"/>
          </ac:spMkLst>
        </pc:spChg>
        <pc:spChg chg="add del mod">
          <ac:chgData name="Ludovic Lagay (Student at CentraleSupelec)" userId="ad2b4d1b-b142-4ca2-8ee8-48a2c246477d" providerId="ADAL" clId="{7A679AD7-7472-4CB0-992D-0832CB06CCD2}" dt="2022-03-31T20:00:10.624" v="725" actId="478"/>
          <ac:spMkLst>
            <pc:docMk/>
            <pc:sldMk cId="3803307686" sldId="344"/>
            <ac:spMk id="18" creationId="{EEE30542-F80C-4FC6-AF47-4715729DCFD5}"/>
          </ac:spMkLst>
        </pc:spChg>
        <pc:spChg chg="add mod">
          <ac:chgData name="Ludovic Lagay (Student at CentraleSupelec)" userId="ad2b4d1b-b142-4ca2-8ee8-48a2c246477d" providerId="ADAL" clId="{7A679AD7-7472-4CB0-992D-0832CB06CCD2}" dt="2022-03-31T20:01:47.438" v="753" actId="1076"/>
          <ac:spMkLst>
            <pc:docMk/>
            <pc:sldMk cId="3803307686" sldId="344"/>
            <ac:spMk id="20" creationId="{507ED1E7-D228-4A6E-B6FF-8D82B4C74F39}"/>
          </ac:spMkLst>
        </pc:spChg>
        <pc:spChg chg="add mod">
          <ac:chgData name="Ludovic Lagay (Student at CentraleSupelec)" userId="ad2b4d1b-b142-4ca2-8ee8-48a2c246477d" providerId="ADAL" clId="{7A679AD7-7472-4CB0-992D-0832CB06CCD2}" dt="2022-03-31T20:01:05.658" v="745" actId="1076"/>
          <ac:spMkLst>
            <pc:docMk/>
            <pc:sldMk cId="3803307686" sldId="344"/>
            <ac:spMk id="21" creationId="{7A23FCED-9C12-4083-A45B-A85D5D65B4BF}"/>
          </ac:spMkLst>
        </pc:spChg>
        <pc:spChg chg="add mod">
          <ac:chgData name="Ludovic Lagay (Student at CentraleSupelec)" userId="ad2b4d1b-b142-4ca2-8ee8-48a2c246477d" providerId="ADAL" clId="{7A679AD7-7472-4CB0-992D-0832CB06CCD2}" dt="2022-03-31T20:01:31.810" v="751" actId="1076"/>
          <ac:spMkLst>
            <pc:docMk/>
            <pc:sldMk cId="3803307686" sldId="344"/>
            <ac:spMk id="22" creationId="{EB26F127-C041-48DE-9926-4CED9ADF3DC9}"/>
          </ac:spMkLst>
        </pc:spChg>
        <pc:spChg chg="mod">
          <ac:chgData name="Ludovic Lagay (Student at CentraleSupelec)" userId="ad2b4d1b-b142-4ca2-8ee8-48a2c246477d" providerId="ADAL" clId="{7A679AD7-7472-4CB0-992D-0832CB06CCD2}" dt="2022-03-31T19:23:51.848" v="244" actId="1076"/>
          <ac:spMkLst>
            <pc:docMk/>
            <pc:sldMk cId="3803307686" sldId="344"/>
            <ac:spMk id="101" creationId="{00000000-0000-0000-0000-000000000000}"/>
          </ac:spMkLst>
        </pc:spChg>
        <pc:grpChg chg="del">
          <ac:chgData name="Ludovic Lagay (Student at CentraleSupelec)" userId="ad2b4d1b-b142-4ca2-8ee8-48a2c246477d" providerId="ADAL" clId="{7A679AD7-7472-4CB0-992D-0832CB06CCD2}" dt="2022-03-31T19:23:27.580" v="233" actId="478"/>
          <ac:grpSpMkLst>
            <pc:docMk/>
            <pc:sldMk cId="3803307686" sldId="344"/>
            <ac:grpSpMk id="4" creationId="{0B1A29E7-D050-47D1-AB5C-EE672BEEF1E1}"/>
          </ac:grpSpMkLst>
        </pc:grpChg>
        <pc:picChg chg="add mod ord">
          <ac:chgData name="Ludovic Lagay (Student at CentraleSupelec)" userId="ad2b4d1b-b142-4ca2-8ee8-48a2c246477d" providerId="ADAL" clId="{7A679AD7-7472-4CB0-992D-0832CB06CCD2}" dt="2022-03-31T20:00:55.854" v="743" actId="1076"/>
          <ac:picMkLst>
            <pc:docMk/>
            <pc:sldMk cId="3803307686" sldId="344"/>
            <ac:picMk id="19" creationId="{FEE20893-9DB4-4D7C-9B92-84B6D2BE069C}"/>
          </ac:picMkLst>
        </pc:picChg>
      </pc:sldChg>
      <pc:sldChg chg="modSp add mod">
        <pc:chgData name="Ludovic Lagay (Student at CentraleSupelec)" userId="ad2b4d1b-b142-4ca2-8ee8-48a2c246477d" providerId="ADAL" clId="{7A679AD7-7472-4CB0-992D-0832CB06CCD2}" dt="2022-03-31T19:24:59.350" v="282" actId="20577"/>
        <pc:sldMkLst>
          <pc:docMk/>
          <pc:sldMk cId="743644500" sldId="345"/>
        </pc:sldMkLst>
        <pc:spChg chg="mod">
          <ac:chgData name="Ludovic Lagay (Student at CentraleSupelec)" userId="ad2b4d1b-b142-4ca2-8ee8-48a2c246477d" providerId="ADAL" clId="{7A679AD7-7472-4CB0-992D-0832CB06CCD2}" dt="2022-03-31T19:24:59.350" v="282" actId="20577"/>
          <ac:spMkLst>
            <pc:docMk/>
            <pc:sldMk cId="743644500" sldId="345"/>
            <ac:spMk id="3073" creationId="{00000000-0000-0000-0000-000000000000}"/>
          </ac:spMkLst>
        </pc:spChg>
      </pc:sldChg>
      <pc:sldChg chg="addSp delSp modSp add mod">
        <pc:chgData name="Ludovic Lagay (Student at CentraleSupelec)" userId="ad2b4d1b-b142-4ca2-8ee8-48a2c246477d" providerId="ADAL" clId="{7A679AD7-7472-4CB0-992D-0832CB06CCD2}" dt="2022-03-31T19:33:34.599" v="472" actId="21"/>
        <pc:sldMkLst>
          <pc:docMk/>
          <pc:sldMk cId="3042540839" sldId="346"/>
        </pc:sldMkLst>
        <pc:spChg chg="add del mod">
          <ac:chgData name="Ludovic Lagay (Student at CentraleSupelec)" userId="ad2b4d1b-b142-4ca2-8ee8-48a2c246477d" providerId="ADAL" clId="{7A679AD7-7472-4CB0-992D-0832CB06CCD2}" dt="2022-03-31T19:33:34.020" v="471" actId="767"/>
          <ac:spMkLst>
            <pc:docMk/>
            <pc:sldMk cId="3042540839" sldId="346"/>
            <ac:spMk id="2" creationId="{37577ED1-3355-4356-9FD2-EA346FAFCA4F}"/>
          </ac:spMkLst>
        </pc:spChg>
        <pc:spChg chg="mod">
          <ac:chgData name="Ludovic Lagay (Student at CentraleSupelec)" userId="ad2b4d1b-b142-4ca2-8ee8-48a2c246477d" providerId="ADAL" clId="{7A679AD7-7472-4CB0-992D-0832CB06CCD2}" dt="2022-03-31T19:33:34.599" v="472" actId="21"/>
          <ac:spMkLst>
            <pc:docMk/>
            <pc:sldMk cId="3042540839" sldId="346"/>
            <ac:spMk id="101" creationId="{00000000-0000-0000-0000-000000000000}"/>
          </ac:spMkLst>
        </pc:spChg>
      </pc:sldChg>
      <pc:sldChg chg="addSp delSp modSp add mod">
        <pc:chgData name="Ludovic Lagay (Student at CentraleSupelec)" userId="ad2b4d1b-b142-4ca2-8ee8-48a2c246477d" providerId="ADAL" clId="{7A679AD7-7472-4CB0-992D-0832CB06CCD2}" dt="2022-03-31T19:32:46.607" v="460" actId="1076"/>
        <pc:sldMkLst>
          <pc:docMk/>
          <pc:sldMk cId="2953286380" sldId="347"/>
        </pc:sldMkLst>
        <pc:spChg chg="del">
          <ac:chgData name="Ludovic Lagay (Student at CentraleSupelec)" userId="ad2b4d1b-b142-4ca2-8ee8-48a2c246477d" providerId="ADAL" clId="{7A679AD7-7472-4CB0-992D-0832CB06CCD2}" dt="2022-03-31T19:31:19.310" v="452" actId="478"/>
          <ac:spMkLst>
            <pc:docMk/>
            <pc:sldMk cId="2953286380" sldId="347"/>
            <ac:spMk id="9" creationId="{97A684CA-55EE-41FD-8E25-849B7A1DB289}"/>
          </ac:spMkLst>
        </pc:spChg>
        <pc:spChg chg="del">
          <ac:chgData name="Ludovic Lagay (Student at CentraleSupelec)" userId="ad2b4d1b-b142-4ca2-8ee8-48a2c246477d" providerId="ADAL" clId="{7A679AD7-7472-4CB0-992D-0832CB06CCD2}" dt="2022-03-31T19:31:18.400" v="451" actId="478"/>
          <ac:spMkLst>
            <pc:docMk/>
            <pc:sldMk cId="2953286380" sldId="347"/>
            <ac:spMk id="11" creationId="{4B2FAAC1-8353-49A2-95D1-C0DD333A9100}"/>
          </ac:spMkLst>
        </pc:spChg>
        <pc:spChg chg="del mod">
          <ac:chgData name="Ludovic Lagay (Student at CentraleSupelec)" userId="ad2b4d1b-b142-4ca2-8ee8-48a2c246477d" providerId="ADAL" clId="{7A679AD7-7472-4CB0-992D-0832CB06CCD2}" dt="2022-03-31T19:31:22.235" v="454" actId="478"/>
          <ac:spMkLst>
            <pc:docMk/>
            <pc:sldMk cId="2953286380" sldId="347"/>
            <ac:spMk id="12" creationId="{3DED3B5E-F118-4846-863B-E3231D082AF6}"/>
          </ac:spMkLst>
        </pc:spChg>
        <pc:spChg chg="del">
          <ac:chgData name="Ludovic Lagay (Student at CentraleSupelec)" userId="ad2b4d1b-b142-4ca2-8ee8-48a2c246477d" providerId="ADAL" clId="{7A679AD7-7472-4CB0-992D-0832CB06CCD2}" dt="2022-03-31T19:31:25.349" v="455" actId="478"/>
          <ac:spMkLst>
            <pc:docMk/>
            <pc:sldMk cId="2953286380" sldId="347"/>
            <ac:spMk id="13" creationId="{E2005E01-7AD7-45C2-975B-DD08619664F8}"/>
          </ac:spMkLst>
        </pc:spChg>
        <pc:spChg chg="mod">
          <ac:chgData name="Ludovic Lagay (Student at CentraleSupelec)" userId="ad2b4d1b-b142-4ca2-8ee8-48a2c246477d" providerId="ADAL" clId="{7A679AD7-7472-4CB0-992D-0832CB06CCD2}" dt="2022-03-31T19:32:46.607" v="460" actId="1076"/>
          <ac:spMkLst>
            <pc:docMk/>
            <pc:sldMk cId="2953286380" sldId="347"/>
            <ac:spMk id="101" creationId="{00000000-0000-0000-0000-000000000000}"/>
          </ac:spMkLst>
        </pc:spChg>
        <pc:picChg chg="del">
          <ac:chgData name="Ludovic Lagay (Student at CentraleSupelec)" userId="ad2b4d1b-b142-4ca2-8ee8-48a2c246477d" providerId="ADAL" clId="{7A679AD7-7472-4CB0-992D-0832CB06CCD2}" dt="2022-03-31T19:31:27.090" v="456" actId="478"/>
          <ac:picMkLst>
            <pc:docMk/>
            <pc:sldMk cId="2953286380" sldId="347"/>
            <ac:picMk id="3" creationId="{B306308A-8FF0-4AEA-9AB2-09E99506648C}"/>
          </ac:picMkLst>
        </pc:picChg>
        <pc:picChg chg="add mod">
          <ac:chgData name="Ludovic Lagay (Student at CentraleSupelec)" userId="ad2b4d1b-b142-4ca2-8ee8-48a2c246477d" providerId="ADAL" clId="{7A679AD7-7472-4CB0-992D-0832CB06CCD2}" dt="2022-03-31T19:32:43.565" v="459" actId="1076"/>
          <ac:picMkLst>
            <pc:docMk/>
            <pc:sldMk cId="2953286380" sldId="347"/>
            <ac:picMk id="4" creationId="{7428B18C-FC74-481F-ACDA-8D23AD633297}"/>
          </ac:picMkLst>
        </pc:picChg>
      </pc:sldChg>
      <pc:sldChg chg="add del">
        <pc:chgData name="Ludovic Lagay (Student at CentraleSupelec)" userId="ad2b4d1b-b142-4ca2-8ee8-48a2c246477d" providerId="ADAL" clId="{7A679AD7-7472-4CB0-992D-0832CB06CCD2}" dt="2022-03-31T19:31:08.364" v="450" actId="47"/>
        <pc:sldMkLst>
          <pc:docMk/>
          <pc:sldMk cId="1267334466" sldId="348"/>
        </pc:sldMkLst>
      </pc:sldChg>
      <pc:sldChg chg="add del">
        <pc:chgData name="Ludovic Lagay (Student at CentraleSupelec)" userId="ad2b4d1b-b142-4ca2-8ee8-48a2c246477d" providerId="ADAL" clId="{7A679AD7-7472-4CB0-992D-0832CB06CCD2}" dt="2022-03-31T19:31:06.615" v="449" actId="47"/>
        <pc:sldMkLst>
          <pc:docMk/>
          <pc:sldMk cId="4253788763" sldId="349"/>
        </pc:sldMkLst>
      </pc:sldChg>
      <pc:sldChg chg="modSp add mod ord">
        <pc:chgData name="Ludovic Lagay (Student at CentraleSupelec)" userId="ad2b4d1b-b142-4ca2-8ee8-48a2c246477d" providerId="ADAL" clId="{7A679AD7-7472-4CB0-992D-0832CB06CCD2}" dt="2022-03-31T19:29:26.478" v="445" actId="20577"/>
        <pc:sldMkLst>
          <pc:docMk/>
          <pc:sldMk cId="1963488085" sldId="350"/>
        </pc:sldMkLst>
        <pc:spChg chg="mod">
          <ac:chgData name="Ludovic Lagay (Student at CentraleSupelec)" userId="ad2b4d1b-b142-4ca2-8ee8-48a2c246477d" providerId="ADAL" clId="{7A679AD7-7472-4CB0-992D-0832CB06CCD2}" dt="2022-03-31T19:29:26.478" v="445" actId="20577"/>
          <ac:spMkLst>
            <pc:docMk/>
            <pc:sldMk cId="1963488085" sldId="350"/>
            <ac:spMk id="3073" creationId="{00000000-0000-0000-0000-000000000000}"/>
          </ac:spMkLst>
        </pc:spChg>
      </pc:sldChg>
      <pc:sldChg chg="addSp delSp modSp add mod">
        <pc:chgData name="Ludovic Lagay (Student at CentraleSupelec)" userId="ad2b4d1b-b142-4ca2-8ee8-48a2c246477d" providerId="ADAL" clId="{7A679AD7-7472-4CB0-992D-0832CB06CCD2}" dt="2022-03-31T19:54:19.570" v="649" actId="1076"/>
        <pc:sldMkLst>
          <pc:docMk/>
          <pc:sldMk cId="1090089515" sldId="351"/>
        </pc:sldMkLst>
        <pc:spChg chg="add mod">
          <ac:chgData name="Ludovic Lagay (Student at CentraleSupelec)" userId="ad2b4d1b-b142-4ca2-8ee8-48a2c246477d" providerId="ADAL" clId="{7A679AD7-7472-4CB0-992D-0832CB06CCD2}" dt="2022-03-31T19:54:19.570" v="649" actId="1076"/>
          <ac:spMkLst>
            <pc:docMk/>
            <pc:sldMk cId="1090089515" sldId="351"/>
            <ac:spMk id="4" creationId="{1C1758F6-E00F-47D4-8BCE-16EEE5F4BB0F}"/>
          </ac:spMkLst>
        </pc:spChg>
        <pc:spChg chg="add mod">
          <ac:chgData name="Ludovic Lagay (Student at CentraleSupelec)" userId="ad2b4d1b-b142-4ca2-8ee8-48a2c246477d" providerId="ADAL" clId="{7A679AD7-7472-4CB0-992D-0832CB06CCD2}" dt="2022-03-31T19:34:47.269" v="478" actId="20577"/>
          <ac:spMkLst>
            <pc:docMk/>
            <pc:sldMk cId="1090089515" sldId="351"/>
            <ac:spMk id="8" creationId="{145C847C-FD58-4BC8-BEDB-2577921D37C9}"/>
          </ac:spMkLst>
        </pc:spChg>
        <pc:spChg chg="mod">
          <ac:chgData name="Ludovic Lagay (Student at CentraleSupelec)" userId="ad2b4d1b-b142-4ca2-8ee8-48a2c246477d" providerId="ADAL" clId="{7A679AD7-7472-4CB0-992D-0832CB06CCD2}" dt="2022-03-31T19:29:38.240" v="448" actId="20577"/>
          <ac:spMkLst>
            <pc:docMk/>
            <pc:sldMk cId="1090089515" sldId="351"/>
            <ac:spMk id="3073" creationId="{00000000-0000-0000-0000-000000000000}"/>
          </ac:spMkLst>
        </pc:spChg>
        <pc:graphicFrameChg chg="add del">
          <ac:chgData name="Ludovic Lagay (Student at CentraleSupelec)" userId="ad2b4d1b-b142-4ca2-8ee8-48a2c246477d" providerId="ADAL" clId="{7A679AD7-7472-4CB0-992D-0832CB06CCD2}" dt="2022-03-31T19:35:08.938" v="480" actId="478"/>
          <ac:graphicFrameMkLst>
            <pc:docMk/>
            <pc:sldMk cId="1090089515" sldId="351"/>
            <ac:graphicFrameMk id="2" creationId="{4F9B8E22-921F-4B85-AA12-A3FDBB76A72E}"/>
          </ac:graphicFrameMkLst>
        </pc:graphicFrameChg>
        <pc:graphicFrameChg chg="add mod modGraphic">
          <ac:chgData name="Ludovic Lagay (Student at CentraleSupelec)" userId="ad2b4d1b-b142-4ca2-8ee8-48a2c246477d" providerId="ADAL" clId="{7A679AD7-7472-4CB0-992D-0832CB06CCD2}" dt="2022-03-31T19:54:08.949" v="648" actId="122"/>
          <ac:graphicFrameMkLst>
            <pc:docMk/>
            <pc:sldMk cId="1090089515" sldId="351"/>
            <ac:graphicFrameMk id="3" creationId="{10C2B243-0694-4AC3-9264-0FFF7DED19D1}"/>
          </ac:graphicFrameMkLst>
        </pc:graphicFrameChg>
      </pc:sldChg>
      <pc:sldMasterChg chg="delSldLayout">
        <pc:chgData name="Ludovic Lagay (Student at CentraleSupelec)" userId="ad2b4d1b-b142-4ca2-8ee8-48a2c246477d" providerId="ADAL" clId="{7A679AD7-7472-4CB0-992D-0832CB06CCD2}" dt="2022-03-31T07:53:56.578" v="2" actId="47"/>
        <pc:sldMasterMkLst>
          <pc:docMk/>
          <pc:sldMasterMk cId="3071127875" sldId="2147483648"/>
        </pc:sldMasterMkLst>
        <pc:sldLayoutChg chg="del">
          <pc:chgData name="Ludovic Lagay (Student at CentraleSupelec)" userId="ad2b4d1b-b142-4ca2-8ee8-48a2c246477d" providerId="ADAL" clId="{7A679AD7-7472-4CB0-992D-0832CB06CCD2}" dt="2022-03-31T07:53:56.578" v="2" actId="47"/>
          <pc:sldLayoutMkLst>
            <pc:docMk/>
            <pc:sldMasterMk cId="3071127875" sldId="2147483648"/>
            <pc:sldLayoutMk cId="2485300768" sldId="2147483660"/>
          </pc:sldLayoutMkLst>
        </pc:sldLayoutChg>
      </pc:sldMasterChg>
    </pc:docChg>
  </pc:docChgLst>
  <pc:docChgLst>
    <pc:chgData name="Robin Truffinet (Student at CentraleSupelec)" userId="S::robin.truffinet@student-cs.fr::e3847dfd-0c34-4fd5-87dd-1af92081005f" providerId="AD" clId="Web-{E776A997-3053-494C-AC10-7AAEB02427E0}"/>
    <pc:docChg chg="modSld">
      <pc:chgData name="Robin Truffinet (Student at CentraleSupelec)" userId="S::robin.truffinet@student-cs.fr::e3847dfd-0c34-4fd5-87dd-1af92081005f" providerId="AD" clId="Web-{E776A997-3053-494C-AC10-7AAEB02427E0}" dt="2022-03-31T16:44:50.353" v="14" actId="20577"/>
      <pc:docMkLst>
        <pc:docMk/>
      </pc:docMkLst>
      <pc:sldChg chg="modSp">
        <pc:chgData name="Robin Truffinet (Student at CentraleSupelec)" userId="S::robin.truffinet@student-cs.fr::e3847dfd-0c34-4fd5-87dd-1af92081005f" providerId="AD" clId="Web-{E776A997-3053-494C-AC10-7AAEB02427E0}" dt="2022-03-31T16:44:50.353" v="14" actId="20577"/>
        <pc:sldMkLst>
          <pc:docMk/>
          <pc:sldMk cId="3827946629" sldId="257"/>
        </pc:sldMkLst>
        <pc:spChg chg="mod">
          <ac:chgData name="Robin Truffinet (Student at CentraleSupelec)" userId="S::robin.truffinet@student-cs.fr::e3847dfd-0c34-4fd5-87dd-1af92081005f" providerId="AD" clId="Web-{E776A997-3053-494C-AC10-7AAEB02427E0}" dt="2022-03-31T16:44:50.353" v="14" actId="20577"/>
          <ac:spMkLst>
            <pc:docMk/>
            <pc:sldMk cId="3827946629" sldId="257"/>
            <ac:spMk id="11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6949DA0-6857-40E7-A403-3DB858F7AC5E}" type="datetimeFigureOut">
              <a:rPr lang="en-US" smtClean="0"/>
              <a:t>3/31/2022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955B027-DE2A-44BE-9703-030DD9AD67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947525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4FDE502-8C40-5647-8954-9086A4F9DCDA}" type="slidenum">
              <a:rPr lang="fr-FR" smtClean="0"/>
              <a:pPr/>
              <a:t>1</a:t>
            </a:fld>
            <a:endParaRPr lang="fr-FR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1" name="Text Box 1"/>
          <p:cNvSpPr txBox="1">
            <a:spLocks noChangeArrowheads="1"/>
          </p:cNvSpPr>
          <p:nvPr/>
        </p:nvSpPr>
        <p:spPr bwMode="auto">
          <a:xfrm>
            <a:off x="2143126" y="695326"/>
            <a:ext cx="2571750" cy="3429000"/>
          </a:xfrm>
          <a:prstGeom prst="rect">
            <a:avLst/>
          </a:prstGeom>
          <a:solidFill>
            <a:srgbClr val="FFFFFF"/>
          </a:solidFill>
          <a:ln w="9360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lIns="91586" tIns="45794" rIns="91586" bIns="45794" anchor="ctr"/>
          <a:lstStyle/>
          <a:p>
            <a:endParaRPr lang="ja-JP" altLang="en-US"/>
          </a:p>
        </p:txBody>
      </p:sp>
      <p:sp>
        <p:nvSpPr>
          <p:cNvPr id="10242" name="Rectangle 2"/>
          <p:cNvSpPr txBox="1">
            <a:spLocks noGrp="1" noChangeArrowheads="1"/>
          </p:cNvSpPr>
          <p:nvPr>
            <p:ph type="body"/>
          </p:nvPr>
        </p:nvSpPr>
        <p:spPr bwMode="auto">
          <a:xfrm>
            <a:off x="685801" y="4343401"/>
            <a:ext cx="5480050" cy="4108450"/>
          </a:xfrm>
          <a:prstGeom prst="rect">
            <a:avLst/>
          </a:prstGeom>
          <a:noFill/>
          <a:ln>
            <a:round/>
            <a:headEnd/>
            <a:tailEnd/>
          </a:ln>
        </p:spPr>
        <p:txBody>
          <a:bodyPr wrap="none" anchor="ctr"/>
          <a:lstStyle/>
          <a:p>
            <a:pPr>
              <a:spcBef>
                <a:spcPts val="451"/>
              </a:spcBef>
              <a:tabLst>
                <a:tab pos="0" algn="l"/>
                <a:tab pos="448392" algn="l"/>
                <a:tab pos="898375" algn="l"/>
                <a:tab pos="1348356" algn="l"/>
                <a:tab pos="1798339" algn="l"/>
                <a:tab pos="2248321" algn="l"/>
                <a:tab pos="2698303" algn="l"/>
                <a:tab pos="3148284" algn="l"/>
                <a:tab pos="3598268" algn="l"/>
                <a:tab pos="4048249" algn="l"/>
                <a:tab pos="4498231" algn="l"/>
                <a:tab pos="4948213" algn="l"/>
                <a:tab pos="5398196" algn="l"/>
                <a:tab pos="5848177" algn="l"/>
                <a:tab pos="6298160" algn="l"/>
                <a:tab pos="6748142" algn="l"/>
                <a:tab pos="7198124" algn="l"/>
                <a:tab pos="7648106" algn="l"/>
                <a:tab pos="8098088" algn="l"/>
                <a:tab pos="8548070" algn="l"/>
                <a:tab pos="8998053" algn="l"/>
              </a:tabLst>
            </a:pPr>
            <a:endParaRPr lang="en-GB">
              <a:ea typeface="SimSun" charset="-122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1" name="Text Box 1"/>
          <p:cNvSpPr txBox="1">
            <a:spLocks noChangeArrowheads="1"/>
          </p:cNvSpPr>
          <p:nvPr/>
        </p:nvSpPr>
        <p:spPr bwMode="auto">
          <a:xfrm>
            <a:off x="2143126" y="695326"/>
            <a:ext cx="2571750" cy="3429000"/>
          </a:xfrm>
          <a:prstGeom prst="rect">
            <a:avLst/>
          </a:prstGeom>
          <a:solidFill>
            <a:srgbClr val="FFFFFF"/>
          </a:solidFill>
          <a:ln w="9360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lIns="91586" tIns="45794" rIns="91586" bIns="45794" anchor="ctr"/>
          <a:lstStyle/>
          <a:p>
            <a:endParaRPr lang="ja-JP" altLang="en-US"/>
          </a:p>
        </p:txBody>
      </p:sp>
      <p:sp>
        <p:nvSpPr>
          <p:cNvPr id="10242" name="Rectangle 2"/>
          <p:cNvSpPr txBox="1">
            <a:spLocks noGrp="1" noChangeArrowheads="1"/>
          </p:cNvSpPr>
          <p:nvPr>
            <p:ph type="body"/>
          </p:nvPr>
        </p:nvSpPr>
        <p:spPr bwMode="auto">
          <a:xfrm>
            <a:off x="685801" y="4343401"/>
            <a:ext cx="5480050" cy="4108450"/>
          </a:xfrm>
          <a:prstGeom prst="rect">
            <a:avLst/>
          </a:prstGeom>
          <a:noFill/>
          <a:ln>
            <a:round/>
            <a:headEnd/>
            <a:tailEnd/>
          </a:ln>
        </p:spPr>
        <p:txBody>
          <a:bodyPr wrap="none" anchor="ctr"/>
          <a:lstStyle/>
          <a:p>
            <a:pPr>
              <a:spcBef>
                <a:spcPts val="451"/>
              </a:spcBef>
              <a:tabLst>
                <a:tab pos="0" algn="l"/>
                <a:tab pos="448392" algn="l"/>
                <a:tab pos="898375" algn="l"/>
                <a:tab pos="1348356" algn="l"/>
                <a:tab pos="1798339" algn="l"/>
                <a:tab pos="2248321" algn="l"/>
                <a:tab pos="2698303" algn="l"/>
                <a:tab pos="3148284" algn="l"/>
                <a:tab pos="3598268" algn="l"/>
                <a:tab pos="4048249" algn="l"/>
                <a:tab pos="4498231" algn="l"/>
                <a:tab pos="4948213" algn="l"/>
                <a:tab pos="5398196" algn="l"/>
                <a:tab pos="5848177" algn="l"/>
                <a:tab pos="6298160" algn="l"/>
                <a:tab pos="6748142" algn="l"/>
                <a:tab pos="7198124" algn="l"/>
                <a:tab pos="7648106" algn="l"/>
                <a:tab pos="8098088" algn="l"/>
                <a:tab pos="8548070" algn="l"/>
                <a:tab pos="8998053" algn="l"/>
              </a:tabLst>
            </a:pPr>
            <a:endParaRPr lang="en-GB">
              <a:ea typeface="SimSun" charset="-122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5" name="Text Box 1"/>
          <p:cNvSpPr txBox="1">
            <a:spLocks noChangeArrowheads="1"/>
          </p:cNvSpPr>
          <p:nvPr/>
        </p:nvSpPr>
        <p:spPr bwMode="auto">
          <a:xfrm>
            <a:off x="2143126" y="695326"/>
            <a:ext cx="2571750" cy="3429000"/>
          </a:xfrm>
          <a:prstGeom prst="rect">
            <a:avLst/>
          </a:prstGeom>
          <a:solidFill>
            <a:srgbClr val="FFFFFF"/>
          </a:solidFill>
          <a:ln w="9360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lIns="91586" tIns="45794" rIns="91586" bIns="45794" anchor="ctr"/>
          <a:lstStyle/>
          <a:p>
            <a:endParaRPr lang="ja-JP" altLang="en-US"/>
          </a:p>
        </p:txBody>
      </p:sp>
      <p:sp>
        <p:nvSpPr>
          <p:cNvPr id="11266" name="Rectangle 2"/>
          <p:cNvSpPr txBox="1">
            <a:spLocks noGrp="1" noChangeArrowheads="1"/>
          </p:cNvSpPr>
          <p:nvPr>
            <p:ph type="body"/>
          </p:nvPr>
        </p:nvSpPr>
        <p:spPr bwMode="auto">
          <a:xfrm>
            <a:off x="685801" y="4343401"/>
            <a:ext cx="5480050" cy="4108450"/>
          </a:xfrm>
          <a:prstGeom prst="rect">
            <a:avLst/>
          </a:prstGeom>
          <a:noFill/>
          <a:ln>
            <a:round/>
            <a:headEnd/>
            <a:tailEnd/>
          </a:ln>
        </p:spPr>
        <p:txBody>
          <a:bodyPr wrap="none" anchor="ctr"/>
          <a:lstStyle/>
          <a:p>
            <a:pPr>
              <a:spcBef>
                <a:spcPts val="451"/>
              </a:spcBef>
              <a:tabLst>
                <a:tab pos="0" algn="l"/>
                <a:tab pos="448392" algn="l"/>
                <a:tab pos="898375" algn="l"/>
                <a:tab pos="1348356" algn="l"/>
                <a:tab pos="1798339" algn="l"/>
                <a:tab pos="2248321" algn="l"/>
                <a:tab pos="2698303" algn="l"/>
                <a:tab pos="3148284" algn="l"/>
                <a:tab pos="3598268" algn="l"/>
                <a:tab pos="4048249" algn="l"/>
                <a:tab pos="4498231" algn="l"/>
                <a:tab pos="4948213" algn="l"/>
                <a:tab pos="5398196" algn="l"/>
                <a:tab pos="5848177" algn="l"/>
                <a:tab pos="6298160" algn="l"/>
                <a:tab pos="6748142" algn="l"/>
                <a:tab pos="7198124" algn="l"/>
                <a:tab pos="7648106" algn="l"/>
                <a:tab pos="8098088" algn="l"/>
                <a:tab pos="8548070" algn="l"/>
                <a:tab pos="8998053" algn="l"/>
              </a:tabLst>
            </a:pPr>
            <a:r>
              <a:rPr lang="en-GB" err="1">
                <a:ea typeface="SimSun"/>
                <a:cs typeface="Calibri"/>
              </a:rPr>
              <a:t>Améliorer</a:t>
            </a:r>
            <a:r>
              <a:rPr lang="en-GB">
                <a:ea typeface="SimSun"/>
                <a:cs typeface="Calibri"/>
              </a:rPr>
              <a:t> la </a:t>
            </a:r>
            <a:r>
              <a:rPr lang="en-GB" err="1">
                <a:ea typeface="SimSun"/>
                <a:cs typeface="Calibri"/>
              </a:rPr>
              <a:t>qualité</a:t>
            </a:r>
            <a:r>
              <a:rPr lang="en-GB">
                <a:ea typeface="SimSun"/>
                <a:cs typeface="Calibri"/>
              </a:rPr>
              <a:t> de la figure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44989634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5" name="Text Box 1"/>
          <p:cNvSpPr txBox="1">
            <a:spLocks noChangeArrowheads="1"/>
          </p:cNvSpPr>
          <p:nvPr/>
        </p:nvSpPr>
        <p:spPr bwMode="auto">
          <a:xfrm>
            <a:off x="2143126" y="695326"/>
            <a:ext cx="2571750" cy="3429000"/>
          </a:xfrm>
          <a:prstGeom prst="rect">
            <a:avLst/>
          </a:prstGeom>
          <a:solidFill>
            <a:srgbClr val="FFFFFF"/>
          </a:solidFill>
          <a:ln w="9360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lIns="91586" tIns="45794" rIns="91586" bIns="45794" anchor="ctr"/>
          <a:lstStyle/>
          <a:p>
            <a:endParaRPr lang="ja-JP" altLang="en-US"/>
          </a:p>
        </p:txBody>
      </p:sp>
      <p:sp>
        <p:nvSpPr>
          <p:cNvPr id="11266" name="Rectangle 2"/>
          <p:cNvSpPr txBox="1">
            <a:spLocks noGrp="1" noChangeArrowheads="1"/>
          </p:cNvSpPr>
          <p:nvPr>
            <p:ph type="body"/>
          </p:nvPr>
        </p:nvSpPr>
        <p:spPr bwMode="auto">
          <a:xfrm>
            <a:off x="685801" y="4343401"/>
            <a:ext cx="5480050" cy="4108450"/>
          </a:xfrm>
          <a:prstGeom prst="rect">
            <a:avLst/>
          </a:prstGeom>
          <a:noFill/>
          <a:ln>
            <a:round/>
            <a:headEnd/>
            <a:tailEnd/>
          </a:ln>
        </p:spPr>
        <p:txBody>
          <a:bodyPr wrap="none" anchor="ctr"/>
          <a:lstStyle/>
          <a:p>
            <a:pPr>
              <a:spcBef>
                <a:spcPts val="451"/>
              </a:spcBef>
              <a:tabLst>
                <a:tab pos="0" algn="l"/>
                <a:tab pos="448392" algn="l"/>
                <a:tab pos="898375" algn="l"/>
                <a:tab pos="1348356" algn="l"/>
                <a:tab pos="1798339" algn="l"/>
                <a:tab pos="2248321" algn="l"/>
                <a:tab pos="2698303" algn="l"/>
                <a:tab pos="3148284" algn="l"/>
                <a:tab pos="3598268" algn="l"/>
                <a:tab pos="4048249" algn="l"/>
                <a:tab pos="4498231" algn="l"/>
                <a:tab pos="4948213" algn="l"/>
                <a:tab pos="5398196" algn="l"/>
                <a:tab pos="5848177" algn="l"/>
                <a:tab pos="6298160" algn="l"/>
                <a:tab pos="6748142" algn="l"/>
                <a:tab pos="7198124" algn="l"/>
                <a:tab pos="7648106" algn="l"/>
                <a:tab pos="8098088" algn="l"/>
                <a:tab pos="8548070" algn="l"/>
                <a:tab pos="8998053" algn="l"/>
              </a:tabLst>
            </a:pPr>
            <a:endParaRPr lang="en-GB">
              <a:ea typeface="SimSun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96938976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1" name="Text Box 1"/>
          <p:cNvSpPr txBox="1">
            <a:spLocks noChangeArrowheads="1"/>
          </p:cNvSpPr>
          <p:nvPr/>
        </p:nvSpPr>
        <p:spPr bwMode="auto">
          <a:xfrm>
            <a:off x="2143126" y="695326"/>
            <a:ext cx="2571750" cy="3429000"/>
          </a:xfrm>
          <a:prstGeom prst="rect">
            <a:avLst/>
          </a:prstGeom>
          <a:solidFill>
            <a:srgbClr val="FFFFFF"/>
          </a:solidFill>
          <a:ln w="9360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lIns="91586" tIns="45794" rIns="91586" bIns="45794" anchor="ctr"/>
          <a:lstStyle/>
          <a:p>
            <a:endParaRPr lang="ja-JP" altLang="en-US"/>
          </a:p>
        </p:txBody>
      </p:sp>
      <p:sp>
        <p:nvSpPr>
          <p:cNvPr id="10242" name="Rectangle 2"/>
          <p:cNvSpPr txBox="1">
            <a:spLocks noGrp="1" noChangeArrowheads="1"/>
          </p:cNvSpPr>
          <p:nvPr>
            <p:ph type="body"/>
          </p:nvPr>
        </p:nvSpPr>
        <p:spPr bwMode="auto">
          <a:xfrm>
            <a:off x="685801" y="4343401"/>
            <a:ext cx="5480050" cy="4108450"/>
          </a:xfrm>
          <a:prstGeom prst="rect">
            <a:avLst/>
          </a:prstGeom>
          <a:noFill/>
          <a:ln>
            <a:round/>
            <a:headEnd/>
            <a:tailEnd/>
          </a:ln>
        </p:spPr>
        <p:txBody>
          <a:bodyPr wrap="none" anchor="ctr"/>
          <a:lstStyle/>
          <a:p>
            <a:pPr>
              <a:spcBef>
                <a:spcPts val="451"/>
              </a:spcBef>
              <a:tabLst>
                <a:tab pos="0" algn="l"/>
                <a:tab pos="448392" algn="l"/>
                <a:tab pos="898375" algn="l"/>
                <a:tab pos="1348356" algn="l"/>
                <a:tab pos="1798339" algn="l"/>
                <a:tab pos="2248321" algn="l"/>
                <a:tab pos="2698303" algn="l"/>
                <a:tab pos="3148284" algn="l"/>
                <a:tab pos="3598268" algn="l"/>
                <a:tab pos="4048249" algn="l"/>
                <a:tab pos="4498231" algn="l"/>
                <a:tab pos="4948213" algn="l"/>
                <a:tab pos="5398196" algn="l"/>
                <a:tab pos="5848177" algn="l"/>
                <a:tab pos="6298160" algn="l"/>
                <a:tab pos="6748142" algn="l"/>
                <a:tab pos="7198124" algn="l"/>
                <a:tab pos="7648106" algn="l"/>
                <a:tab pos="8098088" algn="l"/>
                <a:tab pos="8548070" algn="l"/>
                <a:tab pos="8998053" algn="l"/>
              </a:tabLst>
            </a:pPr>
            <a:endParaRPr lang="en-GB">
              <a:ea typeface="SimSun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36955836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5" name="Text Box 1"/>
          <p:cNvSpPr txBox="1">
            <a:spLocks noChangeArrowheads="1"/>
          </p:cNvSpPr>
          <p:nvPr/>
        </p:nvSpPr>
        <p:spPr bwMode="auto">
          <a:xfrm>
            <a:off x="2143126" y="695326"/>
            <a:ext cx="2571750" cy="3429000"/>
          </a:xfrm>
          <a:prstGeom prst="rect">
            <a:avLst/>
          </a:prstGeom>
          <a:solidFill>
            <a:srgbClr val="FFFFFF"/>
          </a:solidFill>
          <a:ln w="9360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lIns="91586" tIns="45794" rIns="91586" bIns="45794" anchor="ctr"/>
          <a:lstStyle/>
          <a:p>
            <a:endParaRPr lang="ja-JP" altLang="en-US"/>
          </a:p>
        </p:txBody>
      </p:sp>
      <p:sp>
        <p:nvSpPr>
          <p:cNvPr id="11266" name="Rectangle 2"/>
          <p:cNvSpPr txBox="1">
            <a:spLocks noGrp="1" noChangeArrowheads="1"/>
          </p:cNvSpPr>
          <p:nvPr>
            <p:ph type="body"/>
          </p:nvPr>
        </p:nvSpPr>
        <p:spPr bwMode="auto">
          <a:xfrm>
            <a:off x="685801" y="4343401"/>
            <a:ext cx="5480050" cy="4108450"/>
          </a:xfrm>
          <a:prstGeom prst="rect">
            <a:avLst/>
          </a:prstGeom>
          <a:noFill/>
          <a:ln>
            <a:round/>
            <a:headEnd/>
            <a:tailEnd/>
          </a:ln>
        </p:spPr>
        <p:txBody>
          <a:bodyPr wrap="none" anchor="ctr"/>
          <a:lstStyle/>
          <a:p>
            <a:pPr>
              <a:spcBef>
                <a:spcPts val="451"/>
              </a:spcBef>
              <a:tabLst>
                <a:tab pos="0" algn="l"/>
                <a:tab pos="448392" algn="l"/>
                <a:tab pos="898375" algn="l"/>
                <a:tab pos="1348356" algn="l"/>
                <a:tab pos="1798339" algn="l"/>
                <a:tab pos="2248321" algn="l"/>
                <a:tab pos="2698303" algn="l"/>
                <a:tab pos="3148284" algn="l"/>
                <a:tab pos="3598268" algn="l"/>
                <a:tab pos="4048249" algn="l"/>
                <a:tab pos="4498231" algn="l"/>
                <a:tab pos="4948213" algn="l"/>
                <a:tab pos="5398196" algn="l"/>
                <a:tab pos="5848177" algn="l"/>
                <a:tab pos="6298160" algn="l"/>
                <a:tab pos="6748142" algn="l"/>
                <a:tab pos="7198124" algn="l"/>
                <a:tab pos="7648106" algn="l"/>
                <a:tab pos="8098088" algn="l"/>
                <a:tab pos="8548070" algn="l"/>
                <a:tab pos="8998053" algn="l"/>
              </a:tabLst>
            </a:pPr>
            <a:r>
              <a:rPr lang="en-GB">
                <a:ea typeface="SimSun"/>
                <a:cs typeface="Calibri"/>
              </a:rPr>
              <a:t>+ </a:t>
            </a:r>
            <a:r>
              <a:rPr lang="en-GB" err="1">
                <a:ea typeface="SimSun"/>
                <a:cs typeface="Calibri"/>
              </a:rPr>
              <a:t>définir</a:t>
            </a:r>
            <a:r>
              <a:rPr lang="en-GB">
                <a:ea typeface="SimSun"/>
                <a:cs typeface="Calibri"/>
              </a:rPr>
              <a:t> les </a:t>
            </a:r>
            <a:r>
              <a:rPr lang="en-GB" err="1">
                <a:ea typeface="SimSun"/>
                <a:cs typeface="Calibri"/>
              </a:rPr>
              <a:t>paramètres</a:t>
            </a:r>
            <a:r>
              <a:rPr lang="en-GB">
                <a:ea typeface="SimSun"/>
                <a:cs typeface="Calibri"/>
              </a:rPr>
              <a:t> du </a:t>
            </a:r>
            <a:r>
              <a:rPr lang="en-GB" err="1">
                <a:ea typeface="SimSun"/>
                <a:cs typeface="Calibri"/>
              </a:rPr>
              <a:t>réseau</a:t>
            </a:r>
            <a:r>
              <a:rPr lang="en-GB">
                <a:ea typeface="SimSun"/>
                <a:cs typeface="Calibri"/>
              </a:rPr>
              <a:t> dans un tableau. </a:t>
            </a:r>
            <a:r>
              <a:rPr lang="en-GB" err="1">
                <a:ea typeface="SimSun"/>
                <a:cs typeface="Calibri"/>
              </a:rPr>
              <a:t>Voir</a:t>
            </a:r>
            <a:r>
              <a:rPr lang="en-GB">
                <a:ea typeface="SimSun"/>
                <a:cs typeface="Calibri"/>
              </a:rPr>
              <a:t> EUCAS.</a:t>
            </a:r>
            <a:endParaRPr lang="en-GB">
              <a:ea typeface="SimSun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410863235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5" name="Text Box 1"/>
          <p:cNvSpPr txBox="1">
            <a:spLocks noChangeArrowheads="1"/>
          </p:cNvSpPr>
          <p:nvPr/>
        </p:nvSpPr>
        <p:spPr bwMode="auto">
          <a:xfrm>
            <a:off x="2143126" y="695326"/>
            <a:ext cx="2571750" cy="3429000"/>
          </a:xfrm>
          <a:prstGeom prst="rect">
            <a:avLst/>
          </a:prstGeom>
          <a:solidFill>
            <a:srgbClr val="FFFFFF"/>
          </a:solidFill>
          <a:ln w="9360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lIns="91586" tIns="45794" rIns="91586" bIns="45794" anchor="ctr"/>
          <a:lstStyle/>
          <a:p>
            <a:endParaRPr lang="ja-JP" altLang="en-US"/>
          </a:p>
        </p:txBody>
      </p:sp>
      <p:sp>
        <p:nvSpPr>
          <p:cNvPr id="11266" name="Rectangle 2"/>
          <p:cNvSpPr txBox="1">
            <a:spLocks noGrp="1" noChangeArrowheads="1"/>
          </p:cNvSpPr>
          <p:nvPr>
            <p:ph type="body"/>
          </p:nvPr>
        </p:nvSpPr>
        <p:spPr bwMode="auto">
          <a:xfrm>
            <a:off x="685801" y="4343401"/>
            <a:ext cx="5480050" cy="4108450"/>
          </a:xfrm>
          <a:prstGeom prst="rect">
            <a:avLst/>
          </a:prstGeom>
          <a:noFill/>
          <a:ln>
            <a:round/>
            <a:headEnd/>
            <a:tailEnd/>
          </a:ln>
        </p:spPr>
        <p:txBody>
          <a:bodyPr wrap="none" anchor="ctr"/>
          <a:lstStyle/>
          <a:p>
            <a:pPr>
              <a:spcBef>
                <a:spcPts val="451"/>
              </a:spcBef>
              <a:tabLst>
                <a:tab pos="0" algn="l"/>
                <a:tab pos="448392" algn="l"/>
                <a:tab pos="898375" algn="l"/>
                <a:tab pos="1348356" algn="l"/>
                <a:tab pos="1798339" algn="l"/>
                <a:tab pos="2248321" algn="l"/>
                <a:tab pos="2698303" algn="l"/>
                <a:tab pos="3148284" algn="l"/>
                <a:tab pos="3598268" algn="l"/>
                <a:tab pos="4048249" algn="l"/>
                <a:tab pos="4498231" algn="l"/>
                <a:tab pos="4948213" algn="l"/>
                <a:tab pos="5398196" algn="l"/>
                <a:tab pos="5848177" algn="l"/>
                <a:tab pos="6298160" algn="l"/>
                <a:tab pos="6748142" algn="l"/>
                <a:tab pos="7198124" algn="l"/>
                <a:tab pos="7648106" algn="l"/>
                <a:tab pos="8098088" algn="l"/>
                <a:tab pos="8548070" algn="l"/>
                <a:tab pos="8998053" algn="l"/>
              </a:tabLst>
            </a:pPr>
            <a:endParaRPr lang="en-GB">
              <a:ea typeface="SimSun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12063162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1" name="Text Box 1"/>
          <p:cNvSpPr txBox="1">
            <a:spLocks noChangeArrowheads="1"/>
          </p:cNvSpPr>
          <p:nvPr/>
        </p:nvSpPr>
        <p:spPr bwMode="auto">
          <a:xfrm>
            <a:off x="2143126" y="695326"/>
            <a:ext cx="2571750" cy="3429000"/>
          </a:xfrm>
          <a:prstGeom prst="rect">
            <a:avLst/>
          </a:prstGeom>
          <a:solidFill>
            <a:srgbClr val="FFFFFF"/>
          </a:solidFill>
          <a:ln w="9360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lIns="91586" tIns="45794" rIns="91586" bIns="45794" anchor="ctr"/>
          <a:lstStyle/>
          <a:p>
            <a:endParaRPr lang="ja-JP" altLang="en-US"/>
          </a:p>
        </p:txBody>
      </p:sp>
      <p:sp>
        <p:nvSpPr>
          <p:cNvPr id="10242" name="Rectangle 2"/>
          <p:cNvSpPr txBox="1">
            <a:spLocks noGrp="1" noChangeArrowheads="1"/>
          </p:cNvSpPr>
          <p:nvPr>
            <p:ph type="body"/>
          </p:nvPr>
        </p:nvSpPr>
        <p:spPr bwMode="auto">
          <a:xfrm>
            <a:off x="685801" y="4343401"/>
            <a:ext cx="5480050" cy="4108450"/>
          </a:xfrm>
          <a:prstGeom prst="rect">
            <a:avLst/>
          </a:prstGeom>
          <a:noFill/>
          <a:ln>
            <a:round/>
            <a:headEnd/>
            <a:tailEnd/>
          </a:ln>
        </p:spPr>
        <p:txBody>
          <a:bodyPr wrap="none" anchor="ctr"/>
          <a:lstStyle/>
          <a:p>
            <a:pPr>
              <a:spcBef>
                <a:spcPts val="451"/>
              </a:spcBef>
              <a:tabLst>
                <a:tab pos="0" algn="l"/>
                <a:tab pos="448392" algn="l"/>
                <a:tab pos="898375" algn="l"/>
                <a:tab pos="1348356" algn="l"/>
                <a:tab pos="1798339" algn="l"/>
                <a:tab pos="2248321" algn="l"/>
                <a:tab pos="2698303" algn="l"/>
                <a:tab pos="3148284" algn="l"/>
                <a:tab pos="3598268" algn="l"/>
                <a:tab pos="4048249" algn="l"/>
                <a:tab pos="4498231" algn="l"/>
                <a:tab pos="4948213" algn="l"/>
                <a:tab pos="5398196" algn="l"/>
                <a:tab pos="5848177" algn="l"/>
                <a:tab pos="6298160" algn="l"/>
                <a:tab pos="6748142" algn="l"/>
                <a:tab pos="7198124" algn="l"/>
                <a:tab pos="7648106" algn="l"/>
                <a:tab pos="8098088" algn="l"/>
                <a:tab pos="8548070" algn="l"/>
                <a:tab pos="8998053" algn="l"/>
              </a:tabLst>
            </a:pPr>
            <a:endParaRPr lang="en-GB">
              <a:ea typeface="SimSun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29646984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5" name="Text Box 1"/>
          <p:cNvSpPr txBox="1">
            <a:spLocks noChangeArrowheads="1"/>
          </p:cNvSpPr>
          <p:nvPr/>
        </p:nvSpPr>
        <p:spPr bwMode="auto">
          <a:xfrm>
            <a:off x="2143126" y="695326"/>
            <a:ext cx="2571750" cy="3429000"/>
          </a:xfrm>
          <a:prstGeom prst="rect">
            <a:avLst/>
          </a:prstGeom>
          <a:solidFill>
            <a:srgbClr val="FFFFFF"/>
          </a:solidFill>
          <a:ln w="9360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lIns="91586" tIns="45794" rIns="91586" bIns="45794" anchor="ctr"/>
          <a:lstStyle/>
          <a:p>
            <a:endParaRPr lang="ja-JP" altLang="en-US"/>
          </a:p>
        </p:txBody>
      </p:sp>
      <p:sp>
        <p:nvSpPr>
          <p:cNvPr id="11266" name="Rectangle 2"/>
          <p:cNvSpPr txBox="1">
            <a:spLocks noGrp="1" noChangeArrowheads="1"/>
          </p:cNvSpPr>
          <p:nvPr>
            <p:ph type="body"/>
          </p:nvPr>
        </p:nvSpPr>
        <p:spPr bwMode="auto">
          <a:xfrm>
            <a:off x="685801" y="4343401"/>
            <a:ext cx="5480050" cy="4108450"/>
          </a:xfrm>
          <a:prstGeom prst="rect">
            <a:avLst/>
          </a:prstGeom>
          <a:noFill/>
          <a:ln>
            <a:round/>
            <a:headEnd/>
            <a:tailEnd/>
          </a:ln>
        </p:spPr>
        <p:txBody>
          <a:bodyPr wrap="none" anchor="ctr"/>
          <a:lstStyle/>
          <a:p>
            <a:pPr>
              <a:spcBef>
                <a:spcPts val="451"/>
              </a:spcBef>
              <a:tabLst>
                <a:tab pos="0" algn="l"/>
                <a:tab pos="448392" algn="l"/>
                <a:tab pos="898375" algn="l"/>
                <a:tab pos="1348356" algn="l"/>
                <a:tab pos="1798339" algn="l"/>
                <a:tab pos="2248321" algn="l"/>
                <a:tab pos="2698303" algn="l"/>
                <a:tab pos="3148284" algn="l"/>
                <a:tab pos="3598268" algn="l"/>
                <a:tab pos="4048249" algn="l"/>
                <a:tab pos="4498231" algn="l"/>
                <a:tab pos="4948213" algn="l"/>
                <a:tab pos="5398196" algn="l"/>
                <a:tab pos="5848177" algn="l"/>
                <a:tab pos="6298160" algn="l"/>
                <a:tab pos="6748142" algn="l"/>
                <a:tab pos="7198124" algn="l"/>
                <a:tab pos="7648106" algn="l"/>
                <a:tab pos="8098088" algn="l"/>
                <a:tab pos="8548070" algn="l"/>
                <a:tab pos="8998053" algn="l"/>
              </a:tabLst>
            </a:pPr>
            <a:endParaRPr lang="en-GB">
              <a:ea typeface="SimSun" charset="-122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1" name="Text Box 1"/>
          <p:cNvSpPr txBox="1">
            <a:spLocks noChangeArrowheads="1"/>
          </p:cNvSpPr>
          <p:nvPr/>
        </p:nvSpPr>
        <p:spPr bwMode="auto">
          <a:xfrm>
            <a:off x="2143126" y="695326"/>
            <a:ext cx="2571750" cy="3429000"/>
          </a:xfrm>
          <a:prstGeom prst="rect">
            <a:avLst/>
          </a:prstGeom>
          <a:solidFill>
            <a:srgbClr val="FFFFFF"/>
          </a:solidFill>
          <a:ln w="9360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lIns="91586" tIns="45794" rIns="91586" bIns="45794" anchor="ctr"/>
          <a:lstStyle/>
          <a:p>
            <a:endParaRPr lang="ja-JP" altLang="en-US"/>
          </a:p>
        </p:txBody>
      </p:sp>
      <p:sp>
        <p:nvSpPr>
          <p:cNvPr id="10242" name="Rectangle 2"/>
          <p:cNvSpPr txBox="1">
            <a:spLocks noGrp="1" noChangeArrowheads="1"/>
          </p:cNvSpPr>
          <p:nvPr>
            <p:ph type="body"/>
          </p:nvPr>
        </p:nvSpPr>
        <p:spPr bwMode="auto">
          <a:xfrm>
            <a:off x="685801" y="4343401"/>
            <a:ext cx="5480050" cy="4108450"/>
          </a:xfrm>
          <a:prstGeom prst="rect">
            <a:avLst/>
          </a:prstGeom>
          <a:noFill/>
          <a:ln>
            <a:round/>
            <a:headEnd/>
            <a:tailEnd/>
          </a:ln>
        </p:spPr>
        <p:txBody>
          <a:bodyPr wrap="none" anchor="ctr"/>
          <a:lstStyle/>
          <a:p>
            <a:pPr>
              <a:spcBef>
                <a:spcPts val="451"/>
              </a:spcBef>
              <a:tabLst>
                <a:tab pos="0" algn="l"/>
                <a:tab pos="448392" algn="l"/>
                <a:tab pos="898375" algn="l"/>
                <a:tab pos="1348356" algn="l"/>
                <a:tab pos="1798339" algn="l"/>
                <a:tab pos="2248321" algn="l"/>
                <a:tab pos="2698303" algn="l"/>
                <a:tab pos="3148284" algn="l"/>
                <a:tab pos="3598268" algn="l"/>
                <a:tab pos="4048249" algn="l"/>
                <a:tab pos="4498231" algn="l"/>
                <a:tab pos="4948213" algn="l"/>
                <a:tab pos="5398196" algn="l"/>
                <a:tab pos="5848177" algn="l"/>
                <a:tab pos="6298160" algn="l"/>
                <a:tab pos="6748142" algn="l"/>
                <a:tab pos="7198124" algn="l"/>
                <a:tab pos="7648106" algn="l"/>
                <a:tab pos="8098088" algn="l"/>
                <a:tab pos="8548070" algn="l"/>
                <a:tab pos="8998053" algn="l"/>
              </a:tabLst>
            </a:pPr>
            <a:endParaRPr lang="en-GB">
              <a:ea typeface="SimSun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47181075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1" name="Text Box 1"/>
          <p:cNvSpPr txBox="1">
            <a:spLocks noChangeArrowheads="1"/>
          </p:cNvSpPr>
          <p:nvPr/>
        </p:nvSpPr>
        <p:spPr bwMode="auto">
          <a:xfrm>
            <a:off x="2143126" y="695326"/>
            <a:ext cx="2571750" cy="3429000"/>
          </a:xfrm>
          <a:prstGeom prst="rect">
            <a:avLst/>
          </a:prstGeom>
          <a:solidFill>
            <a:srgbClr val="FFFFFF"/>
          </a:solidFill>
          <a:ln w="9360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lIns="91586" tIns="45794" rIns="91586" bIns="45794" anchor="ctr"/>
          <a:lstStyle/>
          <a:p>
            <a:endParaRPr lang="ja-JP" altLang="en-US"/>
          </a:p>
        </p:txBody>
      </p:sp>
      <p:sp>
        <p:nvSpPr>
          <p:cNvPr id="10242" name="Rectangle 2"/>
          <p:cNvSpPr txBox="1">
            <a:spLocks noGrp="1" noChangeArrowheads="1"/>
          </p:cNvSpPr>
          <p:nvPr>
            <p:ph type="body"/>
          </p:nvPr>
        </p:nvSpPr>
        <p:spPr bwMode="auto">
          <a:xfrm>
            <a:off x="685801" y="4343401"/>
            <a:ext cx="5480050" cy="4108450"/>
          </a:xfrm>
          <a:prstGeom prst="rect">
            <a:avLst/>
          </a:prstGeom>
          <a:noFill/>
          <a:ln>
            <a:round/>
            <a:headEnd/>
            <a:tailEnd/>
          </a:ln>
        </p:spPr>
        <p:txBody>
          <a:bodyPr wrap="none" anchor="ctr"/>
          <a:lstStyle/>
          <a:p>
            <a:pPr>
              <a:spcBef>
                <a:spcPts val="451"/>
              </a:spcBef>
              <a:tabLst>
                <a:tab pos="0" algn="l"/>
                <a:tab pos="448392" algn="l"/>
                <a:tab pos="898375" algn="l"/>
                <a:tab pos="1348356" algn="l"/>
                <a:tab pos="1798339" algn="l"/>
                <a:tab pos="2248321" algn="l"/>
                <a:tab pos="2698303" algn="l"/>
                <a:tab pos="3148284" algn="l"/>
                <a:tab pos="3598268" algn="l"/>
                <a:tab pos="4048249" algn="l"/>
                <a:tab pos="4498231" algn="l"/>
                <a:tab pos="4948213" algn="l"/>
                <a:tab pos="5398196" algn="l"/>
                <a:tab pos="5848177" algn="l"/>
                <a:tab pos="6298160" algn="l"/>
                <a:tab pos="6748142" algn="l"/>
                <a:tab pos="7198124" algn="l"/>
                <a:tab pos="7648106" algn="l"/>
                <a:tab pos="8098088" algn="l"/>
                <a:tab pos="8548070" algn="l"/>
                <a:tab pos="8998053" algn="l"/>
              </a:tabLst>
            </a:pPr>
            <a:endParaRPr lang="en-GB">
              <a:ea typeface="SimSun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453940225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5" name="Text Box 1"/>
          <p:cNvSpPr txBox="1">
            <a:spLocks noChangeArrowheads="1"/>
          </p:cNvSpPr>
          <p:nvPr/>
        </p:nvSpPr>
        <p:spPr bwMode="auto">
          <a:xfrm>
            <a:off x="2143126" y="695326"/>
            <a:ext cx="2571750" cy="3429000"/>
          </a:xfrm>
          <a:prstGeom prst="rect">
            <a:avLst/>
          </a:prstGeom>
          <a:solidFill>
            <a:srgbClr val="FFFFFF"/>
          </a:solidFill>
          <a:ln w="9360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lIns="91586" tIns="45794" rIns="91586" bIns="45794" anchor="ctr"/>
          <a:lstStyle/>
          <a:p>
            <a:endParaRPr lang="ja-JP" altLang="en-US"/>
          </a:p>
        </p:txBody>
      </p:sp>
      <p:sp>
        <p:nvSpPr>
          <p:cNvPr id="11266" name="Rectangle 2"/>
          <p:cNvSpPr txBox="1">
            <a:spLocks noGrp="1" noChangeArrowheads="1"/>
          </p:cNvSpPr>
          <p:nvPr>
            <p:ph type="body"/>
          </p:nvPr>
        </p:nvSpPr>
        <p:spPr bwMode="auto">
          <a:xfrm>
            <a:off x="685801" y="4343401"/>
            <a:ext cx="5480050" cy="4108450"/>
          </a:xfrm>
          <a:prstGeom prst="rect">
            <a:avLst/>
          </a:prstGeom>
          <a:noFill/>
          <a:ln>
            <a:round/>
            <a:headEnd/>
            <a:tailEnd/>
          </a:ln>
        </p:spPr>
        <p:txBody>
          <a:bodyPr wrap="none" anchor="ctr"/>
          <a:lstStyle/>
          <a:p>
            <a:pPr>
              <a:spcBef>
                <a:spcPts val="451"/>
              </a:spcBef>
              <a:tabLst>
                <a:tab pos="0" algn="l"/>
                <a:tab pos="448392" algn="l"/>
                <a:tab pos="898375" algn="l"/>
                <a:tab pos="1348356" algn="l"/>
                <a:tab pos="1798339" algn="l"/>
                <a:tab pos="2248321" algn="l"/>
                <a:tab pos="2698303" algn="l"/>
                <a:tab pos="3148284" algn="l"/>
                <a:tab pos="3598268" algn="l"/>
                <a:tab pos="4048249" algn="l"/>
                <a:tab pos="4498231" algn="l"/>
                <a:tab pos="4948213" algn="l"/>
                <a:tab pos="5398196" algn="l"/>
                <a:tab pos="5848177" algn="l"/>
                <a:tab pos="6298160" algn="l"/>
                <a:tab pos="6748142" algn="l"/>
                <a:tab pos="7198124" algn="l"/>
                <a:tab pos="7648106" algn="l"/>
                <a:tab pos="8098088" algn="l"/>
                <a:tab pos="8548070" algn="l"/>
                <a:tab pos="8998053" algn="l"/>
              </a:tabLst>
            </a:pPr>
            <a:endParaRPr lang="en-GB">
              <a:ea typeface="SimSun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003201944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5" name="Text Box 1"/>
          <p:cNvSpPr txBox="1">
            <a:spLocks noChangeArrowheads="1"/>
          </p:cNvSpPr>
          <p:nvPr/>
        </p:nvSpPr>
        <p:spPr bwMode="auto">
          <a:xfrm>
            <a:off x="2143126" y="695326"/>
            <a:ext cx="2571750" cy="3429000"/>
          </a:xfrm>
          <a:prstGeom prst="rect">
            <a:avLst/>
          </a:prstGeom>
          <a:solidFill>
            <a:srgbClr val="FFFFFF"/>
          </a:solidFill>
          <a:ln w="9360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lIns="91586" tIns="45794" rIns="91586" bIns="45794" anchor="ctr"/>
          <a:lstStyle/>
          <a:p>
            <a:endParaRPr lang="ja-JP" altLang="en-US"/>
          </a:p>
        </p:txBody>
      </p:sp>
      <p:sp>
        <p:nvSpPr>
          <p:cNvPr id="11266" name="Rectangle 2"/>
          <p:cNvSpPr txBox="1">
            <a:spLocks noGrp="1" noChangeArrowheads="1"/>
          </p:cNvSpPr>
          <p:nvPr>
            <p:ph type="body"/>
          </p:nvPr>
        </p:nvSpPr>
        <p:spPr bwMode="auto">
          <a:xfrm>
            <a:off x="685801" y="4343401"/>
            <a:ext cx="5480050" cy="4108450"/>
          </a:xfrm>
          <a:prstGeom prst="rect">
            <a:avLst/>
          </a:prstGeom>
          <a:noFill/>
          <a:ln>
            <a:round/>
            <a:headEnd/>
            <a:tailEnd/>
          </a:ln>
        </p:spPr>
        <p:txBody>
          <a:bodyPr wrap="none" anchor="ctr"/>
          <a:lstStyle/>
          <a:p>
            <a:pPr>
              <a:spcBef>
                <a:spcPts val="451"/>
              </a:spcBef>
              <a:tabLst>
                <a:tab pos="0" algn="l"/>
                <a:tab pos="448392" algn="l"/>
                <a:tab pos="898375" algn="l"/>
                <a:tab pos="1348356" algn="l"/>
                <a:tab pos="1798339" algn="l"/>
                <a:tab pos="2248321" algn="l"/>
                <a:tab pos="2698303" algn="l"/>
                <a:tab pos="3148284" algn="l"/>
                <a:tab pos="3598268" algn="l"/>
                <a:tab pos="4048249" algn="l"/>
                <a:tab pos="4498231" algn="l"/>
                <a:tab pos="4948213" algn="l"/>
                <a:tab pos="5398196" algn="l"/>
                <a:tab pos="5848177" algn="l"/>
                <a:tab pos="6298160" algn="l"/>
                <a:tab pos="6748142" algn="l"/>
                <a:tab pos="7198124" algn="l"/>
                <a:tab pos="7648106" algn="l"/>
                <a:tab pos="8098088" algn="l"/>
                <a:tab pos="8548070" algn="l"/>
                <a:tab pos="8998053" algn="l"/>
              </a:tabLst>
            </a:pPr>
            <a:endParaRPr lang="en-GB">
              <a:ea typeface="SimSun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584460768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5" name="Text Box 1"/>
          <p:cNvSpPr txBox="1">
            <a:spLocks noChangeArrowheads="1"/>
          </p:cNvSpPr>
          <p:nvPr/>
        </p:nvSpPr>
        <p:spPr bwMode="auto">
          <a:xfrm>
            <a:off x="2143126" y="695326"/>
            <a:ext cx="2571750" cy="3429000"/>
          </a:xfrm>
          <a:prstGeom prst="rect">
            <a:avLst/>
          </a:prstGeom>
          <a:solidFill>
            <a:srgbClr val="FFFFFF"/>
          </a:solidFill>
          <a:ln w="9360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lIns="91586" tIns="45794" rIns="91586" bIns="45794" anchor="ctr"/>
          <a:lstStyle/>
          <a:p>
            <a:endParaRPr lang="ja-JP" altLang="en-US"/>
          </a:p>
        </p:txBody>
      </p:sp>
      <p:sp>
        <p:nvSpPr>
          <p:cNvPr id="11266" name="Rectangle 2"/>
          <p:cNvSpPr txBox="1">
            <a:spLocks noGrp="1" noChangeArrowheads="1"/>
          </p:cNvSpPr>
          <p:nvPr>
            <p:ph type="body"/>
          </p:nvPr>
        </p:nvSpPr>
        <p:spPr bwMode="auto">
          <a:xfrm>
            <a:off x="685801" y="4343401"/>
            <a:ext cx="5480050" cy="4108450"/>
          </a:xfrm>
          <a:prstGeom prst="rect">
            <a:avLst/>
          </a:prstGeom>
          <a:noFill/>
          <a:ln>
            <a:round/>
            <a:headEnd/>
            <a:tailEnd/>
          </a:ln>
        </p:spPr>
        <p:txBody>
          <a:bodyPr wrap="none" anchor="ctr"/>
          <a:lstStyle/>
          <a:p>
            <a:pPr>
              <a:spcBef>
                <a:spcPts val="451"/>
              </a:spcBef>
              <a:tabLst>
                <a:tab pos="0" algn="l"/>
                <a:tab pos="448392" algn="l"/>
                <a:tab pos="898375" algn="l"/>
                <a:tab pos="1348356" algn="l"/>
                <a:tab pos="1798339" algn="l"/>
                <a:tab pos="2248321" algn="l"/>
                <a:tab pos="2698303" algn="l"/>
                <a:tab pos="3148284" algn="l"/>
                <a:tab pos="3598268" algn="l"/>
                <a:tab pos="4048249" algn="l"/>
                <a:tab pos="4498231" algn="l"/>
                <a:tab pos="4948213" algn="l"/>
                <a:tab pos="5398196" algn="l"/>
                <a:tab pos="5848177" algn="l"/>
                <a:tab pos="6298160" algn="l"/>
                <a:tab pos="6748142" algn="l"/>
                <a:tab pos="7198124" algn="l"/>
                <a:tab pos="7648106" algn="l"/>
                <a:tab pos="8098088" algn="l"/>
                <a:tab pos="8548070" algn="l"/>
                <a:tab pos="8998053" algn="l"/>
              </a:tabLst>
            </a:pPr>
            <a:endParaRPr lang="en-GB">
              <a:ea typeface="SimSun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102562430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5" name="Text Box 1"/>
          <p:cNvSpPr txBox="1">
            <a:spLocks noChangeArrowheads="1"/>
          </p:cNvSpPr>
          <p:nvPr/>
        </p:nvSpPr>
        <p:spPr bwMode="auto">
          <a:xfrm>
            <a:off x="2143126" y="695326"/>
            <a:ext cx="2571750" cy="3429000"/>
          </a:xfrm>
          <a:prstGeom prst="rect">
            <a:avLst/>
          </a:prstGeom>
          <a:solidFill>
            <a:srgbClr val="FFFFFF"/>
          </a:solidFill>
          <a:ln w="9360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lIns="91586" tIns="45794" rIns="91586" bIns="45794" anchor="ctr"/>
          <a:lstStyle/>
          <a:p>
            <a:endParaRPr lang="ja-JP" altLang="en-US"/>
          </a:p>
        </p:txBody>
      </p:sp>
      <p:sp>
        <p:nvSpPr>
          <p:cNvPr id="11266" name="Rectangle 2"/>
          <p:cNvSpPr txBox="1">
            <a:spLocks noGrp="1" noChangeArrowheads="1"/>
          </p:cNvSpPr>
          <p:nvPr>
            <p:ph type="body"/>
          </p:nvPr>
        </p:nvSpPr>
        <p:spPr bwMode="auto">
          <a:xfrm>
            <a:off x="685801" y="4343401"/>
            <a:ext cx="5480050" cy="4108450"/>
          </a:xfrm>
          <a:prstGeom prst="rect">
            <a:avLst/>
          </a:prstGeom>
          <a:noFill/>
          <a:ln>
            <a:round/>
            <a:headEnd/>
            <a:tailEnd/>
          </a:ln>
        </p:spPr>
        <p:txBody>
          <a:bodyPr wrap="none" anchor="ctr"/>
          <a:lstStyle/>
          <a:p>
            <a:pPr>
              <a:spcBef>
                <a:spcPts val="451"/>
              </a:spcBef>
              <a:tabLst>
                <a:tab pos="0" algn="l"/>
                <a:tab pos="448392" algn="l"/>
                <a:tab pos="898375" algn="l"/>
                <a:tab pos="1348356" algn="l"/>
                <a:tab pos="1798339" algn="l"/>
                <a:tab pos="2248321" algn="l"/>
                <a:tab pos="2698303" algn="l"/>
                <a:tab pos="3148284" algn="l"/>
                <a:tab pos="3598268" algn="l"/>
                <a:tab pos="4048249" algn="l"/>
                <a:tab pos="4498231" algn="l"/>
                <a:tab pos="4948213" algn="l"/>
                <a:tab pos="5398196" algn="l"/>
                <a:tab pos="5848177" algn="l"/>
                <a:tab pos="6298160" algn="l"/>
                <a:tab pos="6748142" algn="l"/>
                <a:tab pos="7198124" algn="l"/>
                <a:tab pos="7648106" algn="l"/>
                <a:tab pos="8098088" algn="l"/>
                <a:tab pos="8548070" algn="l"/>
                <a:tab pos="8998053" algn="l"/>
              </a:tabLst>
            </a:pPr>
            <a:endParaRPr lang="en-GB">
              <a:ea typeface="SimSun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04975413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5" name="Text Box 1"/>
          <p:cNvSpPr txBox="1">
            <a:spLocks noChangeArrowheads="1"/>
          </p:cNvSpPr>
          <p:nvPr/>
        </p:nvSpPr>
        <p:spPr bwMode="auto">
          <a:xfrm>
            <a:off x="2143126" y="695326"/>
            <a:ext cx="2571750" cy="3429000"/>
          </a:xfrm>
          <a:prstGeom prst="rect">
            <a:avLst/>
          </a:prstGeom>
          <a:solidFill>
            <a:srgbClr val="FFFFFF"/>
          </a:solidFill>
          <a:ln w="9360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lIns="91586" tIns="45794" rIns="91586" bIns="45794" anchor="ctr"/>
          <a:lstStyle/>
          <a:p>
            <a:endParaRPr lang="ja-JP" altLang="en-US"/>
          </a:p>
        </p:txBody>
      </p:sp>
      <p:sp>
        <p:nvSpPr>
          <p:cNvPr id="11266" name="Rectangle 2"/>
          <p:cNvSpPr txBox="1">
            <a:spLocks noGrp="1" noChangeArrowheads="1"/>
          </p:cNvSpPr>
          <p:nvPr>
            <p:ph type="body"/>
          </p:nvPr>
        </p:nvSpPr>
        <p:spPr bwMode="auto">
          <a:xfrm>
            <a:off x="685801" y="4343401"/>
            <a:ext cx="5480050" cy="4108450"/>
          </a:xfrm>
          <a:prstGeom prst="rect">
            <a:avLst/>
          </a:prstGeom>
          <a:noFill/>
          <a:ln>
            <a:round/>
            <a:headEnd/>
            <a:tailEnd/>
          </a:ln>
        </p:spPr>
        <p:txBody>
          <a:bodyPr wrap="none" anchor="ctr"/>
          <a:lstStyle/>
          <a:p>
            <a:pPr>
              <a:spcBef>
                <a:spcPts val="451"/>
              </a:spcBef>
              <a:tabLst>
                <a:tab pos="0" algn="l"/>
                <a:tab pos="448392" algn="l"/>
                <a:tab pos="898375" algn="l"/>
                <a:tab pos="1348356" algn="l"/>
                <a:tab pos="1798339" algn="l"/>
                <a:tab pos="2248321" algn="l"/>
                <a:tab pos="2698303" algn="l"/>
                <a:tab pos="3148284" algn="l"/>
                <a:tab pos="3598268" algn="l"/>
                <a:tab pos="4048249" algn="l"/>
                <a:tab pos="4498231" algn="l"/>
                <a:tab pos="4948213" algn="l"/>
                <a:tab pos="5398196" algn="l"/>
                <a:tab pos="5848177" algn="l"/>
                <a:tab pos="6298160" algn="l"/>
                <a:tab pos="6748142" algn="l"/>
                <a:tab pos="7198124" algn="l"/>
                <a:tab pos="7648106" algn="l"/>
                <a:tab pos="8098088" algn="l"/>
                <a:tab pos="8548070" algn="l"/>
                <a:tab pos="8998053" algn="l"/>
              </a:tabLst>
            </a:pPr>
            <a:endParaRPr lang="en-GB">
              <a:ea typeface="SimSun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91550169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1" name="Text Box 1"/>
          <p:cNvSpPr txBox="1">
            <a:spLocks noChangeArrowheads="1"/>
          </p:cNvSpPr>
          <p:nvPr/>
        </p:nvSpPr>
        <p:spPr bwMode="auto">
          <a:xfrm>
            <a:off x="2143126" y="695326"/>
            <a:ext cx="2571750" cy="3429000"/>
          </a:xfrm>
          <a:prstGeom prst="rect">
            <a:avLst/>
          </a:prstGeom>
          <a:solidFill>
            <a:srgbClr val="FFFFFF"/>
          </a:solidFill>
          <a:ln w="9360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lIns="91586" tIns="45794" rIns="91586" bIns="45794" anchor="ctr"/>
          <a:lstStyle/>
          <a:p>
            <a:endParaRPr lang="ja-JP" altLang="en-US"/>
          </a:p>
        </p:txBody>
      </p:sp>
      <p:sp>
        <p:nvSpPr>
          <p:cNvPr id="10242" name="Rectangle 2"/>
          <p:cNvSpPr txBox="1">
            <a:spLocks noGrp="1" noChangeArrowheads="1"/>
          </p:cNvSpPr>
          <p:nvPr>
            <p:ph type="body"/>
          </p:nvPr>
        </p:nvSpPr>
        <p:spPr bwMode="auto">
          <a:xfrm>
            <a:off x="685801" y="4343401"/>
            <a:ext cx="5480050" cy="4108450"/>
          </a:xfrm>
          <a:prstGeom prst="rect">
            <a:avLst/>
          </a:prstGeom>
          <a:noFill/>
          <a:ln>
            <a:round/>
            <a:headEnd/>
            <a:tailEnd/>
          </a:ln>
        </p:spPr>
        <p:txBody>
          <a:bodyPr wrap="none" anchor="ctr"/>
          <a:lstStyle/>
          <a:p>
            <a:pPr>
              <a:spcBef>
                <a:spcPts val="451"/>
              </a:spcBef>
              <a:tabLst>
                <a:tab pos="0" algn="l"/>
                <a:tab pos="448392" algn="l"/>
                <a:tab pos="898375" algn="l"/>
                <a:tab pos="1348356" algn="l"/>
                <a:tab pos="1798339" algn="l"/>
                <a:tab pos="2248321" algn="l"/>
                <a:tab pos="2698303" algn="l"/>
                <a:tab pos="3148284" algn="l"/>
                <a:tab pos="3598268" algn="l"/>
                <a:tab pos="4048249" algn="l"/>
                <a:tab pos="4498231" algn="l"/>
                <a:tab pos="4948213" algn="l"/>
                <a:tab pos="5398196" algn="l"/>
                <a:tab pos="5848177" algn="l"/>
                <a:tab pos="6298160" algn="l"/>
                <a:tab pos="6748142" algn="l"/>
                <a:tab pos="7198124" algn="l"/>
                <a:tab pos="7648106" algn="l"/>
                <a:tab pos="8098088" algn="l"/>
                <a:tab pos="8548070" algn="l"/>
                <a:tab pos="8998053" algn="l"/>
              </a:tabLst>
            </a:pPr>
            <a:endParaRPr lang="en-GB">
              <a:ea typeface="SimSun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675211066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5" name="Text Box 1"/>
          <p:cNvSpPr txBox="1">
            <a:spLocks noChangeArrowheads="1"/>
          </p:cNvSpPr>
          <p:nvPr/>
        </p:nvSpPr>
        <p:spPr bwMode="auto">
          <a:xfrm>
            <a:off x="2143126" y="695326"/>
            <a:ext cx="2571750" cy="3429000"/>
          </a:xfrm>
          <a:prstGeom prst="rect">
            <a:avLst/>
          </a:prstGeom>
          <a:solidFill>
            <a:srgbClr val="FFFFFF"/>
          </a:solidFill>
          <a:ln w="9360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lIns="91586" tIns="45794" rIns="91586" bIns="45794" anchor="ctr"/>
          <a:lstStyle/>
          <a:p>
            <a:endParaRPr lang="ja-JP" altLang="en-US"/>
          </a:p>
        </p:txBody>
      </p:sp>
      <p:sp>
        <p:nvSpPr>
          <p:cNvPr id="11266" name="Rectangle 2"/>
          <p:cNvSpPr txBox="1">
            <a:spLocks noGrp="1" noChangeArrowheads="1"/>
          </p:cNvSpPr>
          <p:nvPr>
            <p:ph type="body"/>
          </p:nvPr>
        </p:nvSpPr>
        <p:spPr bwMode="auto">
          <a:xfrm>
            <a:off x="685801" y="4343401"/>
            <a:ext cx="5480050" cy="4108450"/>
          </a:xfrm>
          <a:prstGeom prst="rect">
            <a:avLst/>
          </a:prstGeom>
          <a:noFill/>
          <a:ln>
            <a:round/>
            <a:headEnd/>
            <a:tailEnd/>
          </a:ln>
        </p:spPr>
        <p:txBody>
          <a:bodyPr wrap="none" anchor="ctr"/>
          <a:lstStyle/>
          <a:p>
            <a:pPr>
              <a:spcBef>
                <a:spcPts val="451"/>
              </a:spcBef>
              <a:tabLst>
                <a:tab pos="0" algn="l"/>
                <a:tab pos="448392" algn="l"/>
                <a:tab pos="898375" algn="l"/>
                <a:tab pos="1348356" algn="l"/>
                <a:tab pos="1798339" algn="l"/>
                <a:tab pos="2248321" algn="l"/>
                <a:tab pos="2698303" algn="l"/>
                <a:tab pos="3148284" algn="l"/>
                <a:tab pos="3598268" algn="l"/>
                <a:tab pos="4048249" algn="l"/>
                <a:tab pos="4498231" algn="l"/>
                <a:tab pos="4948213" algn="l"/>
                <a:tab pos="5398196" algn="l"/>
                <a:tab pos="5848177" algn="l"/>
                <a:tab pos="6298160" algn="l"/>
                <a:tab pos="6748142" algn="l"/>
                <a:tab pos="7198124" algn="l"/>
                <a:tab pos="7648106" algn="l"/>
                <a:tab pos="8098088" algn="l"/>
                <a:tab pos="8548070" algn="l"/>
                <a:tab pos="8998053" algn="l"/>
              </a:tabLst>
            </a:pPr>
            <a:endParaRPr lang="en-GB">
              <a:ea typeface="SimSun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98825895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5" name="Text Box 1"/>
          <p:cNvSpPr txBox="1">
            <a:spLocks noChangeArrowheads="1"/>
          </p:cNvSpPr>
          <p:nvPr/>
        </p:nvSpPr>
        <p:spPr bwMode="auto">
          <a:xfrm>
            <a:off x="2143126" y="695326"/>
            <a:ext cx="2571750" cy="3429000"/>
          </a:xfrm>
          <a:prstGeom prst="rect">
            <a:avLst/>
          </a:prstGeom>
          <a:solidFill>
            <a:srgbClr val="FFFFFF"/>
          </a:solidFill>
          <a:ln w="9360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lIns="91586" tIns="45794" rIns="91586" bIns="45794" anchor="ctr"/>
          <a:lstStyle/>
          <a:p>
            <a:endParaRPr lang="ja-JP" altLang="en-US"/>
          </a:p>
        </p:txBody>
      </p:sp>
      <p:sp>
        <p:nvSpPr>
          <p:cNvPr id="11266" name="Rectangle 2"/>
          <p:cNvSpPr txBox="1">
            <a:spLocks noGrp="1" noChangeArrowheads="1"/>
          </p:cNvSpPr>
          <p:nvPr>
            <p:ph type="body"/>
          </p:nvPr>
        </p:nvSpPr>
        <p:spPr bwMode="auto">
          <a:xfrm>
            <a:off x="685801" y="4343401"/>
            <a:ext cx="5480050" cy="4108450"/>
          </a:xfrm>
          <a:prstGeom prst="rect">
            <a:avLst/>
          </a:prstGeom>
          <a:noFill/>
          <a:ln>
            <a:round/>
            <a:headEnd/>
            <a:tailEnd/>
          </a:ln>
        </p:spPr>
        <p:txBody>
          <a:bodyPr wrap="none" anchor="ctr"/>
          <a:lstStyle/>
          <a:p>
            <a:pPr>
              <a:spcBef>
                <a:spcPts val="451"/>
              </a:spcBef>
              <a:tabLst>
                <a:tab pos="0" algn="l"/>
                <a:tab pos="448392" algn="l"/>
                <a:tab pos="898375" algn="l"/>
                <a:tab pos="1348356" algn="l"/>
                <a:tab pos="1798339" algn="l"/>
                <a:tab pos="2248321" algn="l"/>
                <a:tab pos="2698303" algn="l"/>
                <a:tab pos="3148284" algn="l"/>
                <a:tab pos="3598268" algn="l"/>
                <a:tab pos="4048249" algn="l"/>
                <a:tab pos="4498231" algn="l"/>
                <a:tab pos="4948213" algn="l"/>
                <a:tab pos="5398196" algn="l"/>
                <a:tab pos="5848177" algn="l"/>
                <a:tab pos="6298160" algn="l"/>
                <a:tab pos="6748142" algn="l"/>
                <a:tab pos="7198124" algn="l"/>
                <a:tab pos="7648106" algn="l"/>
                <a:tab pos="8098088" algn="l"/>
                <a:tab pos="8548070" algn="l"/>
                <a:tab pos="8998053" algn="l"/>
              </a:tabLst>
            </a:pPr>
            <a:endParaRPr lang="en-GB">
              <a:ea typeface="SimSun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364540160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1" name="Text Box 1"/>
          <p:cNvSpPr txBox="1">
            <a:spLocks noChangeArrowheads="1"/>
          </p:cNvSpPr>
          <p:nvPr/>
        </p:nvSpPr>
        <p:spPr bwMode="auto">
          <a:xfrm>
            <a:off x="2143126" y="695326"/>
            <a:ext cx="2571750" cy="3429000"/>
          </a:xfrm>
          <a:prstGeom prst="rect">
            <a:avLst/>
          </a:prstGeom>
          <a:solidFill>
            <a:srgbClr val="FFFFFF"/>
          </a:solidFill>
          <a:ln w="9360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lIns="91586" tIns="45794" rIns="91586" bIns="45794" anchor="ctr"/>
          <a:lstStyle/>
          <a:p>
            <a:endParaRPr lang="ja-JP" altLang="en-US"/>
          </a:p>
        </p:txBody>
      </p:sp>
      <p:sp>
        <p:nvSpPr>
          <p:cNvPr id="10242" name="Rectangle 2"/>
          <p:cNvSpPr txBox="1">
            <a:spLocks noGrp="1" noChangeArrowheads="1"/>
          </p:cNvSpPr>
          <p:nvPr>
            <p:ph type="body"/>
          </p:nvPr>
        </p:nvSpPr>
        <p:spPr bwMode="auto">
          <a:xfrm>
            <a:off x="685801" y="4343401"/>
            <a:ext cx="5480050" cy="4108450"/>
          </a:xfrm>
          <a:prstGeom prst="rect">
            <a:avLst/>
          </a:prstGeom>
          <a:noFill/>
          <a:ln>
            <a:round/>
            <a:headEnd/>
            <a:tailEnd/>
          </a:ln>
        </p:spPr>
        <p:txBody>
          <a:bodyPr wrap="none" anchor="ctr"/>
          <a:lstStyle/>
          <a:p>
            <a:pPr>
              <a:spcBef>
                <a:spcPts val="451"/>
              </a:spcBef>
              <a:tabLst>
                <a:tab pos="0" algn="l"/>
                <a:tab pos="448392" algn="l"/>
                <a:tab pos="898375" algn="l"/>
                <a:tab pos="1348356" algn="l"/>
                <a:tab pos="1798339" algn="l"/>
                <a:tab pos="2248321" algn="l"/>
                <a:tab pos="2698303" algn="l"/>
                <a:tab pos="3148284" algn="l"/>
                <a:tab pos="3598268" algn="l"/>
                <a:tab pos="4048249" algn="l"/>
                <a:tab pos="4498231" algn="l"/>
                <a:tab pos="4948213" algn="l"/>
                <a:tab pos="5398196" algn="l"/>
                <a:tab pos="5848177" algn="l"/>
                <a:tab pos="6298160" algn="l"/>
                <a:tab pos="6748142" algn="l"/>
                <a:tab pos="7198124" algn="l"/>
                <a:tab pos="7648106" algn="l"/>
                <a:tab pos="8098088" algn="l"/>
                <a:tab pos="8548070" algn="l"/>
                <a:tab pos="8998053" algn="l"/>
              </a:tabLst>
            </a:pPr>
            <a:endParaRPr lang="en-GB">
              <a:ea typeface="SimSun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931809665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5" name="Text Box 1"/>
          <p:cNvSpPr txBox="1">
            <a:spLocks noChangeArrowheads="1"/>
          </p:cNvSpPr>
          <p:nvPr/>
        </p:nvSpPr>
        <p:spPr bwMode="auto">
          <a:xfrm>
            <a:off x="2143126" y="695326"/>
            <a:ext cx="2571750" cy="3429000"/>
          </a:xfrm>
          <a:prstGeom prst="rect">
            <a:avLst/>
          </a:prstGeom>
          <a:solidFill>
            <a:srgbClr val="FFFFFF"/>
          </a:solidFill>
          <a:ln w="9360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lIns="91586" tIns="45794" rIns="91586" bIns="45794" anchor="ctr"/>
          <a:lstStyle/>
          <a:p>
            <a:endParaRPr lang="ja-JP" altLang="en-US"/>
          </a:p>
        </p:txBody>
      </p:sp>
      <p:sp>
        <p:nvSpPr>
          <p:cNvPr id="11266" name="Rectangle 2"/>
          <p:cNvSpPr txBox="1">
            <a:spLocks noGrp="1" noChangeArrowheads="1"/>
          </p:cNvSpPr>
          <p:nvPr>
            <p:ph type="body"/>
          </p:nvPr>
        </p:nvSpPr>
        <p:spPr bwMode="auto">
          <a:xfrm>
            <a:off x="685801" y="4343401"/>
            <a:ext cx="5480050" cy="4108450"/>
          </a:xfrm>
          <a:prstGeom prst="rect">
            <a:avLst/>
          </a:prstGeom>
          <a:noFill/>
          <a:ln>
            <a:round/>
            <a:headEnd/>
            <a:tailEnd/>
          </a:ln>
        </p:spPr>
        <p:txBody>
          <a:bodyPr wrap="none" anchor="ctr"/>
          <a:lstStyle/>
          <a:p>
            <a:pPr>
              <a:spcBef>
                <a:spcPts val="451"/>
              </a:spcBef>
              <a:tabLst>
                <a:tab pos="0" algn="l"/>
                <a:tab pos="448392" algn="l"/>
                <a:tab pos="898375" algn="l"/>
                <a:tab pos="1348356" algn="l"/>
                <a:tab pos="1798339" algn="l"/>
                <a:tab pos="2248321" algn="l"/>
                <a:tab pos="2698303" algn="l"/>
                <a:tab pos="3148284" algn="l"/>
                <a:tab pos="3598268" algn="l"/>
                <a:tab pos="4048249" algn="l"/>
                <a:tab pos="4498231" algn="l"/>
                <a:tab pos="4948213" algn="l"/>
                <a:tab pos="5398196" algn="l"/>
                <a:tab pos="5848177" algn="l"/>
                <a:tab pos="6298160" algn="l"/>
                <a:tab pos="6748142" algn="l"/>
                <a:tab pos="7198124" algn="l"/>
                <a:tab pos="7648106" algn="l"/>
                <a:tab pos="8098088" algn="l"/>
                <a:tab pos="8548070" algn="l"/>
                <a:tab pos="8998053" algn="l"/>
              </a:tabLst>
            </a:pPr>
            <a:endParaRPr lang="en-GB">
              <a:ea typeface="SimSun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52183279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5" name="Text Box 1"/>
          <p:cNvSpPr txBox="1">
            <a:spLocks noChangeArrowheads="1"/>
          </p:cNvSpPr>
          <p:nvPr/>
        </p:nvSpPr>
        <p:spPr bwMode="auto">
          <a:xfrm>
            <a:off x="2143126" y="695326"/>
            <a:ext cx="2571750" cy="3429000"/>
          </a:xfrm>
          <a:prstGeom prst="rect">
            <a:avLst/>
          </a:prstGeom>
          <a:solidFill>
            <a:srgbClr val="FFFFFF"/>
          </a:solidFill>
          <a:ln w="9360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lIns="91586" tIns="45794" rIns="91586" bIns="45794" anchor="ctr"/>
          <a:lstStyle/>
          <a:p>
            <a:endParaRPr lang="ja-JP" altLang="en-US"/>
          </a:p>
        </p:txBody>
      </p:sp>
      <p:sp>
        <p:nvSpPr>
          <p:cNvPr id="11266" name="Rectangle 2"/>
          <p:cNvSpPr txBox="1">
            <a:spLocks noGrp="1" noChangeArrowheads="1"/>
          </p:cNvSpPr>
          <p:nvPr>
            <p:ph type="body"/>
          </p:nvPr>
        </p:nvSpPr>
        <p:spPr bwMode="auto">
          <a:xfrm>
            <a:off x="685801" y="4343401"/>
            <a:ext cx="5480050" cy="4108450"/>
          </a:xfrm>
          <a:prstGeom prst="rect">
            <a:avLst/>
          </a:prstGeom>
          <a:noFill/>
          <a:ln>
            <a:round/>
            <a:headEnd/>
            <a:tailEnd/>
          </a:ln>
        </p:spPr>
        <p:txBody>
          <a:bodyPr wrap="none" anchor="ctr"/>
          <a:lstStyle/>
          <a:p>
            <a:pPr>
              <a:spcBef>
                <a:spcPts val="451"/>
              </a:spcBef>
              <a:tabLst>
                <a:tab pos="0" algn="l"/>
                <a:tab pos="448392" algn="l"/>
                <a:tab pos="898375" algn="l"/>
                <a:tab pos="1348356" algn="l"/>
                <a:tab pos="1798339" algn="l"/>
                <a:tab pos="2248321" algn="l"/>
                <a:tab pos="2698303" algn="l"/>
                <a:tab pos="3148284" algn="l"/>
                <a:tab pos="3598268" algn="l"/>
                <a:tab pos="4048249" algn="l"/>
                <a:tab pos="4498231" algn="l"/>
                <a:tab pos="4948213" algn="l"/>
                <a:tab pos="5398196" algn="l"/>
                <a:tab pos="5848177" algn="l"/>
                <a:tab pos="6298160" algn="l"/>
                <a:tab pos="6748142" algn="l"/>
                <a:tab pos="7198124" algn="l"/>
                <a:tab pos="7648106" algn="l"/>
                <a:tab pos="8098088" algn="l"/>
                <a:tab pos="8548070" algn="l"/>
                <a:tab pos="8998053" algn="l"/>
              </a:tabLst>
            </a:pPr>
            <a:endParaRPr lang="en-GB">
              <a:ea typeface="SimSun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632045165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5" name="Text Box 1"/>
          <p:cNvSpPr txBox="1">
            <a:spLocks noChangeArrowheads="1"/>
          </p:cNvSpPr>
          <p:nvPr/>
        </p:nvSpPr>
        <p:spPr bwMode="auto">
          <a:xfrm>
            <a:off x="2143126" y="695326"/>
            <a:ext cx="2571750" cy="3429000"/>
          </a:xfrm>
          <a:prstGeom prst="rect">
            <a:avLst/>
          </a:prstGeom>
          <a:solidFill>
            <a:srgbClr val="FFFFFF"/>
          </a:solidFill>
          <a:ln w="9360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lIns="91586" tIns="45794" rIns="91586" bIns="45794" anchor="ctr"/>
          <a:lstStyle/>
          <a:p>
            <a:endParaRPr lang="ja-JP" altLang="en-US"/>
          </a:p>
        </p:txBody>
      </p:sp>
      <p:sp>
        <p:nvSpPr>
          <p:cNvPr id="11266" name="Rectangle 2"/>
          <p:cNvSpPr txBox="1">
            <a:spLocks noGrp="1" noChangeArrowheads="1"/>
          </p:cNvSpPr>
          <p:nvPr>
            <p:ph type="body"/>
          </p:nvPr>
        </p:nvSpPr>
        <p:spPr bwMode="auto">
          <a:xfrm>
            <a:off x="685801" y="4343401"/>
            <a:ext cx="5480050" cy="4108450"/>
          </a:xfrm>
          <a:prstGeom prst="rect">
            <a:avLst/>
          </a:prstGeom>
          <a:noFill/>
          <a:ln>
            <a:round/>
            <a:headEnd/>
            <a:tailEnd/>
          </a:ln>
        </p:spPr>
        <p:txBody>
          <a:bodyPr wrap="none" anchor="ctr"/>
          <a:lstStyle/>
          <a:p>
            <a:pPr>
              <a:spcBef>
                <a:spcPts val="451"/>
              </a:spcBef>
              <a:tabLst>
                <a:tab pos="0" algn="l"/>
                <a:tab pos="448392" algn="l"/>
                <a:tab pos="898375" algn="l"/>
                <a:tab pos="1348356" algn="l"/>
                <a:tab pos="1798339" algn="l"/>
                <a:tab pos="2248321" algn="l"/>
                <a:tab pos="2698303" algn="l"/>
                <a:tab pos="3148284" algn="l"/>
                <a:tab pos="3598268" algn="l"/>
                <a:tab pos="4048249" algn="l"/>
                <a:tab pos="4498231" algn="l"/>
                <a:tab pos="4948213" algn="l"/>
                <a:tab pos="5398196" algn="l"/>
                <a:tab pos="5848177" algn="l"/>
                <a:tab pos="6298160" algn="l"/>
                <a:tab pos="6748142" algn="l"/>
                <a:tab pos="7198124" algn="l"/>
                <a:tab pos="7648106" algn="l"/>
                <a:tab pos="8098088" algn="l"/>
                <a:tab pos="8548070" algn="l"/>
                <a:tab pos="8998053" algn="l"/>
              </a:tabLst>
            </a:pPr>
            <a:endParaRPr lang="en-GB">
              <a:ea typeface="SimSun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05739509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5" name="Text Box 1"/>
          <p:cNvSpPr txBox="1">
            <a:spLocks noChangeArrowheads="1"/>
          </p:cNvSpPr>
          <p:nvPr/>
        </p:nvSpPr>
        <p:spPr bwMode="auto">
          <a:xfrm>
            <a:off x="2143126" y="695326"/>
            <a:ext cx="2571750" cy="3429000"/>
          </a:xfrm>
          <a:prstGeom prst="rect">
            <a:avLst/>
          </a:prstGeom>
          <a:solidFill>
            <a:srgbClr val="FFFFFF"/>
          </a:solidFill>
          <a:ln w="9360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lIns="91586" tIns="45794" rIns="91586" bIns="45794" anchor="ctr"/>
          <a:lstStyle/>
          <a:p>
            <a:endParaRPr lang="ja-JP" altLang="en-US"/>
          </a:p>
        </p:txBody>
      </p:sp>
      <p:sp>
        <p:nvSpPr>
          <p:cNvPr id="11266" name="Rectangle 2"/>
          <p:cNvSpPr txBox="1">
            <a:spLocks noGrp="1" noChangeArrowheads="1"/>
          </p:cNvSpPr>
          <p:nvPr>
            <p:ph type="body"/>
          </p:nvPr>
        </p:nvSpPr>
        <p:spPr bwMode="auto">
          <a:xfrm>
            <a:off x="685801" y="4343401"/>
            <a:ext cx="5480050" cy="4108450"/>
          </a:xfrm>
          <a:prstGeom prst="rect">
            <a:avLst/>
          </a:prstGeom>
          <a:noFill/>
          <a:ln>
            <a:round/>
            <a:headEnd/>
            <a:tailEnd/>
          </a:ln>
        </p:spPr>
        <p:txBody>
          <a:bodyPr wrap="none" anchor="ctr"/>
          <a:lstStyle/>
          <a:p>
            <a:pPr>
              <a:spcBef>
                <a:spcPts val="451"/>
              </a:spcBef>
              <a:tabLst>
                <a:tab pos="0" algn="l"/>
                <a:tab pos="448392" algn="l"/>
                <a:tab pos="898375" algn="l"/>
                <a:tab pos="1348356" algn="l"/>
                <a:tab pos="1798339" algn="l"/>
                <a:tab pos="2248321" algn="l"/>
                <a:tab pos="2698303" algn="l"/>
                <a:tab pos="3148284" algn="l"/>
                <a:tab pos="3598268" algn="l"/>
                <a:tab pos="4048249" algn="l"/>
                <a:tab pos="4498231" algn="l"/>
                <a:tab pos="4948213" algn="l"/>
                <a:tab pos="5398196" algn="l"/>
                <a:tab pos="5848177" algn="l"/>
                <a:tab pos="6298160" algn="l"/>
                <a:tab pos="6748142" algn="l"/>
                <a:tab pos="7198124" algn="l"/>
                <a:tab pos="7648106" algn="l"/>
                <a:tab pos="8098088" algn="l"/>
                <a:tab pos="8548070" algn="l"/>
                <a:tab pos="8998053" algn="l"/>
              </a:tabLst>
            </a:pPr>
            <a:endParaRPr lang="en-GB">
              <a:ea typeface="SimSun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82502585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1" name="Text Box 1"/>
          <p:cNvSpPr txBox="1">
            <a:spLocks noChangeArrowheads="1"/>
          </p:cNvSpPr>
          <p:nvPr/>
        </p:nvSpPr>
        <p:spPr bwMode="auto">
          <a:xfrm>
            <a:off x="2143126" y="695326"/>
            <a:ext cx="2571750" cy="3429000"/>
          </a:xfrm>
          <a:prstGeom prst="rect">
            <a:avLst/>
          </a:prstGeom>
          <a:solidFill>
            <a:srgbClr val="FFFFFF"/>
          </a:solidFill>
          <a:ln w="9360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lIns="91586" tIns="45794" rIns="91586" bIns="45794" anchor="ctr"/>
          <a:lstStyle/>
          <a:p>
            <a:endParaRPr lang="ja-JP" altLang="en-US"/>
          </a:p>
        </p:txBody>
      </p:sp>
      <p:sp>
        <p:nvSpPr>
          <p:cNvPr id="10242" name="Rectangle 2"/>
          <p:cNvSpPr txBox="1">
            <a:spLocks noGrp="1" noChangeArrowheads="1"/>
          </p:cNvSpPr>
          <p:nvPr>
            <p:ph type="body"/>
          </p:nvPr>
        </p:nvSpPr>
        <p:spPr bwMode="auto">
          <a:xfrm>
            <a:off x="685801" y="4343401"/>
            <a:ext cx="5480050" cy="4108450"/>
          </a:xfrm>
          <a:prstGeom prst="rect">
            <a:avLst/>
          </a:prstGeom>
          <a:noFill/>
          <a:ln>
            <a:round/>
            <a:headEnd/>
            <a:tailEnd/>
          </a:ln>
        </p:spPr>
        <p:txBody>
          <a:bodyPr wrap="none" anchor="ctr"/>
          <a:lstStyle/>
          <a:p>
            <a:pPr>
              <a:spcBef>
                <a:spcPts val="451"/>
              </a:spcBef>
              <a:tabLst>
                <a:tab pos="0" algn="l"/>
                <a:tab pos="448392" algn="l"/>
                <a:tab pos="898375" algn="l"/>
                <a:tab pos="1348356" algn="l"/>
                <a:tab pos="1798339" algn="l"/>
                <a:tab pos="2248321" algn="l"/>
                <a:tab pos="2698303" algn="l"/>
                <a:tab pos="3148284" algn="l"/>
                <a:tab pos="3598268" algn="l"/>
                <a:tab pos="4048249" algn="l"/>
                <a:tab pos="4498231" algn="l"/>
                <a:tab pos="4948213" algn="l"/>
                <a:tab pos="5398196" algn="l"/>
                <a:tab pos="5848177" algn="l"/>
                <a:tab pos="6298160" algn="l"/>
                <a:tab pos="6748142" algn="l"/>
                <a:tab pos="7198124" algn="l"/>
                <a:tab pos="7648106" algn="l"/>
                <a:tab pos="8098088" algn="l"/>
                <a:tab pos="8548070" algn="l"/>
                <a:tab pos="8998053" algn="l"/>
              </a:tabLst>
            </a:pPr>
            <a:endParaRPr lang="en-GB">
              <a:ea typeface="SimSun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166777853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1" name="Text Box 1"/>
          <p:cNvSpPr txBox="1">
            <a:spLocks noChangeArrowheads="1"/>
          </p:cNvSpPr>
          <p:nvPr/>
        </p:nvSpPr>
        <p:spPr bwMode="auto">
          <a:xfrm>
            <a:off x="2143126" y="695326"/>
            <a:ext cx="2571750" cy="3429000"/>
          </a:xfrm>
          <a:prstGeom prst="rect">
            <a:avLst/>
          </a:prstGeom>
          <a:solidFill>
            <a:srgbClr val="FFFFFF"/>
          </a:solidFill>
          <a:ln w="9360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lIns="91586" tIns="45794" rIns="91586" bIns="45794" anchor="ctr"/>
          <a:lstStyle/>
          <a:p>
            <a:endParaRPr lang="ja-JP" altLang="en-US"/>
          </a:p>
        </p:txBody>
      </p:sp>
      <p:sp>
        <p:nvSpPr>
          <p:cNvPr id="10242" name="Rectangle 2"/>
          <p:cNvSpPr txBox="1">
            <a:spLocks noGrp="1" noChangeArrowheads="1"/>
          </p:cNvSpPr>
          <p:nvPr>
            <p:ph type="body"/>
          </p:nvPr>
        </p:nvSpPr>
        <p:spPr bwMode="auto">
          <a:xfrm>
            <a:off x="685801" y="4343401"/>
            <a:ext cx="5480050" cy="4108450"/>
          </a:xfrm>
          <a:prstGeom prst="rect">
            <a:avLst/>
          </a:prstGeom>
          <a:noFill/>
          <a:ln>
            <a:round/>
            <a:headEnd/>
            <a:tailEnd/>
          </a:ln>
        </p:spPr>
        <p:txBody>
          <a:bodyPr wrap="none" anchor="ctr"/>
          <a:lstStyle/>
          <a:p>
            <a:pPr>
              <a:spcBef>
                <a:spcPts val="451"/>
              </a:spcBef>
              <a:tabLst>
                <a:tab pos="0" algn="l"/>
                <a:tab pos="448392" algn="l"/>
                <a:tab pos="898375" algn="l"/>
                <a:tab pos="1348356" algn="l"/>
                <a:tab pos="1798339" algn="l"/>
                <a:tab pos="2248321" algn="l"/>
                <a:tab pos="2698303" algn="l"/>
                <a:tab pos="3148284" algn="l"/>
                <a:tab pos="3598268" algn="l"/>
                <a:tab pos="4048249" algn="l"/>
                <a:tab pos="4498231" algn="l"/>
                <a:tab pos="4948213" algn="l"/>
                <a:tab pos="5398196" algn="l"/>
                <a:tab pos="5848177" algn="l"/>
                <a:tab pos="6298160" algn="l"/>
                <a:tab pos="6748142" algn="l"/>
                <a:tab pos="7198124" algn="l"/>
                <a:tab pos="7648106" algn="l"/>
                <a:tab pos="8098088" algn="l"/>
                <a:tab pos="8548070" algn="l"/>
                <a:tab pos="8998053" algn="l"/>
              </a:tabLst>
            </a:pPr>
            <a:endParaRPr lang="en-GB">
              <a:ea typeface="SimSun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4042800420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1" name="Text Box 1"/>
          <p:cNvSpPr txBox="1">
            <a:spLocks noChangeArrowheads="1"/>
          </p:cNvSpPr>
          <p:nvPr/>
        </p:nvSpPr>
        <p:spPr bwMode="auto">
          <a:xfrm>
            <a:off x="2143126" y="695326"/>
            <a:ext cx="2571750" cy="3429000"/>
          </a:xfrm>
          <a:prstGeom prst="rect">
            <a:avLst/>
          </a:prstGeom>
          <a:solidFill>
            <a:srgbClr val="FFFFFF"/>
          </a:solidFill>
          <a:ln w="9360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lIns="91586" tIns="45794" rIns="91586" bIns="45794" anchor="ctr"/>
          <a:lstStyle/>
          <a:p>
            <a:endParaRPr lang="ja-JP" altLang="en-US"/>
          </a:p>
        </p:txBody>
      </p:sp>
      <p:sp>
        <p:nvSpPr>
          <p:cNvPr id="10242" name="Rectangle 2"/>
          <p:cNvSpPr txBox="1">
            <a:spLocks noGrp="1" noChangeArrowheads="1"/>
          </p:cNvSpPr>
          <p:nvPr>
            <p:ph type="body"/>
          </p:nvPr>
        </p:nvSpPr>
        <p:spPr bwMode="auto">
          <a:xfrm>
            <a:off x="685801" y="4343401"/>
            <a:ext cx="5480050" cy="4108450"/>
          </a:xfrm>
          <a:prstGeom prst="rect">
            <a:avLst/>
          </a:prstGeom>
          <a:noFill/>
          <a:ln>
            <a:round/>
            <a:headEnd/>
            <a:tailEnd/>
          </a:ln>
        </p:spPr>
        <p:txBody>
          <a:bodyPr wrap="none" anchor="ctr"/>
          <a:lstStyle/>
          <a:p>
            <a:pPr>
              <a:spcBef>
                <a:spcPts val="451"/>
              </a:spcBef>
              <a:tabLst>
                <a:tab pos="0" algn="l"/>
                <a:tab pos="448392" algn="l"/>
                <a:tab pos="898375" algn="l"/>
                <a:tab pos="1348356" algn="l"/>
                <a:tab pos="1798339" algn="l"/>
                <a:tab pos="2248321" algn="l"/>
                <a:tab pos="2698303" algn="l"/>
                <a:tab pos="3148284" algn="l"/>
                <a:tab pos="3598268" algn="l"/>
                <a:tab pos="4048249" algn="l"/>
                <a:tab pos="4498231" algn="l"/>
                <a:tab pos="4948213" algn="l"/>
                <a:tab pos="5398196" algn="l"/>
                <a:tab pos="5848177" algn="l"/>
                <a:tab pos="6298160" algn="l"/>
                <a:tab pos="6748142" algn="l"/>
                <a:tab pos="7198124" algn="l"/>
                <a:tab pos="7648106" algn="l"/>
                <a:tab pos="8098088" algn="l"/>
                <a:tab pos="8548070" algn="l"/>
                <a:tab pos="8998053" algn="l"/>
              </a:tabLst>
            </a:pPr>
            <a:endParaRPr lang="en-GB">
              <a:ea typeface="SimSun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838551590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1" name="Text Box 1"/>
          <p:cNvSpPr txBox="1">
            <a:spLocks noChangeArrowheads="1"/>
          </p:cNvSpPr>
          <p:nvPr/>
        </p:nvSpPr>
        <p:spPr bwMode="auto">
          <a:xfrm>
            <a:off x="2143126" y="695326"/>
            <a:ext cx="2571750" cy="3429000"/>
          </a:xfrm>
          <a:prstGeom prst="rect">
            <a:avLst/>
          </a:prstGeom>
          <a:solidFill>
            <a:srgbClr val="FFFFFF"/>
          </a:solidFill>
          <a:ln w="9360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lIns="91586" tIns="45794" rIns="91586" bIns="45794" anchor="ctr"/>
          <a:lstStyle/>
          <a:p>
            <a:endParaRPr lang="ja-JP" altLang="en-US"/>
          </a:p>
        </p:txBody>
      </p:sp>
      <p:sp>
        <p:nvSpPr>
          <p:cNvPr id="10242" name="Rectangle 2"/>
          <p:cNvSpPr txBox="1">
            <a:spLocks noGrp="1" noChangeArrowheads="1"/>
          </p:cNvSpPr>
          <p:nvPr>
            <p:ph type="body"/>
          </p:nvPr>
        </p:nvSpPr>
        <p:spPr bwMode="auto">
          <a:xfrm>
            <a:off x="685801" y="4343401"/>
            <a:ext cx="5480050" cy="4108450"/>
          </a:xfrm>
          <a:prstGeom prst="rect">
            <a:avLst/>
          </a:prstGeom>
          <a:noFill/>
          <a:ln>
            <a:round/>
            <a:headEnd/>
            <a:tailEnd/>
          </a:ln>
        </p:spPr>
        <p:txBody>
          <a:bodyPr wrap="none" anchor="ctr"/>
          <a:lstStyle/>
          <a:p>
            <a:pPr>
              <a:spcBef>
                <a:spcPts val="451"/>
              </a:spcBef>
              <a:tabLst>
                <a:tab pos="0" algn="l"/>
                <a:tab pos="448392" algn="l"/>
                <a:tab pos="898375" algn="l"/>
                <a:tab pos="1348356" algn="l"/>
                <a:tab pos="1798339" algn="l"/>
                <a:tab pos="2248321" algn="l"/>
                <a:tab pos="2698303" algn="l"/>
                <a:tab pos="3148284" algn="l"/>
                <a:tab pos="3598268" algn="l"/>
                <a:tab pos="4048249" algn="l"/>
                <a:tab pos="4498231" algn="l"/>
                <a:tab pos="4948213" algn="l"/>
                <a:tab pos="5398196" algn="l"/>
                <a:tab pos="5848177" algn="l"/>
                <a:tab pos="6298160" algn="l"/>
                <a:tab pos="6748142" algn="l"/>
                <a:tab pos="7198124" algn="l"/>
                <a:tab pos="7648106" algn="l"/>
                <a:tab pos="8098088" algn="l"/>
                <a:tab pos="8548070" algn="l"/>
                <a:tab pos="8998053" algn="l"/>
              </a:tabLst>
            </a:pPr>
            <a:endParaRPr lang="en-GB">
              <a:ea typeface="SimSun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561700878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5" name="Text Box 1"/>
          <p:cNvSpPr txBox="1">
            <a:spLocks noChangeArrowheads="1"/>
          </p:cNvSpPr>
          <p:nvPr/>
        </p:nvSpPr>
        <p:spPr bwMode="auto">
          <a:xfrm>
            <a:off x="2143126" y="695326"/>
            <a:ext cx="2571750" cy="3429000"/>
          </a:xfrm>
          <a:prstGeom prst="rect">
            <a:avLst/>
          </a:prstGeom>
          <a:solidFill>
            <a:srgbClr val="FFFFFF"/>
          </a:solidFill>
          <a:ln w="9360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lIns="91586" tIns="45794" rIns="91586" bIns="45794" anchor="ctr"/>
          <a:lstStyle/>
          <a:p>
            <a:endParaRPr lang="ja-JP" altLang="en-US"/>
          </a:p>
        </p:txBody>
      </p:sp>
      <p:sp>
        <p:nvSpPr>
          <p:cNvPr id="11266" name="Rectangle 2"/>
          <p:cNvSpPr txBox="1">
            <a:spLocks noGrp="1" noChangeArrowheads="1"/>
          </p:cNvSpPr>
          <p:nvPr>
            <p:ph type="body"/>
          </p:nvPr>
        </p:nvSpPr>
        <p:spPr bwMode="auto">
          <a:xfrm>
            <a:off x="685801" y="4343401"/>
            <a:ext cx="5480050" cy="4108450"/>
          </a:xfrm>
          <a:prstGeom prst="rect">
            <a:avLst/>
          </a:prstGeom>
          <a:noFill/>
          <a:ln>
            <a:round/>
            <a:headEnd/>
            <a:tailEnd/>
          </a:ln>
        </p:spPr>
        <p:txBody>
          <a:bodyPr wrap="none" anchor="ctr"/>
          <a:lstStyle/>
          <a:p>
            <a:pPr>
              <a:spcBef>
                <a:spcPts val="451"/>
              </a:spcBef>
              <a:tabLst>
                <a:tab pos="0" algn="l"/>
                <a:tab pos="448392" algn="l"/>
                <a:tab pos="898375" algn="l"/>
                <a:tab pos="1348356" algn="l"/>
                <a:tab pos="1798339" algn="l"/>
                <a:tab pos="2248321" algn="l"/>
                <a:tab pos="2698303" algn="l"/>
                <a:tab pos="3148284" algn="l"/>
                <a:tab pos="3598268" algn="l"/>
                <a:tab pos="4048249" algn="l"/>
                <a:tab pos="4498231" algn="l"/>
                <a:tab pos="4948213" algn="l"/>
                <a:tab pos="5398196" algn="l"/>
                <a:tab pos="5848177" algn="l"/>
                <a:tab pos="6298160" algn="l"/>
                <a:tab pos="6748142" algn="l"/>
                <a:tab pos="7198124" algn="l"/>
                <a:tab pos="7648106" algn="l"/>
                <a:tab pos="8098088" algn="l"/>
                <a:tab pos="8548070" algn="l"/>
                <a:tab pos="8998053" algn="l"/>
              </a:tabLst>
            </a:pPr>
            <a:endParaRPr lang="en-GB">
              <a:ea typeface="SimSun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243630893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1" name="Text Box 1"/>
          <p:cNvSpPr txBox="1">
            <a:spLocks noChangeArrowheads="1"/>
          </p:cNvSpPr>
          <p:nvPr/>
        </p:nvSpPr>
        <p:spPr bwMode="auto">
          <a:xfrm>
            <a:off x="2143126" y="695326"/>
            <a:ext cx="2571750" cy="3429000"/>
          </a:xfrm>
          <a:prstGeom prst="rect">
            <a:avLst/>
          </a:prstGeom>
          <a:solidFill>
            <a:srgbClr val="FFFFFF"/>
          </a:solidFill>
          <a:ln w="9360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lIns="91586" tIns="45794" rIns="91586" bIns="45794" anchor="ctr"/>
          <a:lstStyle/>
          <a:p>
            <a:endParaRPr lang="ja-JP" altLang="en-US"/>
          </a:p>
        </p:txBody>
      </p:sp>
      <p:sp>
        <p:nvSpPr>
          <p:cNvPr id="10242" name="Rectangle 2"/>
          <p:cNvSpPr txBox="1">
            <a:spLocks noGrp="1" noChangeArrowheads="1"/>
          </p:cNvSpPr>
          <p:nvPr>
            <p:ph type="body"/>
          </p:nvPr>
        </p:nvSpPr>
        <p:spPr bwMode="auto">
          <a:xfrm>
            <a:off x="685801" y="4343401"/>
            <a:ext cx="5480050" cy="4108450"/>
          </a:xfrm>
          <a:prstGeom prst="rect">
            <a:avLst/>
          </a:prstGeom>
          <a:noFill/>
          <a:ln>
            <a:round/>
            <a:headEnd/>
            <a:tailEnd/>
          </a:ln>
        </p:spPr>
        <p:txBody>
          <a:bodyPr wrap="none" anchor="ctr"/>
          <a:lstStyle/>
          <a:p>
            <a:pPr>
              <a:spcBef>
                <a:spcPts val="451"/>
              </a:spcBef>
              <a:tabLst>
                <a:tab pos="0" algn="l"/>
                <a:tab pos="448392" algn="l"/>
                <a:tab pos="898375" algn="l"/>
                <a:tab pos="1348356" algn="l"/>
                <a:tab pos="1798339" algn="l"/>
                <a:tab pos="2248321" algn="l"/>
                <a:tab pos="2698303" algn="l"/>
                <a:tab pos="3148284" algn="l"/>
                <a:tab pos="3598268" algn="l"/>
                <a:tab pos="4048249" algn="l"/>
                <a:tab pos="4498231" algn="l"/>
                <a:tab pos="4948213" algn="l"/>
                <a:tab pos="5398196" algn="l"/>
                <a:tab pos="5848177" algn="l"/>
                <a:tab pos="6298160" algn="l"/>
                <a:tab pos="6748142" algn="l"/>
                <a:tab pos="7198124" algn="l"/>
                <a:tab pos="7648106" algn="l"/>
                <a:tab pos="8098088" algn="l"/>
                <a:tab pos="8548070" algn="l"/>
                <a:tab pos="8998053" algn="l"/>
              </a:tabLst>
            </a:pPr>
            <a:endParaRPr lang="en-GB">
              <a:ea typeface="SimSun" charset="-122"/>
            </a:endParaRPr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5" name="Text Box 1"/>
          <p:cNvSpPr txBox="1">
            <a:spLocks noChangeArrowheads="1"/>
          </p:cNvSpPr>
          <p:nvPr/>
        </p:nvSpPr>
        <p:spPr bwMode="auto">
          <a:xfrm>
            <a:off x="2143126" y="695326"/>
            <a:ext cx="2571750" cy="3429000"/>
          </a:xfrm>
          <a:prstGeom prst="rect">
            <a:avLst/>
          </a:prstGeom>
          <a:solidFill>
            <a:srgbClr val="FFFFFF"/>
          </a:solidFill>
          <a:ln w="9360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lIns="91586" tIns="45794" rIns="91586" bIns="45794" anchor="ctr"/>
          <a:lstStyle/>
          <a:p>
            <a:endParaRPr lang="ja-JP" altLang="en-US"/>
          </a:p>
        </p:txBody>
      </p:sp>
      <p:sp>
        <p:nvSpPr>
          <p:cNvPr id="11266" name="Rectangle 2"/>
          <p:cNvSpPr txBox="1">
            <a:spLocks noGrp="1" noChangeArrowheads="1"/>
          </p:cNvSpPr>
          <p:nvPr>
            <p:ph type="body"/>
          </p:nvPr>
        </p:nvSpPr>
        <p:spPr bwMode="auto">
          <a:xfrm>
            <a:off x="685801" y="4343401"/>
            <a:ext cx="5480050" cy="4108450"/>
          </a:xfrm>
          <a:prstGeom prst="rect">
            <a:avLst/>
          </a:prstGeom>
          <a:noFill/>
          <a:ln>
            <a:round/>
            <a:headEnd/>
            <a:tailEnd/>
          </a:ln>
        </p:spPr>
        <p:txBody>
          <a:bodyPr wrap="none" anchor="ctr"/>
          <a:lstStyle/>
          <a:p>
            <a:pPr>
              <a:spcBef>
                <a:spcPts val="451"/>
              </a:spcBef>
              <a:tabLst>
                <a:tab pos="0" algn="l"/>
                <a:tab pos="448392" algn="l"/>
                <a:tab pos="898375" algn="l"/>
                <a:tab pos="1348356" algn="l"/>
                <a:tab pos="1798339" algn="l"/>
                <a:tab pos="2248321" algn="l"/>
                <a:tab pos="2698303" algn="l"/>
                <a:tab pos="3148284" algn="l"/>
                <a:tab pos="3598268" algn="l"/>
                <a:tab pos="4048249" algn="l"/>
                <a:tab pos="4498231" algn="l"/>
                <a:tab pos="4948213" algn="l"/>
                <a:tab pos="5398196" algn="l"/>
                <a:tab pos="5848177" algn="l"/>
                <a:tab pos="6298160" algn="l"/>
                <a:tab pos="6748142" algn="l"/>
                <a:tab pos="7198124" algn="l"/>
                <a:tab pos="7648106" algn="l"/>
                <a:tab pos="8098088" algn="l"/>
                <a:tab pos="8548070" algn="l"/>
                <a:tab pos="8998053" algn="l"/>
              </a:tabLst>
            </a:pPr>
            <a:endParaRPr lang="en-GB">
              <a:ea typeface="SimSun" charset="-122"/>
            </a:endParaRPr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5" name="Text Box 1"/>
          <p:cNvSpPr txBox="1">
            <a:spLocks noChangeArrowheads="1"/>
          </p:cNvSpPr>
          <p:nvPr/>
        </p:nvSpPr>
        <p:spPr bwMode="auto">
          <a:xfrm>
            <a:off x="2143126" y="695326"/>
            <a:ext cx="2571750" cy="3429000"/>
          </a:xfrm>
          <a:prstGeom prst="rect">
            <a:avLst/>
          </a:prstGeom>
          <a:solidFill>
            <a:srgbClr val="FFFFFF"/>
          </a:solidFill>
          <a:ln w="9360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lIns="91586" tIns="45794" rIns="91586" bIns="45794" anchor="ctr"/>
          <a:lstStyle/>
          <a:p>
            <a:endParaRPr lang="ja-JP" altLang="en-US"/>
          </a:p>
        </p:txBody>
      </p:sp>
      <p:sp>
        <p:nvSpPr>
          <p:cNvPr id="11266" name="Rectangle 2"/>
          <p:cNvSpPr txBox="1">
            <a:spLocks noGrp="1" noChangeArrowheads="1"/>
          </p:cNvSpPr>
          <p:nvPr>
            <p:ph type="body"/>
          </p:nvPr>
        </p:nvSpPr>
        <p:spPr bwMode="auto">
          <a:xfrm>
            <a:off x="685801" y="4343401"/>
            <a:ext cx="5480050" cy="4108450"/>
          </a:xfrm>
          <a:prstGeom prst="rect">
            <a:avLst/>
          </a:prstGeom>
          <a:noFill/>
          <a:ln>
            <a:round/>
            <a:headEnd/>
            <a:tailEnd/>
          </a:ln>
        </p:spPr>
        <p:txBody>
          <a:bodyPr wrap="none" anchor="ctr"/>
          <a:lstStyle/>
          <a:p>
            <a:pPr>
              <a:spcBef>
                <a:spcPts val="451"/>
              </a:spcBef>
              <a:tabLst>
                <a:tab pos="0" algn="l"/>
                <a:tab pos="448392" algn="l"/>
                <a:tab pos="898375" algn="l"/>
                <a:tab pos="1348356" algn="l"/>
                <a:tab pos="1798339" algn="l"/>
                <a:tab pos="2248321" algn="l"/>
                <a:tab pos="2698303" algn="l"/>
                <a:tab pos="3148284" algn="l"/>
                <a:tab pos="3598268" algn="l"/>
                <a:tab pos="4048249" algn="l"/>
                <a:tab pos="4498231" algn="l"/>
                <a:tab pos="4948213" algn="l"/>
                <a:tab pos="5398196" algn="l"/>
                <a:tab pos="5848177" algn="l"/>
                <a:tab pos="6298160" algn="l"/>
                <a:tab pos="6748142" algn="l"/>
                <a:tab pos="7198124" algn="l"/>
                <a:tab pos="7648106" algn="l"/>
                <a:tab pos="8098088" algn="l"/>
                <a:tab pos="8548070" algn="l"/>
                <a:tab pos="8998053" algn="l"/>
              </a:tabLst>
            </a:pPr>
            <a:endParaRPr lang="en-GB">
              <a:ea typeface="SimSun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620894986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5" name="Text Box 1"/>
          <p:cNvSpPr txBox="1">
            <a:spLocks noChangeArrowheads="1"/>
          </p:cNvSpPr>
          <p:nvPr/>
        </p:nvSpPr>
        <p:spPr bwMode="auto">
          <a:xfrm>
            <a:off x="2143126" y="695326"/>
            <a:ext cx="2571750" cy="3429000"/>
          </a:xfrm>
          <a:prstGeom prst="rect">
            <a:avLst/>
          </a:prstGeom>
          <a:solidFill>
            <a:srgbClr val="FFFFFF"/>
          </a:solidFill>
          <a:ln w="9360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lIns="91586" tIns="45794" rIns="91586" bIns="45794" anchor="ctr"/>
          <a:lstStyle/>
          <a:p>
            <a:endParaRPr lang="ja-JP" altLang="en-US"/>
          </a:p>
        </p:txBody>
      </p:sp>
      <p:sp>
        <p:nvSpPr>
          <p:cNvPr id="11266" name="Rectangle 2"/>
          <p:cNvSpPr txBox="1">
            <a:spLocks noGrp="1" noChangeArrowheads="1"/>
          </p:cNvSpPr>
          <p:nvPr>
            <p:ph type="body"/>
          </p:nvPr>
        </p:nvSpPr>
        <p:spPr bwMode="auto">
          <a:xfrm>
            <a:off x="685801" y="4343401"/>
            <a:ext cx="5480050" cy="4108450"/>
          </a:xfrm>
          <a:prstGeom prst="rect">
            <a:avLst/>
          </a:prstGeom>
          <a:noFill/>
          <a:ln>
            <a:round/>
            <a:headEnd/>
            <a:tailEnd/>
          </a:ln>
        </p:spPr>
        <p:txBody>
          <a:bodyPr wrap="none" anchor="ctr"/>
          <a:lstStyle/>
          <a:p>
            <a:pPr>
              <a:spcBef>
                <a:spcPts val="451"/>
              </a:spcBef>
              <a:tabLst>
                <a:tab pos="0" algn="l"/>
                <a:tab pos="448392" algn="l"/>
                <a:tab pos="898375" algn="l"/>
                <a:tab pos="1348356" algn="l"/>
                <a:tab pos="1798339" algn="l"/>
                <a:tab pos="2248321" algn="l"/>
                <a:tab pos="2698303" algn="l"/>
                <a:tab pos="3148284" algn="l"/>
                <a:tab pos="3598268" algn="l"/>
                <a:tab pos="4048249" algn="l"/>
                <a:tab pos="4498231" algn="l"/>
                <a:tab pos="4948213" algn="l"/>
                <a:tab pos="5398196" algn="l"/>
                <a:tab pos="5848177" algn="l"/>
                <a:tab pos="6298160" algn="l"/>
                <a:tab pos="6748142" algn="l"/>
                <a:tab pos="7198124" algn="l"/>
                <a:tab pos="7648106" algn="l"/>
                <a:tab pos="8098088" algn="l"/>
                <a:tab pos="8548070" algn="l"/>
                <a:tab pos="8998053" algn="l"/>
              </a:tabLst>
            </a:pPr>
            <a:endParaRPr lang="en-GB">
              <a:ea typeface="SimSun" charset="-122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jpeg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jpe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fr-FR"/>
              <a:t>01-04-2022</a:t>
            </a:r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propulsion naval ScPF</a:t>
            </a:r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6CCC6-2BE5-4E42-96A4-D1E8E81A3D8E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31049118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fr-FR"/>
              <a:t>01-04-2022</a:t>
            </a:r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propulsion naval ScPF</a:t>
            </a:r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6CCC6-2BE5-4E42-96A4-D1E8E81A3D8E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84179564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Modifiez les styles du texte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fr-FR"/>
              <a:t>01-04-2022</a:t>
            </a:r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propulsion naval ScPF</a:t>
            </a:r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6CCC6-2BE5-4E42-96A4-D1E8E81A3D8E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46692345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fr-FR"/>
              <a:t>01-04-2022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propulsion naval ScPF</a:t>
            </a:r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6CCC6-2BE5-4E42-96A4-D1E8E81A3D8E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74763223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Modifiez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Modifiez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fr-FR"/>
              <a:t>01-04-2022</a:t>
            </a:r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propulsion naval ScPF</a:t>
            </a:r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6CCC6-2BE5-4E42-96A4-D1E8E81A3D8E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6118665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fr-FR"/>
              <a:t>01-04-2022</a:t>
            </a:r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propulsion naval ScPF</a:t>
            </a:r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6CCC6-2BE5-4E42-96A4-D1E8E81A3D8E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39585409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fr-FR"/>
              <a:t>01-04-2022</a:t>
            </a:r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propulsion naval ScPF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6CCC6-2BE5-4E42-96A4-D1E8E81A3D8E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04020130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Modifiez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fr-FR"/>
              <a:t>01-04-2022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propulsion naval ScPF</a:t>
            </a:r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6CCC6-2BE5-4E42-96A4-D1E8E81A3D8E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7064072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Modifiez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fr-FR"/>
              <a:t>01-04-2022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propulsion naval ScPF</a:t>
            </a:r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6CCC6-2BE5-4E42-96A4-D1E8E81A3D8E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61090334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fr-FR"/>
              <a:t>01-04-2022</a:t>
            </a:r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propulsion naval ScPF</a:t>
            </a:r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6CCC6-2BE5-4E42-96A4-D1E8E81A3D8E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17278721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fr-FR"/>
              <a:t>01-04-2022</a:t>
            </a:r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propulsion naval ScPF</a:t>
            </a:r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6CCC6-2BE5-4E42-96A4-D1E8E81A3D8E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90217751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Slide for secti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>
          <a:xfrm>
            <a:off x="2897946" y="6552000"/>
            <a:ext cx="6396111" cy="306000"/>
          </a:xfrm>
          <a:prstGeom prst="rect">
            <a:avLst/>
          </a:prstGeom>
        </p:spPr>
        <p:txBody>
          <a:bodyPr anchor="ctr"/>
          <a:lstStyle>
            <a:lvl1pPr algn="ctr">
              <a:defRPr sz="1000"/>
            </a:lvl1pPr>
          </a:lstStyle>
          <a:p>
            <a:r>
              <a:rPr lang="fr-FR"/>
              <a:t>propulsion naval ScPF</a:t>
            </a:r>
          </a:p>
        </p:txBody>
      </p:sp>
      <p:pic>
        <p:nvPicPr>
          <p:cNvPr id="5" name="Image 4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7515" y="28137"/>
            <a:ext cx="2413000" cy="678493"/>
          </a:xfrm>
          <a:prstGeom prst="rect">
            <a:avLst/>
          </a:prstGeom>
        </p:spPr>
      </p:pic>
      <p:sp>
        <p:nvSpPr>
          <p:cNvPr id="10" name="Espace réservé de la date 3"/>
          <p:cNvSpPr>
            <a:spLocks noGrp="1"/>
          </p:cNvSpPr>
          <p:nvPr>
            <p:ph type="dt" sz="half" idx="10"/>
          </p:nvPr>
        </p:nvSpPr>
        <p:spPr>
          <a:xfrm>
            <a:off x="9347200" y="6552000"/>
            <a:ext cx="1888197" cy="306000"/>
          </a:xfrm>
          <a:prstGeom prst="rect">
            <a:avLst/>
          </a:prstGeom>
        </p:spPr>
        <p:txBody>
          <a:bodyPr anchor="ctr"/>
          <a:lstStyle>
            <a:lvl1pPr>
              <a:defRPr sz="1000"/>
            </a:lvl1pPr>
          </a:lstStyle>
          <a:p>
            <a:r>
              <a:rPr lang="fr-FR"/>
              <a:t>01-04-2022</a:t>
            </a:r>
          </a:p>
        </p:txBody>
      </p:sp>
    </p:spTree>
    <p:extLst>
      <p:ext uri="{BB962C8B-B14F-4D97-AF65-F5344CB8AC3E}">
        <p14:creationId xmlns:p14="http://schemas.microsoft.com/office/powerpoint/2010/main" val="22044215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Slide for en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>
          <a:xfrm>
            <a:off x="2897946" y="6552000"/>
            <a:ext cx="6396111" cy="306000"/>
          </a:xfrm>
          <a:prstGeom prst="rect">
            <a:avLst/>
          </a:prstGeom>
        </p:spPr>
        <p:txBody>
          <a:bodyPr anchor="ctr"/>
          <a:lstStyle>
            <a:lvl1pPr algn="ctr">
              <a:defRPr sz="1000"/>
            </a:lvl1pPr>
          </a:lstStyle>
          <a:p>
            <a:r>
              <a:rPr lang="fr-FR"/>
              <a:t>propulsion naval ScPF</a:t>
            </a:r>
          </a:p>
        </p:txBody>
      </p:sp>
      <p:pic>
        <p:nvPicPr>
          <p:cNvPr id="12" name="I 1"/>
          <p:cNvPicPr/>
          <p:nvPr userDrawn="1"/>
        </p:nvPicPr>
        <p:blipFill>
          <a:blip r:embed="rId2"/>
          <a:stretch>
            <a:fillRect/>
          </a:stretch>
        </p:blipFill>
        <p:spPr>
          <a:xfrm>
            <a:off x="3423098" y="602504"/>
            <a:ext cx="5345807" cy="4041938"/>
          </a:xfrm>
          <a:prstGeom prst="rect">
            <a:avLst/>
          </a:prstGeom>
        </p:spPr>
      </p:pic>
      <p:sp>
        <p:nvSpPr>
          <p:cNvPr id="13" name="Espace réservé de la date 3"/>
          <p:cNvSpPr>
            <a:spLocks noGrp="1"/>
          </p:cNvSpPr>
          <p:nvPr>
            <p:ph type="dt" sz="half" idx="10"/>
          </p:nvPr>
        </p:nvSpPr>
        <p:spPr>
          <a:xfrm>
            <a:off x="9347200" y="6552000"/>
            <a:ext cx="1888197" cy="306000"/>
          </a:xfrm>
          <a:prstGeom prst="rect">
            <a:avLst/>
          </a:prstGeom>
        </p:spPr>
        <p:txBody>
          <a:bodyPr anchor="ctr"/>
          <a:lstStyle>
            <a:lvl1pPr>
              <a:defRPr sz="1000"/>
            </a:lvl1pPr>
          </a:lstStyle>
          <a:p>
            <a:r>
              <a:rPr lang="fr-FR"/>
              <a:t>01-04-2022</a:t>
            </a:r>
          </a:p>
        </p:txBody>
      </p:sp>
      <p:pic>
        <p:nvPicPr>
          <p:cNvPr id="9" name="Image 8">
            <a:extLst>
              <a:ext uri="{FF2B5EF4-FFF2-40B4-BE49-F238E27FC236}">
                <a16:creationId xmlns:a16="http://schemas.microsoft.com/office/drawing/2014/main" id="{DDEBB21A-1953-4E84-8576-5A93B53E1FCE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/>
          <a:stretch/>
        </p:blipFill>
        <p:spPr>
          <a:xfrm>
            <a:off x="5960063" y="5586009"/>
            <a:ext cx="2327191" cy="895512"/>
          </a:xfrm>
          <a:prstGeom prst="rect">
            <a:avLst/>
          </a:prstGeom>
        </p:spPr>
      </p:pic>
      <p:pic>
        <p:nvPicPr>
          <p:cNvPr id="10" name="Picture 4" descr="See original image">
            <a:extLst>
              <a:ext uri="{FF2B5EF4-FFF2-40B4-BE49-F238E27FC236}">
                <a16:creationId xmlns:a16="http://schemas.microsoft.com/office/drawing/2014/main" id="{CDABD2DE-8EB0-4CFD-AE31-D3B381284268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57100" y="5583765"/>
            <a:ext cx="1200000" cy="90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7" name="Image 16">
            <a:extLst>
              <a:ext uri="{FF2B5EF4-FFF2-40B4-BE49-F238E27FC236}">
                <a16:creationId xmlns:a16="http://schemas.microsoft.com/office/drawing/2014/main" id="{6DB7A347-14FD-494F-AD90-D865EBAAD3C9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90218" y="5583765"/>
            <a:ext cx="2950820" cy="900000"/>
          </a:xfrm>
          <a:prstGeom prst="rect">
            <a:avLst/>
          </a:prstGeom>
        </p:spPr>
      </p:pic>
      <p:pic>
        <p:nvPicPr>
          <p:cNvPr id="18" name="Image 17" descr="Une image contenant signe, alimentation, dessin, arrêt&#10;&#10;Description générée automatiquement">
            <a:extLst>
              <a:ext uri="{FF2B5EF4-FFF2-40B4-BE49-F238E27FC236}">
                <a16:creationId xmlns:a16="http://schemas.microsoft.com/office/drawing/2014/main" id="{F0E1ED4E-5FA8-4A0C-9777-283E7104B29E}"/>
              </a:ext>
            </a:extLst>
          </p:cNvPr>
          <p:cNvPicPr>
            <a:picLocks noChangeAspect="1"/>
          </p:cNvPicPr>
          <p:nvPr userDrawn="1"/>
        </p:nvPicPr>
        <p:blipFill>
          <a:blip r:embed="rId6"/>
          <a:stretch>
            <a:fillRect/>
          </a:stretch>
        </p:blipFill>
        <p:spPr>
          <a:xfrm>
            <a:off x="650963" y="5532956"/>
            <a:ext cx="3503175" cy="8884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7660971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Slide for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>
          <a:xfrm>
            <a:off x="9347200" y="6552000"/>
            <a:ext cx="1888197" cy="306000"/>
          </a:xfrm>
          <a:prstGeom prst="rect">
            <a:avLst/>
          </a:prstGeom>
        </p:spPr>
        <p:txBody>
          <a:bodyPr anchor="ctr"/>
          <a:lstStyle>
            <a:lvl1pPr>
              <a:defRPr sz="1000"/>
            </a:lvl1pPr>
          </a:lstStyle>
          <a:p>
            <a:r>
              <a:rPr lang="fr-FR"/>
              <a:t>01-04-2022</a:t>
            </a:r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>
          <a:xfrm>
            <a:off x="2897946" y="6552000"/>
            <a:ext cx="6396111" cy="306000"/>
          </a:xfrm>
          <a:prstGeom prst="rect">
            <a:avLst/>
          </a:prstGeom>
        </p:spPr>
        <p:txBody>
          <a:bodyPr anchor="ctr"/>
          <a:lstStyle>
            <a:lvl1pPr algn="ctr">
              <a:defRPr sz="1000"/>
            </a:lvl1pPr>
          </a:lstStyle>
          <a:p>
            <a:r>
              <a:rPr lang="fr-FR"/>
              <a:t>propulsion naval ScPF</a:t>
            </a:r>
          </a:p>
        </p:txBody>
      </p:sp>
      <p:pic>
        <p:nvPicPr>
          <p:cNvPr id="6" name="Image 5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5947"/>
            <a:ext cx="4614648" cy="1388627"/>
          </a:xfrm>
          <a:prstGeom prst="rect">
            <a:avLst/>
          </a:prstGeom>
        </p:spPr>
      </p:pic>
      <p:pic>
        <p:nvPicPr>
          <p:cNvPr id="10" name="Image 9">
            <a:extLst>
              <a:ext uri="{FF2B5EF4-FFF2-40B4-BE49-F238E27FC236}">
                <a16:creationId xmlns:a16="http://schemas.microsoft.com/office/drawing/2014/main" id="{F2FD3D5F-8BD3-4ADB-AE07-45C5B641689C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/>
          <a:stretch/>
        </p:blipFill>
        <p:spPr>
          <a:xfrm>
            <a:off x="5960063" y="5586009"/>
            <a:ext cx="2327191" cy="895512"/>
          </a:xfrm>
          <a:prstGeom prst="rect">
            <a:avLst/>
          </a:prstGeom>
        </p:spPr>
      </p:pic>
      <p:pic>
        <p:nvPicPr>
          <p:cNvPr id="11" name="Picture 4" descr="See original image">
            <a:extLst>
              <a:ext uri="{FF2B5EF4-FFF2-40B4-BE49-F238E27FC236}">
                <a16:creationId xmlns:a16="http://schemas.microsoft.com/office/drawing/2014/main" id="{F93E992B-42CD-4520-B470-1099404BF3E6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57100" y="5583765"/>
            <a:ext cx="1200000" cy="90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" name="Image 11">
            <a:extLst>
              <a:ext uri="{FF2B5EF4-FFF2-40B4-BE49-F238E27FC236}">
                <a16:creationId xmlns:a16="http://schemas.microsoft.com/office/drawing/2014/main" id="{B52040EB-8817-423F-880D-C4F2B4D9EC24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90218" y="5583765"/>
            <a:ext cx="2950820" cy="900000"/>
          </a:xfrm>
          <a:prstGeom prst="rect">
            <a:avLst/>
          </a:prstGeom>
        </p:spPr>
      </p:pic>
      <p:pic>
        <p:nvPicPr>
          <p:cNvPr id="13" name="Image 12" descr="Une image contenant signe, alimentation, dessin, arrêt&#10;&#10;Description générée automatiquement">
            <a:extLst>
              <a:ext uri="{FF2B5EF4-FFF2-40B4-BE49-F238E27FC236}">
                <a16:creationId xmlns:a16="http://schemas.microsoft.com/office/drawing/2014/main" id="{03433FF8-F867-4F87-B9CF-F2CCA5F09A05}"/>
              </a:ext>
            </a:extLst>
          </p:cNvPr>
          <p:cNvPicPr>
            <a:picLocks noChangeAspect="1"/>
          </p:cNvPicPr>
          <p:nvPr userDrawn="1"/>
        </p:nvPicPr>
        <p:blipFill>
          <a:blip r:embed="rId6"/>
          <a:stretch>
            <a:fillRect/>
          </a:stretch>
        </p:blipFill>
        <p:spPr>
          <a:xfrm>
            <a:off x="650963" y="5532956"/>
            <a:ext cx="3503175" cy="8884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2097108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fr-FR"/>
              <a:t>01-04-2022</a:t>
            </a:r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fr-FR"/>
              <a:t>propulsion naval ScPF</a:t>
            </a:r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7C6CCC6-2BE5-4E42-96A4-D1E8E81A3D8E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0711278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1" r:id="rId12"/>
    <p:sldLayoutId id="2147483662" r:id="rId13"/>
    <p:sldLayoutId id="2147483663" r:id="rId14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4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12.jpeg"/><Relationship Id="rId4" Type="http://schemas.openxmlformats.org/officeDocument/2006/relationships/image" Target="../media/image11.jpe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4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7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9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23.png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27.png"/><Relationship Id="rId5" Type="http://schemas.openxmlformats.org/officeDocument/2006/relationships/image" Target="../media/image26.png"/><Relationship Id="rId4" Type="http://schemas.openxmlformats.org/officeDocument/2006/relationships/image" Target="../media/image25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28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32.png"/><Relationship Id="rId5" Type="http://schemas.openxmlformats.org/officeDocument/2006/relationships/image" Target="../media/image31.png"/><Relationship Id="rId4" Type="http://schemas.openxmlformats.org/officeDocument/2006/relationships/image" Target="../media/image30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jpe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39.png"/><Relationship Id="rId5" Type="http://schemas.openxmlformats.org/officeDocument/2006/relationships/image" Target="../media/image38.png"/><Relationship Id="rId4" Type="http://schemas.openxmlformats.org/officeDocument/2006/relationships/image" Target="../media/image37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jpe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39.png"/><Relationship Id="rId5" Type="http://schemas.openxmlformats.org/officeDocument/2006/relationships/image" Target="../media/image42.png"/><Relationship Id="rId4" Type="http://schemas.openxmlformats.org/officeDocument/2006/relationships/image" Target="../media/image41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jpe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45.png"/><Relationship Id="rId5" Type="http://schemas.openxmlformats.org/officeDocument/2006/relationships/image" Target="../media/image44.png"/><Relationship Id="rId4" Type="http://schemas.openxmlformats.org/officeDocument/2006/relationships/image" Target="../media/image36.png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48.png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52.png"/><Relationship Id="rId5" Type="http://schemas.openxmlformats.org/officeDocument/2006/relationships/image" Target="../media/image51.png"/><Relationship Id="rId4" Type="http://schemas.openxmlformats.org/officeDocument/2006/relationships/image" Target="../media/image50.png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Box 2"/>
          <p:cNvSpPr txBox="1">
            <a:spLocks noChangeArrowheads="1"/>
          </p:cNvSpPr>
          <p:nvPr/>
        </p:nvSpPr>
        <p:spPr bwMode="auto">
          <a:xfrm>
            <a:off x="2653019" y="991996"/>
            <a:ext cx="7615534" cy="512755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40" tIns="45720" rIns="91440" bIns="45720" anchor="t">
            <a:spAutoFit/>
          </a:bodyPr>
          <a:lstStyle>
            <a:lvl1pPr eaLnBrk="0" hangingPunct="0">
              <a:spcBef>
                <a:spcPct val="200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Arial" charset="0"/>
                <a:ea typeface="MS PGothic" pitchFamily="34" charset="-128"/>
                <a:cs typeface="Arial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charset="0"/>
              <a:buChar char="–"/>
              <a:defRPr>
                <a:solidFill>
                  <a:schemeClr val="tx1"/>
                </a:solidFill>
                <a:latin typeface="Arial" charset="0"/>
                <a:ea typeface="MS PGothic" pitchFamily="34" charset="-128"/>
                <a:cs typeface="Arial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charset="0"/>
              <a:buChar char="•"/>
              <a:defRPr sz="1600">
                <a:solidFill>
                  <a:schemeClr val="tx1"/>
                </a:solidFill>
                <a:latin typeface="Arial" charset="0"/>
                <a:ea typeface="MS PGothic" pitchFamily="34" charset="-128"/>
                <a:cs typeface="Arial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charset="0"/>
              <a:buChar char="–"/>
              <a:defRPr sz="1400">
                <a:solidFill>
                  <a:schemeClr val="tx1"/>
                </a:solidFill>
                <a:latin typeface="Arial" charset="0"/>
                <a:ea typeface="MS PGothic" pitchFamily="34" charset="-128"/>
                <a:cs typeface="Arial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charset="0"/>
              <a:buChar char="»"/>
              <a:defRPr sz="1200">
                <a:solidFill>
                  <a:schemeClr val="tx1"/>
                </a:solidFill>
                <a:latin typeface="Arial" charset="0"/>
                <a:ea typeface="MS PGothic" pitchFamily="34" charset="-128"/>
                <a:cs typeface="Arial" charset="0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1200">
                <a:solidFill>
                  <a:schemeClr val="tx1"/>
                </a:solidFill>
                <a:latin typeface="Arial" charset="0"/>
                <a:ea typeface="MS PGothic" pitchFamily="34" charset="-128"/>
                <a:cs typeface="Arial" charset="0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1200">
                <a:solidFill>
                  <a:schemeClr val="tx1"/>
                </a:solidFill>
                <a:latin typeface="Arial" charset="0"/>
                <a:ea typeface="MS PGothic" pitchFamily="34" charset="-128"/>
                <a:cs typeface="Arial" charset="0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1200">
                <a:solidFill>
                  <a:schemeClr val="tx1"/>
                </a:solidFill>
                <a:latin typeface="Arial" charset="0"/>
                <a:ea typeface="MS PGothic" pitchFamily="34" charset="-128"/>
                <a:cs typeface="Arial" charset="0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1200">
                <a:solidFill>
                  <a:schemeClr val="tx1"/>
                </a:solidFill>
                <a:latin typeface="Arial" charset="0"/>
                <a:ea typeface="MS PGothic" pitchFamily="34" charset="-128"/>
                <a:cs typeface="Arial" charset="0"/>
              </a:defRPr>
            </a:lvl9pPr>
          </a:lstStyle>
          <a:p>
            <a:pPr algn="ctr" eaLnBrk="1" hangingPunct="1">
              <a:lnSpc>
                <a:spcPct val="120000"/>
              </a:lnSpc>
              <a:spcBef>
                <a:spcPct val="0"/>
              </a:spcBef>
              <a:buFontTx/>
              <a:buNone/>
            </a:pPr>
            <a:endParaRPr lang="en-US" altLang="de-DE" b="1">
              <a:latin typeface="+mj-lt"/>
            </a:endParaRPr>
          </a:p>
          <a:p>
            <a:pPr algn="ctr" eaLnBrk="1" hangingPunct="1">
              <a:lnSpc>
                <a:spcPct val="120000"/>
              </a:lnSpc>
              <a:spcBef>
                <a:spcPct val="0"/>
              </a:spcBef>
              <a:buFontTx/>
              <a:buNone/>
            </a:pPr>
            <a:endParaRPr lang="fr-FR" altLang="de-DE" b="1">
              <a:solidFill>
                <a:schemeClr val="tx2"/>
              </a:solidFill>
              <a:latin typeface="+mj-lt"/>
            </a:endParaRPr>
          </a:p>
          <a:p>
            <a:pPr algn="ctr" eaLnBrk="1" hangingPunct="1">
              <a:lnSpc>
                <a:spcPct val="120000"/>
              </a:lnSpc>
              <a:spcBef>
                <a:spcPct val="0"/>
              </a:spcBef>
              <a:buFontTx/>
              <a:buNone/>
            </a:pPr>
            <a:endParaRPr lang="en-US" altLang="de-DE" b="1">
              <a:solidFill>
                <a:schemeClr val="tx2"/>
              </a:solidFill>
              <a:latin typeface="+mj-lt"/>
            </a:endParaRPr>
          </a:p>
          <a:p>
            <a:pPr algn="ctr" eaLnBrk="1" hangingPunct="1">
              <a:lnSpc>
                <a:spcPct val="120000"/>
              </a:lnSpc>
              <a:spcBef>
                <a:spcPct val="0"/>
              </a:spcBef>
              <a:buNone/>
            </a:pPr>
            <a:r>
              <a:rPr lang="en-US" altLang="de-DE" sz="3200" b="1" err="1">
                <a:latin typeface="+mj-lt"/>
                <a:ea typeface="MS PGothic"/>
                <a:cs typeface="Arial"/>
              </a:rPr>
              <a:t>Projet</a:t>
            </a:r>
            <a:r>
              <a:rPr lang="en-US" altLang="de-DE" sz="3200" b="1">
                <a:latin typeface="+mj-lt"/>
                <a:ea typeface="MS PGothic"/>
                <a:cs typeface="Arial"/>
              </a:rPr>
              <a:t> ST7 </a:t>
            </a:r>
          </a:p>
          <a:p>
            <a:pPr algn="ctr">
              <a:lnSpc>
                <a:spcPct val="120000"/>
              </a:lnSpc>
              <a:spcBef>
                <a:spcPct val="0"/>
              </a:spcBef>
              <a:buFontTx/>
              <a:buNone/>
            </a:pPr>
            <a:r>
              <a:rPr lang="en-US" altLang="de-DE" sz="3200" b="1">
                <a:latin typeface="+mj-lt"/>
                <a:ea typeface="MS PGothic"/>
                <a:cs typeface="Arial"/>
              </a:rPr>
              <a:t>Propulsion </a:t>
            </a:r>
            <a:r>
              <a:rPr lang="en-US" altLang="de-DE" sz="3200" b="1" err="1">
                <a:latin typeface="+mj-lt"/>
                <a:ea typeface="MS PGothic"/>
                <a:cs typeface="Arial"/>
              </a:rPr>
              <a:t>Navale</a:t>
            </a:r>
            <a:endParaRPr lang="en-US" altLang="de-DE" sz="3200" b="1">
              <a:latin typeface="+mj-lt"/>
              <a:ea typeface="MS PGothic"/>
              <a:cs typeface="Arial"/>
            </a:endParaRPr>
          </a:p>
          <a:p>
            <a:pPr algn="ctr" eaLnBrk="1" hangingPunct="1">
              <a:lnSpc>
                <a:spcPct val="120000"/>
              </a:lnSpc>
              <a:spcBef>
                <a:spcPct val="0"/>
              </a:spcBef>
              <a:buFontTx/>
              <a:buNone/>
            </a:pPr>
            <a:endParaRPr lang="en-US" altLang="de-DE" sz="3200" b="1">
              <a:latin typeface="+mj-lt"/>
            </a:endParaRPr>
          </a:p>
          <a:p>
            <a:pPr algn="ctr" fontAlgn="base">
              <a:spcBef>
                <a:spcPts val="0"/>
              </a:spcBef>
              <a:buNone/>
            </a:pPr>
            <a:r>
              <a:rPr lang="fr-FR" sz="1600">
                <a:latin typeface="Arial"/>
                <a:ea typeface="MS PGothic"/>
                <a:cs typeface="Arial"/>
              </a:rPr>
              <a:t>Ludovic LAGAY, Jim WOUDA, Robin TRUFFINET, </a:t>
            </a:r>
            <a:endParaRPr lang="en-US" altLang="de-DE" sz="1600" b="1">
              <a:solidFill>
                <a:srgbClr val="44546A"/>
              </a:solidFill>
              <a:latin typeface="Arial"/>
              <a:ea typeface="MS PGothic"/>
              <a:cs typeface="Arial"/>
            </a:endParaRPr>
          </a:p>
          <a:p>
            <a:pPr algn="ctr">
              <a:spcBef>
                <a:spcPts val="0"/>
              </a:spcBef>
              <a:buNone/>
            </a:pPr>
            <a:r>
              <a:rPr lang="fr-FR" sz="1600">
                <a:latin typeface="Arial"/>
                <a:ea typeface="MS PGothic"/>
                <a:cs typeface="Arial"/>
              </a:rPr>
              <a:t>Malo DELAPORTE, Timothée GRANDCHAMP</a:t>
            </a:r>
            <a:endParaRPr lang="en-US" altLang="de-DE" sz="1600" b="1">
              <a:solidFill>
                <a:schemeClr val="tx2"/>
              </a:solidFill>
              <a:latin typeface="Arial"/>
              <a:ea typeface="MS PGothic"/>
              <a:cs typeface="Arial"/>
            </a:endParaRPr>
          </a:p>
          <a:p>
            <a:pPr algn="ctr" eaLnBrk="1" hangingPunct="1">
              <a:lnSpc>
                <a:spcPct val="90000"/>
              </a:lnSpc>
              <a:spcBef>
                <a:spcPct val="0"/>
              </a:spcBef>
              <a:buFont typeface="Arial" charset="0"/>
              <a:buNone/>
            </a:pPr>
            <a:endParaRPr lang="en-US" sz="1800">
              <a:solidFill>
                <a:srgbClr val="000000"/>
              </a:solidFill>
            </a:endParaRPr>
          </a:p>
          <a:p>
            <a:pPr algn="ctr" eaLnBrk="1" hangingPunct="1">
              <a:lnSpc>
                <a:spcPct val="90000"/>
              </a:lnSpc>
              <a:spcBef>
                <a:spcPct val="0"/>
              </a:spcBef>
              <a:buFont typeface="Arial" charset="0"/>
              <a:buNone/>
            </a:pPr>
            <a:endParaRPr lang="en-US" altLang="de-DE" sz="1800" b="1">
              <a:latin typeface="Calibri"/>
            </a:endParaRPr>
          </a:p>
          <a:p>
            <a:pPr algn="ctr" eaLnBrk="1" hangingPunct="1">
              <a:lnSpc>
                <a:spcPct val="90000"/>
              </a:lnSpc>
              <a:spcBef>
                <a:spcPct val="0"/>
              </a:spcBef>
              <a:buFontTx/>
              <a:buNone/>
            </a:pPr>
            <a:endParaRPr lang="en-US" altLang="de-DE" sz="1600" b="1">
              <a:latin typeface="Calibri"/>
            </a:endParaRPr>
          </a:p>
          <a:p>
            <a:pPr algn="ctr" eaLnBrk="1" hangingPunct="1">
              <a:lnSpc>
                <a:spcPct val="90000"/>
              </a:lnSpc>
              <a:spcBef>
                <a:spcPct val="0"/>
              </a:spcBef>
              <a:buFontTx/>
              <a:buNone/>
            </a:pPr>
            <a:endParaRPr lang="en-US" altLang="de-DE" sz="1600" b="1">
              <a:latin typeface="+mj-lt"/>
            </a:endParaRPr>
          </a:p>
          <a:p>
            <a:pPr algn="ctr" eaLnBrk="1" hangingPunct="1">
              <a:lnSpc>
                <a:spcPct val="90000"/>
              </a:lnSpc>
              <a:spcBef>
                <a:spcPct val="0"/>
              </a:spcBef>
              <a:buFontTx/>
              <a:buNone/>
            </a:pPr>
            <a:endParaRPr lang="en-US" altLang="de-DE" sz="1600" b="1">
              <a:latin typeface="+mj-lt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endParaRPr lang="en-US" altLang="de-DE" sz="1800">
              <a:latin typeface="+mj-lt"/>
            </a:endParaRPr>
          </a:p>
        </p:txBody>
      </p:sp>
      <p:sp>
        <p:nvSpPr>
          <p:cNvPr id="6" name="Espace réservé de la date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fr-FR"/>
              <a:t>01-04-2022</a:t>
            </a:r>
          </a:p>
        </p:txBody>
      </p:sp>
      <p:sp>
        <p:nvSpPr>
          <p:cNvPr id="8" name="Espace réservé du numéro de diapositive 7"/>
          <p:cNvSpPr>
            <a:spLocks noGrp="1"/>
          </p:cNvSpPr>
          <p:nvPr>
            <p:ph type="sldNum" sz="quarter" idx="4294967295"/>
          </p:nvPr>
        </p:nvSpPr>
        <p:spPr>
          <a:xfrm>
            <a:off x="9598856" y="6552228"/>
            <a:ext cx="1069145" cy="305772"/>
          </a:xfrm>
        </p:spPr>
        <p:txBody>
          <a:bodyPr/>
          <a:lstStyle/>
          <a:p>
            <a:fld id="{AD1E3A3D-12A0-A14A-AD9F-0CE6AFFEFF3B}" type="slidenum">
              <a:rPr lang="fr-FR" smtClean="0"/>
              <a:pPr/>
              <a:t>1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82794662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Box 6"/>
          <p:cNvSpPr txBox="1">
            <a:spLocks noChangeArrowheads="1"/>
          </p:cNvSpPr>
          <p:nvPr/>
        </p:nvSpPr>
        <p:spPr bwMode="auto">
          <a:xfrm>
            <a:off x="1776000" y="740229"/>
            <a:ext cx="8640000" cy="5677385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lIns="0" tIns="0" rIns="0" bIns="0"/>
          <a:lstStyle/>
          <a:p>
            <a:pPr>
              <a:tabLst>
                <a:tab pos="34290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r>
              <a:rPr lang="en-US" altLang="ja-JP" sz="3200" err="1">
                <a:solidFill>
                  <a:srgbClr val="0070C0"/>
                </a:solidFill>
                <a:ea typeface="Lucida Sans Unicode" charset="0"/>
                <a:cs typeface="Lucida Sans Unicode" charset="0"/>
              </a:rPr>
              <a:t>Sommaire</a:t>
            </a:r>
            <a:endParaRPr lang="en-US" altLang="ja-JP" sz="3200">
              <a:solidFill>
                <a:srgbClr val="0070C0"/>
              </a:solidFill>
              <a:ea typeface="Lucida Sans Unicode" charset="0"/>
              <a:cs typeface="Lucida Sans Unicode" charset="0"/>
            </a:endParaRPr>
          </a:p>
          <a:p>
            <a:pPr>
              <a:tabLst>
                <a:tab pos="34290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endParaRPr lang="en-US" altLang="ja-JP">
              <a:solidFill>
                <a:srgbClr val="000000"/>
              </a:solidFill>
              <a:ea typeface="Lucida Sans Unicode" charset="0"/>
              <a:cs typeface="Lucida Sans Unicode" charset="0"/>
            </a:endParaRPr>
          </a:p>
          <a:p>
            <a:pPr marL="230187" indent="-571500" algn="just">
              <a:lnSpc>
                <a:spcPct val="102000"/>
              </a:lnSpc>
              <a:spcBef>
                <a:spcPts val="800"/>
              </a:spcBef>
              <a:buAutoNum type="romanUcPeriod"/>
              <a:tabLst>
                <a:tab pos="34290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r>
              <a:rPr lang="en-GB" altLang="ja-JP" sz="2400">
                <a:ea typeface="Lucida Sans Unicode" charset="0"/>
                <a:cs typeface="Lucida Sans Unicode" charset="0"/>
              </a:rPr>
              <a:t>Introduction et </a:t>
            </a:r>
            <a:r>
              <a:rPr lang="en-GB" altLang="ja-JP" sz="2400" err="1">
                <a:ea typeface="Lucida Sans Unicode" charset="0"/>
                <a:cs typeface="Lucida Sans Unicode" charset="0"/>
              </a:rPr>
              <a:t>contexte</a:t>
            </a:r>
            <a:endParaRPr lang="en-GB" altLang="ja-JP" sz="2400">
              <a:ea typeface="Lucida Sans Unicode" charset="0"/>
              <a:cs typeface="Lucida Sans Unicode" charset="0"/>
            </a:endParaRPr>
          </a:p>
          <a:p>
            <a:pPr marL="230187" indent="-571500" algn="just">
              <a:lnSpc>
                <a:spcPct val="102000"/>
              </a:lnSpc>
              <a:spcBef>
                <a:spcPts val="800"/>
              </a:spcBef>
              <a:buAutoNum type="romanUcPeriod"/>
              <a:tabLst>
                <a:tab pos="34290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r>
              <a:rPr lang="en-GB" altLang="ja-JP" sz="2400">
                <a:ea typeface="Lucida Sans Unicode" charset="0"/>
                <a:cs typeface="Lucida Sans Unicode" charset="0"/>
              </a:rPr>
              <a:t>Étude de la </a:t>
            </a:r>
            <a:r>
              <a:rPr lang="en-GB" altLang="ja-JP" sz="2400" err="1">
                <a:ea typeface="Lucida Sans Unicode" charset="0"/>
                <a:cs typeface="Lucida Sans Unicode" charset="0"/>
              </a:rPr>
              <a:t>stabilité</a:t>
            </a:r>
            <a:endParaRPr lang="en-GB" altLang="ja-JP" sz="2400">
              <a:ea typeface="Lucida Sans Unicode" charset="0"/>
              <a:cs typeface="Lucida Sans Unicode" charset="0"/>
            </a:endParaRPr>
          </a:p>
          <a:p>
            <a:pPr marL="230187" indent="-571500" algn="just">
              <a:lnSpc>
                <a:spcPct val="102000"/>
              </a:lnSpc>
              <a:spcBef>
                <a:spcPts val="800"/>
              </a:spcBef>
              <a:buAutoNum type="romanUcPeriod"/>
              <a:tabLst>
                <a:tab pos="34290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r>
              <a:rPr lang="en-GB" altLang="ja-JP" sz="2400" err="1">
                <a:ea typeface="Lucida Sans Unicode" charset="0"/>
                <a:cs typeface="Lucida Sans Unicode" charset="0"/>
              </a:rPr>
              <a:t>Problème</a:t>
            </a:r>
            <a:r>
              <a:rPr lang="en-GB" altLang="ja-JP" sz="2400">
                <a:ea typeface="Lucida Sans Unicode" charset="0"/>
                <a:cs typeface="Lucida Sans Unicode" charset="0"/>
              </a:rPr>
              <a:t> </a:t>
            </a:r>
            <a:r>
              <a:rPr lang="en-GB" altLang="ja-JP" sz="2400" err="1">
                <a:ea typeface="Lucida Sans Unicode" charset="0"/>
                <a:cs typeface="Lucida Sans Unicode" charset="0"/>
              </a:rPr>
              <a:t>d’optimisation</a:t>
            </a:r>
            <a:r>
              <a:rPr lang="en-GB" altLang="ja-JP" sz="2400">
                <a:ea typeface="Lucida Sans Unicode" charset="0"/>
                <a:cs typeface="Lucida Sans Unicode" charset="0"/>
              </a:rPr>
              <a:t> simple</a:t>
            </a:r>
          </a:p>
          <a:p>
            <a:pPr marL="230187" indent="-571500" algn="just">
              <a:lnSpc>
                <a:spcPct val="102000"/>
              </a:lnSpc>
              <a:spcBef>
                <a:spcPts val="800"/>
              </a:spcBef>
              <a:buAutoNum type="romanUcPeriod"/>
              <a:tabLst>
                <a:tab pos="34290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r>
              <a:rPr lang="en-GB" altLang="ja-JP" sz="2400" err="1">
                <a:ea typeface="Lucida Sans Unicode" charset="0"/>
                <a:cs typeface="Lucida Sans Unicode" charset="0"/>
              </a:rPr>
              <a:t>Problème</a:t>
            </a:r>
            <a:r>
              <a:rPr lang="en-GB" altLang="ja-JP" sz="2400">
                <a:ea typeface="Lucida Sans Unicode" charset="0"/>
                <a:cs typeface="Lucida Sans Unicode" charset="0"/>
              </a:rPr>
              <a:t> </a:t>
            </a:r>
            <a:r>
              <a:rPr lang="en-GB" altLang="ja-JP" sz="2400" err="1">
                <a:ea typeface="Lucida Sans Unicode" charset="0"/>
                <a:cs typeface="Lucida Sans Unicode" charset="0"/>
              </a:rPr>
              <a:t>d’optimisation</a:t>
            </a:r>
            <a:r>
              <a:rPr lang="en-GB" altLang="ja-JP" sz="2400">
                <a:ea typeface="Lucida Sans Unicode" charset="0"/>
                <a:cs typeface="Lucida Sans Unicode" charset="0"/>
              </a:rPr>
              <a:t> plus complexes</a:t>
            </a:r>
          </a:p>
          <a:p>
            <a:pPr marL="230187" indent="-571500" algn="just">
              <a:lnSpc>
                <a:spcPct val="102000"/>
              </a:lnSpc>
              <a:spcBef>
                <a:spcPts val="800"/>
              </a:spcBef>
              <a:buAutoNum type="romanUcPeriod"/>
              <a:tabLst>
                <a:tab pos="34290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r>
              <a:rPr lang="en-GB" altLang="ja-JP" sz="2400" err="1">
                <a:ea typeface="Lucida Sans Unicode" charset="0"/>
                <a:cs typeface="Lucida Sans Unicode" charset="0"/>
              </a:rPr>
              <a:t>Amélioration</a:t>
            </a:r>
            <a:r>
              <a:rPr lang="en-GB" altLang="ja-JP" sz="2400">
                <a:ea typeface="Lucida Sans Unicode" charset="0"/>
                <a:cs typeface="Lucida Sans Unicode" charset="0"/>
              </a:rPr>
              <a:t> de la simulation</a:t>
            </a:r>
          </a:p>
          <a:p>
            <a:pPr marL="230187" indent="-571500" algn="just">
              <a:lnSpc>
                <a:spcPct val="102000"/>
              </a:lnSpc>
              <a:spcBef>
                <a:spcPts val="800"/>
              </a:spcBef>
              <a:buAutoNum type="romanUcPeriod"/>
              <a:tabLst>
                <a:tab pos="34290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r>
              <a:rPr lang="en-GB" altLang="ja-JP" sz="2400">
                <a:ea typeface="Lucida Sans Unicode" charset="0"/>
                <a:cs typeface="Lucida Sans Unicode" charset="0"/>
              </a:rPr>
              <a:t>Conclusion et </a:t>
            </a:r>
            <a:r>
              <a:rPr lang="en-GB" altLang="ja-JP" sz="2400" err="1">
                <a:ea typeface="Lucida Sans Unicode" charset="0"/>
                <a:cs typeface="Lucida Sans Unicode" charset="0"/>
              </a:rPr>
              <a:t>pistes</a:t>
            </a:r>
            <a:r>
              <a:rPr lang="en-GB" altLang="ja-JP" sz="2400">
                <a:ea typeface="Lucida Sans Unicode" charset="0"/>
                <a:cs typeface="Lucida Sans Unicode" charset="0"/>
              </a:rPr>
              <a:t> </a:t>
            </a:r>
            <a:r>
              <a:rPr lang="en-GB" altLang="ja-JP" sz="2400" err="1">
                <a:ea typeface="Lucida Sans Unicode" charset="0"/>
                <a:cs typeface="Lucida Sans Unicode" charset="0"/>
              </a:rPr>
              <a:t>d’amélioration</a:t>
            </a:r>
            <a:endParaRPr lang="en-GB" altLang="ja-JP" sz="2400">
              <a:ea typeface="Lucida Sans Unicode" charset="0"/>
              <a:cs typeface="Lucida Sans Unicode" charset="0"/>
            </a:endParaRPr>
          </a:p>
        </p:txBody>
      </p:sp>
      <p:sp>
        <p:nvSpPr>
          <p:cNvPr id="7" name="Espace réservé du pied de page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Propulsion navale </a:t>
            </a:r>
            <a:r>
              <a:rPr lang="fr-FR" err="1"/>
              <a:t>ScPF</a:t>
            </a:r>
            <a:endParaRPr lang="fr-FR"/>
          </a:p>
        </p:txBody>
      </p:sp>
      <p:sp>
        <p:nvSpPr>
          <p:cNvPr id="8" name="Espace réservé du numéro de diapositive 7"/>
          <p:cNvSpPr>
            <a:spLocks noGrp="1"/>
          </p:cNvSpPr>
          <p:nvPr>
            <p:ph type="sldNum" sz="quarter" idx="4294967295"/>
          </p:nvPr>
        </p:nvSpPr>
        <p:spPr>
          <a:xfrm>
            <a:off x="9598856" y="6552228"/>
            <a:ext cx="1069145" cy="305772"/>
          </a:xfrm>
        </p:spPr>
        <p:txBody>
          <a:bodyPr/>
          <a:lstStyle/>
          <a:p>
            <a:fld id="{AD1E3A3D-12A0-A14A-AD9F-0CE6AFFEFF3B}" type="slidenum">
              <a:rPr lang="fr-FR" smtClean="0"/>
              <a:pPr/>
              <a:t>2</a:t>
            </a:fld>
            <a:endParaRPr lang="fr-FR"/>
          </a:p>
        </p:txBody>
      </p:sp>
      <p:sp>
        <p:nvSpPr>
          <p:cNvPr id="6" name="Espace réservé de la date 5"/>
          <p:cNvSpPr>
            <a:spLocks noGrp="1"/>
          </p:cNvSpPr>
          <p:nvPr>
            <p:ph type="dt" sz="half" idx="10"/>
          </p:nvPr>
        </p:nvSpPr>
        <p:spPr>
          <a:xfrm>
            <a:off x="8534400" y="6552000"/>
            <a:ext cx="2133600" cy="306000"/>
          </a:xfrm>
          <a:prstGeom prst="rect">
            <a:avLst/>
          </a:prstGeom>
        </p:spPr>
        <p:txBody>
          <a:bodyPr/>
          <a:lstStyle/>
          <a:p>
            <a:r>
              <a:rPr lang="fr-FR"/>
              <a:t>01-04-2022</a:t>
            </a:r>
          </a:p>
        </p:txBody>
      </p:sp>
    </p:spTree>
    <p:extLst>
      <p:ext uri="{BB962C8B-B14F-4D97-AF65-F5344CB8AC3E}">
        <p14:creationId xmlns:p14="http://schemas.microsoft.com/office/powerpoint/2010/main" val="1747459083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3" name="Text Box 1"/>
          <p:cNvSpPr txBox="1">
            <a:spLocks noChangeArrowheads="1"/>
          </p:cNvSpPr>
          <p:nvPr/>
        </p:nvSpPr>
        <p:spPr bwMode="auto">
          <a:xfrm>
            <a:off x="1776000" y="1892970"/>
            <a:ext cx="8640000" cy="3624262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lIns="90000" tIns="46800" rIns="90000" bIns="46800" anchor="ctr"/>
          <a:lstStyle/>
          <a:p>
            <a:pPr algn="ctr"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r>
              <a:rPr lang="en-US" sz="3200" b="1">
                <a:solidFill>
                  <a:srgbClr val="000000"/>
                </a:solidFill>
                <a:ea typeface="ＭＳ Ｐゴシック" charset="-128"/>
              </a:rPr>
              <a:t>I. Introduction et </a:t>
            </a:r>
            <a:r>
              <a:rPr lang="en-US" sz="3200" b="1" err="1">
                <a:solidFill>
                  <a:srgbClr val="000000"/>
                </a:solidFill>
                <a:ea typeface="ＭＳ Ｐゴシック" charset="-128"/>
              </a:rPr>
              <a:t>contexte</a:t>
            </a:r>
            <a:endParaRPr lang="en-US" sz="3200" b="1">
              <a:solidFill>
                <a:srgbClr val="000000"/>
              </a:solidFill>
              <a:ea typeface="ＭＳ Ｐゴシック" charset="-128"/>
            </a:endParaRP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Propulsion navale </a:t>
            </a:r>
            <a:r>
              <a:rPr lang="fr-FR" err="1"/>
              <a:t>ScPF</a:t>
            </a:r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4294967295"/>
          </p:nvPr>
        </p:nvSpPr>
        <p:spPr>
          <a:xfrm>
            <a:off x="9598856" y="6552228"/>
            <a:ext cx="1069145" cy="305772"/>
          </a:xfrm>
        </p:spPr>
        <p:txBody>
          <a:bodyPr/>
          <a:lstStyle/>
          <a:p>
            <a:fld id="{AD1E3A3D-12A0-A14A-AD9F-0CE6AFFEFF3B}" type="slidenum">
              <a:rPr lang="fr-FR" smtClean="0"/>
              <a:pPr/>
              <a:t>3</a:t>
            </a:fld>
            <a:endParaRPr lang="fr-FR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>
          <a:xfrm>
            <a:off x="8534400" y="6552000"/>
            <a:ext cx="2133600" cy="306000"/>
          </a:xfrm>
          <a:prstGeom prst="rect">
            <a:avLst/>
          </a:prstGeom>
        </p:spPr>
        <p:txBody>
          <a:bodyPr/>
          <a:lstStyle/>
          <a:p>
            <a:r>
              <a:rPr lang="fr-FR"/>
              <a:t>01-04-2022</a:t>
            </a:r>
          </a:p>
        </p:txBody>
      </p:sp>
    </p:spTree>
    <p:extLst>
      <p:ext uri="{BB962C8B-B14F-4D97-AF65-F5344CB8AC3E}">
        <p14:creationId xmlns:p14="http://schemas.microsoft.com/office/powerpoint/2010/main" val="709355255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Text Box 6"/>
          <p:cNvSpPr txBox="1">
            <a:spLocks noChangeArrowheads="1"/>
          </p:cNvSpPr>
          <p:nvPr/>
        </p:nvSpPr>
        <p:spPr bwMode="auto">
          <a:xfrm>
            <a:off x="1775521" y="709406"/>
            <a:ext cx="8630377" cy="5677385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lIns="0" tIns="0" rIns="0" bIns="0" anchor="t"/>
          <a:lstStyle/>
          <a:p>
            <a:pPr>
              <a:tabLst>
                <a:tab pos="34290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r>
              <a:rPr lang="en-US" altLang="ja-JP" sz="3200">
                <a:solidFill>
                  <a:srgbClr val="0070C0"/>
                </a:solidFill>
                <a:ea typeface="Lucida Sans Unicode" charset="0"/>
                <a:cs typeface="Lucida Sans Unicode"/>
              </a:rPr>
              <a:t>Vers le bateau tout </a:t>
            </a:r>
            <a:r>
              <a:rPr lang="en-US" altLang="ja-JP" sz="3200" err="1">
                <a:solidFill>
                  <a:srgbClr val="0070C0"/>
                </a:solidFill>
                <a:ea typeface="Lucida Sans Unicode" charset="0"/>
                <a:cs typeface="Lucida Sans Unicode"/>
              </a:rPr>
              <a:t>électrique</a:t>
            </a:r>
          </a:p>
          <a:p>
            <a:pPr>
              <a:tabLst>
                <a:tab pos="34290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endParaRPr lang="en-US" altLang="ja-JP" sz="2400">
              <a:solidFill>
                <a:srgbClr val="000000"/>
              </a:solidFill>
              <a:ea typeface="Lucida Sans Unicode" charset="0"/>
              <a:cs typeface="Lucida Sans Unicode" charset="0"/>
            </a:endParaRP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Propulsion navale </a:t>
            </a:r>
            <a:r>
              <a:rPr lang="fr-FR" err="1"/>
              <a:t>ScPF</a:t>
            </a:r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4294967295"/>
          </p:nvPr>
        </p:nvSpPr>
        <p:spPr>
          <a:xfrm>
            <a:off x="9598856" y="6552228"/>
            <a:ext cx="1069145" cy="305772"/>
          </a:xfrm>
        </p:spPr>
        <p:txBody>
          <a:bodyPr/>
          <a:lstStyle/>
          <a:p>
            <a:fld id="{AD1E3A3D-12A0-A14A-AD9F-0CE6AFFEFF3B}" type="slidenum">
              <a:rPr lang="fr-FR" smtClean="0"/>
              <a:pPr/>
              <a:t>4</a:t>
            </a:fld>
            <a:endParaRPr lang="fr-FR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>
          <a:xfrm>
            <a:off x="8534400" y="6552000"/>
            <a:ext cx="2133600" cy="306000"/>
          </a:xfrm>
          <a:prstGeom prst="rect">
            <a:avLst/>
          </a:prstGeom>
        </p:spPr>
        <p:txBody>
          <a:bodyPr/>
          <a:lstStyle/>
          <a:p>
            <a:r>
              <a:rPr lang="fr-FR"/>
              <a:t>2021-04-07</a:t>
            </a:r>
          </a:p>
        </p:txBody>
      </p:sp>
      <p:sp>
        <p:nvSpPr>
          <p:cNvPr id="13" name="ZoneTexte 12">
            <a:extLst>
              <a:ext uri="{FF2B5EF4-FFF2-40B4-BE49-F238E27FC236}">
                <a16:creationId xmlns:a16="http://schemas.microsoft.com/office/drawing/2014/main" id="{9CD3B06D-6FE7-4637-87A0-8188A47ADF8C}"/>
              </a:ext>
            </a:extLst>
          </p:cNvPr>
          <p:cNvSpPr txBox="1"/>
          <p:nvPr/>
        </p:nvSpPr>
        <p:spPr>
          <a:xfrm>
            <a:off x="7294923" y="5905555"/>
            <a:ext cx="3804337" cy="646331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/>
            <a:r>
              <a:rPr lang="fr-FR">
                <a:solidFill>
                  <a:schemeClr val="tx1">
                    <a:lumMod val="65000"/>
                    <a:lumOff val="35000"/>
                  </a:schemeClr>
                </a:solidFill>
              </a:rPr>
              <a:t>Augmentation des émissions de GES par secteur</a:t>
            </a:r>
            <a:endParaRPr lang="fr-FR">
              <a:solidFill>
                <a:schemeClr val="tx1">
                  <a:lumMod val="65000"/>
                  <a:lumOff val="35000"/>
                </a:schemeClr>
              </a:solidFill>
              <a:cs typeface="Calibri"/>
            </a:endParaRPr>
          </a:p>
        </p:txBody>
      </p:sp>
      <p:sp>
        <p:nvSpPr>
          <p:cNvPr id="2" name="ZoneTexte 1">
            <a:extLst>
              <a:ext uri="{FF2B5EF4-FFF2-40B4-BE49-F238E27FC236}">
                <a16:creationId xmlns:a16="http://schemas.microsoft.com/office/drawing/2014/main" id="{F0C711D0-0DEA-4A01-8777-E216D9D0E1E0}"/>
              </a:ext>
            </a:extLst>
          </p:cNvPr>
          <p:cNvSpPr txBox="1"/>
          <p:nvPr/>
        </p:nvSpPr>
        <p:spPr>
          <a:xfrm>
            <a:off x="1773769" y="1527907"/>
            <a:ext cx="5685697" cy="267765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400">
                <a:cs typeface="Segoe UI"/>
              </a:rPr>
              <a:t>Expansion du transport de </a:t>
            </a:r>
            <a:r>
              <a:rPr lang="en-US" sz="2400" err="1">
                <a:cs typeface="Segoe UI"/>
              </a:rPr>
              <a:t>marchandises</a:t>
            </a:r>
            <a:r>
              <a:rPr lang="en-US" sz="2400">
                <a:cs typeface="Segoe UI"/>
              </a:rPr>
              <a:t> par </a:t>
            </a:r>
            <a:r>
              <a:rPr lang="en-US" sz="2400" err="1">
                <a:cs typeface="Segoe UI"/>
              </a:rPr>
              <a:t>voie</a:t>
            </a:r>
            <a:r>
              <a:rPr lang="en-US" sz="2400">
                <a:cs typeface="Segoe UI"/>
              </a:rPr>
              <a:t> maritime​</a:t>
            </a:r>
          </a:p>
          <a:p>
            <a:endParaRPr lang="en-US" sz="2400">
              <a:cs typeface="Segoe UI"/>
            </a:endParaRPr>
          </a:p>
          <a:p>
            <a:r>
              <a:rPr lang="en-US" sz="2400">
                <a:cs typeface="Segoe UI"/>
              </a:rPr>
              <a:t>-&gt; augmentation des </a:t>
            </a:r>
            <a:r>
              <a:rPr lang="en-US" sz="2400" err="1">
                <a:cs typeface="Segoe UI"/>
              </a:rPr>
              <a:t>émissions</a:t>
            </a:r>
            <a:r>
              <a:rPr lang="en-US" sz="2400">
                <a:cs typeface="Segoe UI"/>
              </a:rPr>
              <a:t> de GES ​</a:t>
            </a:r>
          </a:p>
          <a:p>
            <a:r>
              <a:rPr lang="en-US" sz="2400">
                <a:cs typeface="Segoe UI"/>
              </a:rPr>
              <a:t>-&gt; augmentation du </a:t>
            </a:r>
            <a:r>
              <a:rPr lang="en-US" sz="2400" err="1">
                <a:cs typeface="Segoe UI"/>
              </a:rPr>
              <a:t>nombre</a:t>
            </a:r>
            <a:r>
              <a:rPr lang="en-US" sz="2400">
                <a:cs typeface="Segoe UI"/>
              </a:rPr>
              <a:t> de </a:t>
            </a:r>
            <a:r>
              <a:rPr lang="en-US" sz="2400" err="1">
                <a:cs typeface="Segoe UI"/>
              </a:rPr>
              <a:t>normes</a:t>
            </a:r>
            <a:endParaRPr lang="en-US" sz="2400">
              <a:cs typeface="Segoe UI"/>
            </a:endParaRPr>
          </a:p>
          <a:p>
            <a:r>
              <a:rPr lang="en-US" sz="2400">
                <a:cs typeface="Segoe UI"/>
              </a:rPr>
              <a:t>​</a:t>
            </a:r>
            <a:br>
              <a:rPr lang="en-US" sz="2400">
                <a:cs typeface="Segoe UI"/>
              </a:rPr>
            </a:br>
            <a:r>
              <a:rPr lang="en-US" sz="2400">
                <a:solidFill>
                  <a:schemeClr val="tx2"/>
                </a:solidFill>
                <a:cs typeface="Segoe UI"/>
              </a:rPr>
              <a:t>-&gt; </a:t>
            </a:r>
            <a:r>
              <a:rPr lang="en-US" sz="2400" err="1">
                <a:solidFill>
                  <a:schemeClr val="tx2"/>
                </a:solidFill>
                <a:cs typeface="Segoe UI"/>
              </a:rPr>
              <a:t>développement</a:t>
            </a:r>
            <a:r>
              <a:rPr lang="en-US" sz="2400">
                <a:solidFill>
                  <a:schemeClr val="tx2"/>
                </a:solidFill>
                <a:cs typeface="Segoe UI"/>
              </a:rPr>
              <a:t> de </a:t>
            </a:r>
            <a:r>
              <a:rPr lang="en-US" sz="2400" err="1">
                <a:solidFill>
                  <a:schemeClr val="tx2"/>
                </a:solidFill>
                <a:cs typeface="Segoe UI"/>
              </a:rPr>
              <a:t>navires</a:t>
            </a:r>
            <a:r>
              <a:rPr lang="en-US" sz="2400">
                <a:solidFill>
                  <a:schemeClr val="tx2"/>
                </a:solidFill>
                <a:cs typeface="Segoe UI"/>
              </a:rPr>
              <a:t> </a:t>
            </a:r>
            <a:r>
              <a:rPr lang="en-US" sz="2400" err="1">
                <a:solidFill>
                  <a:schemeClr val="tx2"/>
                </a:solidFill>
                <a:cs typeface="Segoe UI"/>
              </a:rPr>
              <a:t>électriques</a:t>
            </a:r>
            <a:r>
              <a:rPr lang="en-US" sz="2400">
                <a:cs typeface="Segoe UI"/>
              </a:rPr>
              <a:t> ​</a:t>
            </a:r>
            <a:endParaRPr lang="en-US"/>
          </a:p>
        </p:txBody>
      </p:sp>
      <p:pic>
        <p:nvPicPr>
          <p:cNvPr id="3" name="Image 3">
            <a:extLst>
              <a:ext uri="{FF2B5EF4-FFF2-40B4-BE49-F238E27FC236}">
                <a16:creationId xmlns:a16="http://schemas.microsoft.com/office/drawing/2014/main" id="{ED41DF18-00B0-4A8B-9E58-F1BEAE5F9FF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94923" y="144775"/>
            <a:ext cx="3804337" cy="57033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07153412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Text Box 6"/>
          <p:cNvSpPr txBox="1">
            <a:spLocks noChangeArrowheads="1"/>
          </p:cNvSpPr>
          <p:nvPr/>
        </p:nvSpPr>
        <p:spPr bwMode="auto">
          <a:xfrm>
            <a:off x="2897946" y="249368"/>
            <a:ext cx="8640960" cy="5677385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lIns="0" tIns="0" rIns="0" bIns="0"/>
          <a:lstStyle/>
          <a:p>
            <a:pPr>
              <a:tabLst>
                <a:tab pos="34290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r>
              <a:rPr lang="fr-FR" sz="3200">
                <a:solidFill>
                  <a:srgbClr val="0070C0"/>
                </a:solidFill>
                <a:cs typeface="Lucida Sans Unicode" charset="0"/>
              </a:rPr>
              <a:t>Simplification - Modélisation par un RLC série</a:t>
            </a:r>
            <a:endParaRPr lang="en-US" sz="3200">
              <a:solidFill>
                <a:srgbClr val="0070C0"/>
              </a:solidFill>
              <a:cs typeface="Lucida Sans Unicode" charset="0"/>
            </a:endParaRPr>
          </a:p>
          <a:p>
            <a:pPr>
              <a:tabLst>
                <a:tab pos="34290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endParaRPr lang="en-US" altLang="ja-JP" sz="3200">
              <a:solidFill>
                <a:srgbClr val="0070C0"/>
              </a:solidFill>
              <a:ea typeface="Lucida Sans Unicode" charset="0"/>
              <a:cs typeface="Lucida Sans Unicode" charset="0"/>
            </a:endParaRPr>
          </a:p>
          <a:p>
            <a:pPr>
              <a:tabLst>
                <a:tab pos="34290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endParaRPr lang="en-US" altLang="ja-JP">
              <a:solidFill>
                <a:srgbClr val="000000"/>
              </a:solidFill>
              <a:ea typeface="Lucida Sans Unicode" charset="0"/>
              <a:cs typeface="Lucida Sans Unicode" charset="0"/>
            </a:endParaRPr>
          </a:p>
          <a:p>
            <a:pPr>
              <a:tabLst>
                <a:tab pos="34290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endParaRPr lang="en-US" altLang="ja-JP">
              <a:solidFill>
                <a:srgbClr val="000000"/>
              </a:solidFill>
              <a:ea typeface="Lucida Sans Unicode" charset="0"/>
              <a:cs typeface="Lucida Sans Unicode" charset="0"/>
            </a:endParaRPr>
          </a:p>
          <a:p>
            <a:pPr>
              <a:tabLst>
                <a:tab pos="34290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endParaRPr lang="en-US" altLang="ja-JP">
              <a:solidFill>
                <a:srgbClr val="000000"/>
              </a:solidFill>
              <a:ea typeface="Lucida Sans Unicode" charset="0"/>
              <a:cs typeface="Lucida Sans Unicode" charset="0"/>
            </a:endParaRP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Propulsion navale </a:t>
            </a:r>
            <a:r>
              <a:rPr lang="fr-FR" err="1"/>
              <a:t>ScPF</a:t>
            </a:r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4294967295"/>
          </p:nvPr>
        </p:nvSpPr>
        <p:spPr>
          <a:xfrm>
            <a:off x="9598856" y="6552228"/>
            <a:ext cx="1069145" cy="305772"/>
          </a:xfrm>
        </p:spPr>
        <p:txBody>
          <a:bodyPr/>
          <a:lstStyle/>
          <a:p>
            <a:fld id="{AD1E3A3D-12A0-A14A-AD9F-0CE6AFFEFF3B}" type="slidenum">
              <a:rPr lang="fr-FR" smtClean="0"/>
              <a:pPr/>
              <a:t>5</a:t>
            </a:fld>
            <a:endParaRPr lang="fr-FR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>
          <a:xfrm>
            <a:off x="8534400" y="6552000"/>
            <a:ext cx="2133600" cy="306000"/>
          </a:xfrm>
          <a:prstGeom prst="rect">
            <a:avLst/>
          </a:prstGeom>
        </p:spPr>
        <p:txBody>
          <a:bodyPr/>
          <a:lstStyle/>
          <a:p>
            <a:r>
              <a:rPr lang="fr-FR"/>
              <a:t>01-04-2022</a:t>
            </a:r>
          </a:p>
        </p:txBody>
      </p:sp>
      <p:pic>
        <p:nvPicPr>
          <p:cNvPr id="9" name="Espace réservé du contenu 4">
            <a:extLst>
              <a:ext uri="{FF2B5EF4-FFF2-40B4-BE49-F238E27FC236}">
                <a16:creationId xmlns:a16="http://schemas.microsoft.com/office/drawing/2014/main" id="{AB78DF9E-0375-457B-B330-3309EE049A55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85"/>
          <a:stretch/>
        </p:blipFill>
        <p:spPr>
          <a:xfrm>
            <a:off x="4557161" y="2327161"/>
            <a:ext cx="6981745" cy="2667936"/>
          </a:xfrm>
          <a:prstGeom prst="rect">
            <a:avLst/>
          </a:prstGeom>
        </p:spPr>
      </p:pic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891F39BF-F198-4CC0-BAF4-09563D29C3D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41996278"/>
              </p:ext>
            </p:extLst>
          </p:nvPr>
        </p:nvGraphicFramePr>
        <p:xfrm>
          <a:off x="214009" y="2473036"/>
          <a:ext cx="3486731" cy="2834640"/>
        </p:xfrm>
        <a:graphic>
          <a:graphicData uri="http://schemas.openxmlformats.org/drawingml/2006/table">
            <a:tbl>
              <a:tblPr/>
              <a:tblGrid>
                <a:gridCol w="2248024">
                  <a:extLst>
                    <a:ext uri="{9D8B030D-6E8A-4147-A177-3AD203B41FA5}">
                      <a16:colId xmlns:a16="http://schemas.microsoft.com/office/drawing/2014/main" val="2292204856"/>
                    </a:ext>
                  </a:extLst>
                </a:gridCol>
                <a:gridCol w="1238707">
                  <a:extLst>
                    <a:ext uri="{9D8B030D-6E8A-4147-A177-3AD203B41FA5}">
                      <a16:colId xmlns:a16="http://schemas.microsoft.com/office/drawing/2014/main" val="1753166148"/>
                    </a:ext>
                  </a:extLst>
                </a:gridCol>
              </a:tblGrid>
              <a:tr h="289560">
                <a:tc>
                  <a:txBody>
                    <a:bodyPr/>
                    <a:lstStyle/>
                    <a:p>
                      <a:pPr algn="l" fontAlgn="base"/>
                      <a:r>
                        <a:rPr lang="fr-FR" sz="1800" b="0" i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Grandeurs électriques</a:t>
                      </a:r>
                      <a:r>
                        <a:rPr lang="fr-FR" sz="1800" b="1" i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​</a:t>
                      </a:r>
                      <a:endParaRPr lang="fr-FR" b="1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>
                    <a:lnL w="9174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174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174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8349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auto"/>
                      <a:r>
                        <a:rPr lang="fr-FR" sz="1800" b="0" i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​</a:t>
                      </a:r>
                    </a:p>
                  </a:txBody>
                  <a:tcPr>
                    <a:lnL w="9174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174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174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8349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82146653"/>
                  </a:ext>
                </a:extLst>
              </a:tr>
              <a:tr h="289560">
                <a:tc>
                  <a:txBody>
                    <a:bodyPr/>
                    <a:lstStyle/>
                    <a:p>
                      <a:pPr algn="l" fontAlgn="base"/>
                      <a:r>
                        <a:rPr lang="fr-FR" sz="1800" b="0" i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Tension d’entrée​</a:t>
                      </a:r>
                      <a:endParaRPr lang="fr-FR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>
                    <a:lnL w="9174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174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8349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174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fr-FR" sz="1800" b="0" i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Ve​</a:t>
                      </a:r>
                      <a:endParaRPr lang="fr-FR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>
                    <a:lnL w="9174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174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8349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174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3275676"/>
                  </a:ext>
                </a:extLst>
              </a:tr>
              <a:tr h="289560">
                <a:tc>
                  <a:txBody>
                    <a:bodyPr/>
                    <a:lstStyle/>
                    <a:p>
                      <a:pPr algn="l" fontAlgn="base"/>
                      <a:r>
                        <a:rPr lang="fr-FR" sz="1800" b="0" i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Résistance​</a:t>
                      </a:r>
                      <a:endParaRPr lang="fr-FR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>
                    <a:lnL w="9174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174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174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174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fr-FR" sz="1800" b="0" i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R​</a:t>
                      </a:r>
                      <a:endParaRPr lang="fr-FR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>
                    <a:lnL w="9174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174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174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174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37347229"/>
                  </a:ext>
                </a:extLst>
              </a:tr>
              <a:tr h="289560">
                <a:tc>
                  <a:txBody>
                    <a:bodyPr/>
                    <a:lstStyle/>
                    <a:p>
                      <a:pPr algn="l" fontAlgn="base"/>
                      <a:r>
                        <a:rPr lang="fr-FR" sz="1800" b="0" i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Inductance​</a:t>
                      </a:r>
                      <a:endParaRPr lang="fr-FR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>
                    <a:lnL w="9174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174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174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174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fr-FR" sz="1800" b="0" i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I​</a:t>
                      </a:r>
                      <a:endParaRPr lang="fr-FR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>
                    <a:lnL w="9174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174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174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174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74095734"/>
                  </a:ext>
                </a:extLst>
              </a:tr>
              <a:tr h="289560">
                <a:tc>
                  <a:txBody>
                    <a:bodyPr/>
                    <a:lstStyle/>
                    <a:p>
                      <a:pPr algn="l" fontAlgn="base"/>
                      <a:r>
                        <a:rPr lang="fr-FR" sz="1800" b="0" i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Capacité​</a:t>
                      </a:r>
                      <a:endParaRPr lang="fr-FR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>
                    <a:lnL w="9174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174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174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174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fr-FR" sz="1800" b="0" i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C​</a:t>
                      </a:r>
                      <a:endParaRPr lang="fr-FR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>
                    <a:lnL w="9174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174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174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174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51558990"/>
                  </a:ext>
                </a:extLst>
              </a:tr>
              <a:tr h="289560">
                <a:tc>
                  <a:txBody>
                    <a:bodyPr/>
                    <a:lstStyle/>
                    <a:p>
                      <a:pPr algn="l" fontAlgn="base"/>
                      <a:r>
                        <a:rPr lang="fr-FR" sz="1800" b="0" i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Puissance de la charge​</a:t>
                      </a:r>
                      <a:endParaRPr lang="fr-FR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>
                    <a:lnL w="9174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174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174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174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fr-FR" sz="1800" b="0" i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Ps​</a:t>
                      </a:r>
                      <a:endParaRPr lang="fr-FR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>
                    <a:lnL w="9174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174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174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174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44318911"/>
                  </a:ext>
                </a:extLst>
              </a:tr>
              <a:tr h="289560">
                <a:tc>
                  <a:txBody>
                    <a:bodyPr/>
                    <a:lstStyle/>
                    <a:p>
                      <a:pPr algn="l" fontAlgn="base"/>
                      <a:r>
                        <a:rPr lang="fr-FR" sz="1800" b="0" i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Tension de sortie​</a:t>
                      </a:r>
                      <a:endParaRPr lang="fr-FR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>
                    <a:lnL w="9174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174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174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174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fr-FR" sz="1800" b="0" i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Vs​</a:t>
                      </a:r>
                      <a:endParaRPr lang="fr-FR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>
                    <a:lnL w="9174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174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174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174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20961597"/>
                  </a:ext>
                </a:extLst>
              </a:tr>
            </a:tbl>
          </a:graphicData>
        </a:graphic>
      </p:graphicFrame>
      <p:sp>
        <p:nvSpPr>
          <p:cNvPr id="3" name="Rectangle 1">
            <a:extLst>
              <a:ext uri="{FF2B5EF4-FFF2-40B4-BE49-F238E27FC236}">
                <a16:creationId xmlns:a16="http://schemas.microsoft.com/office/drawing/2014/main" id="{9ADA11F1-AD05-492D-92E8-10BEF8D1CC3F}"/>
              </a:ext>
            </a:extLst>
          </p:cNvPr>
          <p:cNvSpPr>
            <a:spLocks noChangeArrowheads="1"/>
          </p:cNvSpPr>
          <p:nvPr/>
        </p:nvSpPr>
        <p:spPr bwMode="auto">
          <a:xfrm>
            <a:off x="-1683833" y="2149395"/>
            <a:ext cx="14680973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6FE3635-0BED-45A1-92FA-09453C364AA3}"/>
              </a:ext>
            </a:extLst>
          </p:cNvPr>
          <p:cNvSpPr txBox="1"/>
          <p:nvPr/>
        </p:nvSpPr>
        <p:spPr>
          <a:xfrm>
            <a:off x="99709" y="5404355"/>
            <a:ext cx="397195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b="0" i="0">
                <a:solidFill>
                  <a:schemeClr val="tx1">
                    <a:lumMod val="65000"/>
                    <a:lumOff val="35000"/>
                  </a:schemeClr>
                </a:solidFill>
                <a:effectLst/>
              </a:rPr>
              <a:t> </a:t>
            </a:r>
            <a:r>
              <a:rPr lang="en-GB">
                <a:solidFill>
                  <a:schemeClr val="tx1">
                    <a:lumMod val="65000"/>
                    <a:lumOff val="35000"/>
                  </a:schemeClr>
                </a:solidFill>
              </a:rPr>
              <a:t>Tableau des </a:t>
            </a:r>
            <a:r>
              <a:rPr lang="en-GB" err="1">
                <a:solidFill>
                  <a:schemeClr val="tx1">
                    <a:lumMod val="65000"/>
                    <a:lumOff val="35000"/>
                  </a:schemeClr>
                </a:solidFill>
              </a:rPr>
              <a:t>paramètres</a:t>
            </a:r>
            <a:r>
              <a:rPr lang="en-GB">
                <a:solidFill>
                  <a:schemeClr val="tx1">
                    <a:lumMod val="65000"/>
                    <a:lumOff val="35000"/>
                  </a:schemeClr>
                </a:solidFill>
              </a:rPr>
              <a:t> du RLC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7FEBD84-CE82-4D76-ABBA-2F760084EE41}"/>
              </a:ext>
            </a:extLst>
          </p:cNvPr>
          <p:cNvSpPr txBox="1"/>
          <p:nvPr/>
        </p:nvSpPr>
        <p:spPr>
          <a:xfrm>
            <a:off x="6238225" y="5172863"/>
            <a:ext cx="38952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>
                <a:solidFill>
                  <a:schemeClr val="tx1">
                    <a:lumMod val="65000"/>
                    <a:lumOff val="35000"/>
                  </a:schemeClr>
                </a:solidFill>
              </a:rPr>
              <a:t>Schéma modèle RLC série</a:t>
            </a:r>
            <a:endParaRPr lang="en-GB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20983509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3" name="Text Box 1"/>
          <p:cNvSpPr txBox="1">
            <a:spLocks noChangeArrowheads="1"/>
          </p:cNvSpPr>
          <p:nvPr/>
        </p:nvSpPr>
        <p:spPr bwMode="auto">
          <a:xfrm>
            <a:off x="1776000" y="1892970"/>
            <a:ext cx="8640000" cy="3624262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lIns="90000" tIns="46800" rIns="90000" bIns="46800" anchor="ctr"/>
          <a:lstStyle/>
          <a:p>
            <a:pPr algn="ctr"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r>
              <a:rPr lang="en-US" sz="3200" b="1">
                <a:solidFill>
                  <a:srgbClr val="000000"/>
                </a:solidFill>
                <a:ea typeface="ＭＳ Ｐゴシック" charset="-128"/>
              </a:rPr>
              <a:t>II. Étude de la </a:t>
            </a:r>
            <a:r>
              <a:rPr lang="en-US" sz="3200" b="1" err="1">
                <a:solidFill>
                  <a:srgbClr val="000000"/>
                </a:solidFill>
                <a:ea typeface="ＭＳ Ｐゴシック" charset="-128"/>
              </a:rPr>
              <a:t>stabilité</a:t>
            </a:r>
            <a:endParaRPr lang="en-US" sz="3200" b="1">
              <a:solidFill>
                <a:srgbClr val="000000"/>
              </a:solidFill>
              <a:ea typeface="ＭＳ Ｐゴシック" charset="-128"/>
            </a:endParaRP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Propulsion navale </a:t>
            </a:r>
            <a:r>
              <a:rPr lang="fr-FR" err="1"/>
              <a:t>ScPF</a:t>
            </a:r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4294967295"/>
          </p:nvPr>
        </p:nvSpPr>
        <p:spPr>
          <a:xfrm>
            <a:off x="9598856" y="6552228"/>
            <a:ext cx="1069145" cy="305772"/>
          </a:xfrm>
        </p:spPr>
        <p:txBody>
          <a:bodyPr/>
          <a:lstStyle/>
          <a:p>
            <a:fld id="{AD1E3A3D-12A0-A14A-AD9F-0CE6AFFEFF3B}" type="slidenum">
              <a:rPr lang="fr-FR" smtClean="0"/>
              <a:pPr/>
              <a:t>6</a:t>
            </a:fld>
            <a:endParaRPr lang="fr-FR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>
          <a:xfrm>
            <a:off x="8534400" y="6552000"/>
            <a:ext cx="2133600" cy="306000"/>
          </a:xfrm>
          <a:prstGeom prst="rect">
            <a:avLst/>
          </a:prstGeom>
        </p:spPr>
        <p:txBody>
          <a:bodyPr/>
          <a:lstStyle/>
          <a:p>
            <a:r>
              <a:rPr lang="fr-FR"/>
              <a:t>01-04-2022</a:t>
            </a:r>
          </a:p>
        </p:txBody>
      </p:sp>
    </p:spTree>
    <p:extLst>
      <p:ext uri="{BB962C8B-B14F-4D97-AF65-F5344CB8AC3E}">
        <p14:creationId xmlns:p14="http://schemas.microsoft.com/office/powerpoint/2010/main" val="121904795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Text Box 6"/>
          <p:cNvSpPr txBox="1">
            <a:spLocks noChangeArrowheads="1"/>
          </p:cNvSpPr>
          <p:nvPr/>
        </p:nvSpPr>
        <p:spPr bwMode="auto">
          <a:xfrm>
            <a:off x="1775520" y="740229"/>
            <a:ext cx="8640960" cy="5677385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lIns="0" tIns="0" rIns="0" bIns="0"/>
          <a:lstStyle/>
          <a:p>
            <a:pPr>
              <a:tabLst>
                <a:tab pos="34290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r>
              <a:rPr lang="en-US" sz="3200" err="1">
                <a:solidFill>
                  <a:srgbClr val="0070C0"/>
                </a:solidFill>
              </a:rPr>
              <a:t>Stabilité</a:t>
            </a:r>
            <a:r>
              <a:rPr lang="en-US" sz="3200">
                <a:solidFill>
                  <a:srgbClr val="0070C0"/>
                </a:solidFill>
              </a:rPr>
              <a:t> du </a:t>
            </a:r>
            <a:r>
              <a:rPr lang="en-US" sz="3200" err="1">
                <a:solidFill>
                  <a:srgbClr val="0070C0"/>
                </a:solidFill>
              </a:rPr>
              <a:t>modèle</a:t>
            </a:r>
            <a:r>
              <a:rPr lang="en-US" sz="3200">
                <a:solidFill>
                  <a:srgbClr val="0070C0"/>
                </a:solidFill>
              </a:rPr>
              <a:t> sans Supra-</a:t>
            </a:r>
            <a:r>
              <a:rPr lang="en-US" sz="3200" err="1">
                <a:solidFill>
                  <a:srgbClr val="0070C0"/>
                </a:solidFill>
              </a:rPr>
              <a:t>Conducteur</a:t>
            </a:r>
            <a:endParaRPr lang="en-US" altLang="ja-JP">
              <a:solidFill>
                <a:srgbClr val="000000"/>
              </a:solidFill>
              <a:ea typeface="Lucida Sans Unicode" charset="0"/>
              <a:cs typeface="Lucida Sans Unicode" charset="0"/>
            </a:endParaRPr>
          </a:p>
          <a:p>
            <a:pPr>
              <a:tabLst>
                <a:tab pos="34290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endParaRPr lang="en-US" altLang="ja-JP" sz="2400">
              <a:solidFill>
                <a:srgbClr val="000000"/>
              </a:solidFill>
              <a:ea typeface="Lucida Sans Unicode" charset="0"/>
              <a:cs typeface="Lucida Sans Unicode" charset="0"/>
            </a:endParaRP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Propulsion navale </a:t>
            </a:r>
            <a:r>
              <a:rPr lang="fr-FR" err="1"/>
              <a:t>ScPF</a:t>
            </a:r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4294967295"/>
          </p:nvPr>
        </p:nvSpPr>
        <p:spPr>
          <a:xfrm>
            <a:off x="9598856" y="6552228"/>
            <a:ext cx="1069145" cy="305772"/>
          </a:xfrm>
        </p:spPr>
        <p:txBody>
          <a:bodyPr/>
          <a:lstStyle/>
          <a:p>
            <a:fld id="{AD1E3A3D-12A0-A14A-AD9F-0CE6AFFEFF3B}" type="slidenum">
              <a:rPr lang="fr-FR" smtClean="0"/>
              <a:pPr/>
              <a:t>7</a:t>
            </a:fld>
            <a:endParaRPr lang="fr-FR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>
          <a:xfrm>
            <a:off x="8534400" y="6552000"/>
            <a:ext cx="2133600" cy="306000"/>
          </a:xfrm>
          <a:prstGeom prst="rect">
            <a:avLst/>
          </a:prstGeom>
        </p:spPr>
        <p:txBody>
          <a:bodyPr/>
          <a:lstStyle/>
          <a:p>
            <a:r>
              <a:rPr lang="fr-FR"/>
              <a:t>01-04-2022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79F048E3-3231-474E-8E32-A6CB723AC4A9}"/>
              </a:ext>
            </a:extLst>
          </p:cNvPr>
          <p:cNvSpPr/>
          <p:nvPr/>
        </p:nvSpPr>
        <p:spPr>
          <a:xfrm>
            <a:off x="5515634" y="2842653"/>
            <a:ext cx="24237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>
                <a:solidFill>
                  <a:srgbClr val="000000"/>
                </a:solidFill>
                <a:latin typeface="Times" pitchFamily="2" charset="0"/>
              </a:rPr>
              <a:t> </a:t>
            </a:r>
            <a:endParaRPr lang="fr-FR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" name="ZoneTexte 1">
                <a:extLst>
                  <a:ext uri="{FF2B5EF4-FFF2-40B4-BE49-F238E27FC236}">
                    <a16:creationId xmlns:a16="http://schemas.microsoft.com/office/drawing/2014/main" id="{9008BFEA-4E63-F94A-B668-8A2942B45B3F}"/>
                  </a:ext>
                </a:extLst>
              </p:cNvPr>
              <p:cNvSpPr txBox="1"/>
              <p:nvPr/>
            </p:nvSpPr>
            <p:spPr>
              <a:xfrm>
                <a:off x="7864276" y="1683259"/>
                <a:ext cx="1788375" cy="66640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fr-FR" sz="2400" i="1" dirty="0">
                        <a:latin typeface="Cambria Math" panose="02040503050406030204" pitchFamily="18" charset="0"/>
                      </a:rPr>
                      <m:t>𝑃𝑠</m:t>
                    </m:r>
                    <m:r>
                      <a:rPr lang="fr-FR" sz="2400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≲</m:t>
                    </m:r>
                    <m:f>
                      <m:fPr>
                        <m:ctrlPr>
                          <a:rPr lang="fr-FR" sz="2400" i="1" dirty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fr-FR" sz="2400" i="1" dirty="0">
                            <a:latin typeface="Cambria Math" panose="02040503050406030204" pitchFamily="18" charset="0"/>
                          </a:rPr>
                          <m:t>𝑅</m:t>
                        </m:r>
                        <m:r>
                          <a:rPr lang="fr-FR" sz="2400" i="1" dirty="0">
                            <a:latin typeface="Cambria Math" panose="02040503050406030204" pitchFamily="18" charset="0"/>
                          </a:rPr>
                          <m:t>.</m:t>
                        </m:r>
                        <m:r>
                          <a:rPr lang="fr-FR" sz="2400" i="1" dirty="0">
                            <a:latin typeface="Cambria Math" panose="02040503050406030204" pitchFamily="18" charset="0"/>
                          </a:rPr>
                          <m:t>𝐶</m:t>
                        </m:r>
                        <m:sSup>
                          <m:sSupPr>
                            <m:ctrlPr>
                              <a:rPr lang="fr-FR" sz="2400" i="1" dirty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fr-FR" sz="2400" i="1" dirty="0">
                                <a:latin typeface="Cambria Math" panose="02040503050406030204" pitchFamily="18" charset="0"/>
                              </a:rPr>
                              <m:t>.</m:t>
                            </m:r>
                            <m:r>
                              <a:rPr lang="fr-FR" sz="2400" i="1" dirty="0">
                                <a:latin typeface="Cambria Math" panose="02040503050406030204" pitchFamily="18" charset="0"/>
                              </a:rPr>
                              <m:t>𝑉𝑒</m:t>
                            </m:r>
                          </m:e>
                          <m:sup>
                            <m:r>
                              <a:rPr lang="fr-FR" sz="2400" i="1" dirty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fr-FR" sz="2400" i="1" dirty="0">
                            <a:latin typeface="Cambria Math" panose="02040503050406030204" pitchFamily="18" charset="0"/>
                          </a:rPr>
                          <m:t>𝐿</m:t>
                        </m:r>
                      </m:den>
                    </m:f>
                  </m:oMath>
                </a14:m>
                <a:r>
                  <a:rPr lang="fr-FR" sz="2400"/>
                  <a:t> </a:t>
                </a:r>
              </a:p>
            </p:txBody>
          </p:sp>
        </mc:Choice>
        <mc:Fallback>
          <p:sp>
            <p:nvSpPr>
              <p:cNvPr id="2" name="ZoneTexte 1">
                <a:extLst>
                  <a:ext uri="{FF2B5EF4-FFF2-40B4-BE49-F238E27FC236}">
                    <a16:creationId xmlns:a16="http://schemas.microsoft.com/office/drawing/2014/main" id="{9008BFEA-4E63-F94A-B668-8A2942B45B3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64276" y="1683259"/>
                <a:ext cx="1788375" cy="666401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" name="ZoneTexte 14">
            <a:extLst>
              <a:ext uri="{FF2B5EF4-FFF2-40B4-BE49-F238E27FC236}">
                <a16:creationId xmlns:a16="http://schemas.microsoft.com/office/drawing/2014/main" id="{5DACB692-08D0-BD40-913E-A4BA191FD7A5}"/>
              </a:ext>
            </a:extLst>
          </p:cNvPr>
          <p:cNvSpPr txBox="1"/>
          <p:nvPr/>
        </p:nvSpPr>
        <p:spPr>
          <a:xfrm>
            <a:off x="1957897" y="1785626"/>
            <a:ext cx="572400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400"/>
              <a:t>Formule analytique de la limite de stabilité : </a:t>
            </a:r>
          </a:p>
        </p:txBody>
      </p:sp>
      <p:pic>
        <p:nvPicPr>
          <p:cNvPr id="21" name="Image 20">
            <a:extLst>
              <a:ext uri="{FF2B5EF4-FFF2-40B4-BE49-F238E27FC236}">
                <a16:creationId xmlns:a16="http://schemas.microsoft.com/office/drawing/2014/main" id="{91266596-75E0-D248-A316-475D74930EBB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b="54069"/>
          <a:stretch/>
        </p:blipFill>
        <p:spPr>
          <a:xfrm>
            <a:off x="6096000" y="2691530"/>
            <a:ext cx="4629104" cy="1594662"/>
          </a:xfrm>
          <a:prstGeom prst="rect">
            <a:avLst/>
          </a:prstGeom>
        </p:spPr>
      </p:pic>
      <p:cxnSp>
        <p:nvCxnSpPr>
          <p:cNvPr id="23" name="Connecteur droit 22">
            <a:extLst>
              <a:ext uri="{FF2B5EF4-FFF2-40B4-BE49-F238E27FC236}">
                <a16:creationId xmlns:a16="http://schemas.microsoft.com/office/drawing/2014/main" id="{FA18F6FA-19AB-7E48-A089-2D24781467C1}"/>
              </a:ext>
            </a:extLst>
          </p:cNvPr>
          <p:cNvCxnSpPr>
            <a:cxnSpLocks/>
          </p:cNvCxnSpPr>
          <p:nvPr/>
        </p:nvCxnSpPr>
        <p:spPr>
          <a:xfrm>
            <a:off x="8326056" y="3115209"/>
            <a:ext cx="1942706" cy="177481"/>
          </a:xfrm>
          <a:prstGeom prst="line">
            <a:avLst/>
          </a:prstGeom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pic>
        <p:nvPicPr>
          <p:cNvPr id="32" name="Image 31">
            <a:extLst>
              <a:ext uri="{FF2B5EF4-FFF2-40B4-BE49-F238E27FC236}">
                <a16:creationId xmlns:a16="http://schemas.microsoft.com/office/drawing/2014/main" id="{07E1CEC1-4B68-EE47-AA87-9B9A69B5D18A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r="6753" b="54069"/>
          <a:stretch/>
        </p:blipFill>
        <p:spPr>
          <a:xfrm>
            <a:off x="1707203" y="2709632"/>
            <a:ext cx="4267546" cy="1576561"/>
          </a:xfrm>
          <a:prstGeom prst="rect">
            <a:avLst/>
          </a:prstGeom>
        </p:spPr>
      </p:pic>
      <p:cxnSp>
        <p:nvCxnSpPr>
          <p:cNvPr id="28" name="Connecteur droit 27">
            <a:extLst>
              <a:ext uri="{FF2B5EF4-FFF2-40B4-BE49-F238E27FC236}">
                <a16:creationId xmlns:a16="http://schemas.microsoft.com/office/drawing/2014/main" id="{EFFF342F-AC6D-8342-A41F-75FE18ABB6E7}"/>
              </a:ext>
            </a:extLst>
          </p:cNvPr>
          <p:cNvCxnSpPr>
            <a:cxnSpLocks/>
          </p:cNvCxnSpPr>
          <p:nvPr/>
        </p:nvCxnSpPr>
        <p:spPr>
          <a:xfrm flipV="1">
            <a:off x="3723863" y="2982115"/>
            <a:ext cx="1965829" cy="200877"/>
          </a:xfrm>
          <a:prstGeom prst="lin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34" name="ZoneTexte 33">
            <a:extLst>
              <a:ext uri="{FF2B5EF4-FFF2-40B4-BE49-F238E27FC236}">
                <a16:creationId xmlns:a16="http://schemas.microsoft.com/office/drawing/2014/main" id="{262EF293-134F-C543-B133-1EC481897CB0}"/>
              </a:ext>
            </a:extLst>
          </p:cNvPr>
          <p:cNvSpPr txBox="1"/>
          <p:nvPr/>
        </p:nvSpPr>
        <p:spPr>
          <a:xfrm>
            <a:off x="3008123" y="5015527"/>
            <a:ext cx="628928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400">
                <a:sym typeface="Wingdings" pitchFamily="2" charset="2"/>
              </a:rPr>
              <a:t> On regarde le gradient de l’enveloppe de </a:t>
            </a:r>
            <a:r>
              <a:rPr lang="fr-FR" sz="2400" err="1">
                <a:sym typeface="Wingdings" pitchFamily="2" charset="2"/>
              </a:rPr>
              <a:t>Vcpl</a:t>
            </a:r>
            <a:r>
              <a:rPr lang="fr-FR" sz="2400">
                <a:sym typeface="Wingdings" pitchFamily="2" charset="2"/>
              </a:rPr>
              <a:t> </a:t>
            </a:r>
            <a:endParaRPr lang="fr-FR" sz="2400"/>
          </a:p>
        </p:txBody>
      </p:sp>
      <p:sp>
        <p:nvSpPr>
          <p:cNvPr id="35" name="ZoneTexte 34">
            <a:extLst>
              <a:ext uri="{FF2B5EF4-FFF2-40B4-BE49-F238E27FC236}">
                <a16:creationId xmlns:a16="http://schemas.microsoft.com/office/drawing/2014/main" id="{163D9FDC-45E4-2D40-960B-BF5F71E2803B}"/>
              </a:ext>
            </a:extLst>
          </p:cNvPr>
          <p:cNvSpPr txBox="1"/>
          <p:nvPr/>
        </p:nvSpPr>
        <p:spPr>
          <a:xfrm>
            <a:off x="2454346" y="4326997"/>
            <a:ext cx="27732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>
                <a:solidFill>
                  <a:schemeClr val="tx1">
                    <a:lumMod val="65000"/>
                    <a:lumOff val="35000"/>
                  </a:schemeClr>
                </a:solidFill>
              </a:rPr>
              <a:t>Instabilité pour Ps = 16 MW</a:t>
            </a:r>
          </a:p>
        </p:txBody>
      </p:sp>
      <p:sp>
        <p:nvSpPr>
          <p:cNvPr id="37" name="ZoneTexte 36">
            <a:extLst>
              <a:ext uri="{FF2B5EF4-FFF2-40B4-BE49-F238E27FC236}">
                <a16:creationId xmlns:a16="http://schemas.microsoft.com/office/drawing/2014/main" id="{9258915A-E16B-804F-9C28-3796D44BB9EA}"/>
              </a:ext>
            </a:extLst>
          </p:cNvPr>
          <p:cNvSpPr txBox="1"/>
          <p:nvPr/>
        </p:nvSpPr>
        <p:spPr>
          <a:xfrm>
            <a:off x="7104393" y="4306309"/>
            <a:ext cx="26123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>
                <a:solidFill>
                  <a:schemeClr val="tx1">
                    <a:lumMod val="65000"/>
                    <a:lumOff val="35000"/>
                  </a:schemeClr>
                </a:solidFill>
              </a:rPr>
              <a:t>Stabilité pour Ps = 10 MW</a:t>
            </a: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7E2BA4FB-C9AB-4A4E-B452-A9641BD2189C}"/>
              </a:ext>
            </a:extLst>
          </p:cNvPr>
          <p:cNvSpPr/>
          <p:nvPr/>
        </p:nvSpPr>
        <p:spPr>
          <a:xfrm>
            <a:off x="1654270" y="2982245"/>
            <a:ext cx="497711" cy="22974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CC68C908-898D-9444-80C9-855893DCF3B5}"/>
              </a:ext>
            </a:extLst>
          </p:cNvPr>
          <p:cNvSpPr/>
          <p:nvPr/>
        </p:nvSpPr>
        <p:spPr>
          <a:xfrm>
            <a:off x="5847145" y="3022390"/>
            <a:ext cx="497711" cy="22974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9" name="ZoneTexte 38">
            <a:extLst>
              <a:ext uri="{FF2B5EF4-FFF2-40B4-BE49-F238E27FC236}">
                <a16:creationId xmlns:a16="http://schemas.microsoft.com/office/drawing/2014/main" id="{15EE83A8-E983-0F4C-8F85-B24878AA487C}"/>
              </a:ext>
            </a:extLst>
          </p:cNvPr>
          <p:cNvSpPr txBox="1"/>
          <p:nvPr/>
        </p:nvSpPr>
        <p:spPr>
          <a:xfrm rot="16200000">
            <a:off x="1680230" y="2989244"/>
            <a:ext cx="39626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400"/>
              <a:t>[V]</a:t>
            </a:r>
          </a:p>
        </p:txBody>
      </p:sp>
      <p:sp>
        <p:nvSpPr>
          <p:cNvPr id="43" name="ZoneTexte 42">
            <a:extLst>
              <a:ext uri="{FF2B5EF4-FFF2-40B4-BE49-F238E27FC236}">
                <a16:creationId xmlns:a16="http://schemas.microsoft.com/office/drawing/2014/main" id="{61A150F6-DFFE-5B43-B62B-DFC5DBC024A9}"/>
              </a:ext>
            </a:extLst>
          </p:cNvPr>
          <p:cNvSpPr txBox="1"/>
          <p:nvPr/>
        </p:nvSpPr>
        <p:spPr>
          <a:xfrm rot="16200000">
            <a:off x="6019643" y="3032958"/>
            <a:ext cx="39626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400"/>
              <a:t>[V]</a:t>
            </a:r>
          </a:p>
        </p:txBody>
      </p:sp>
    </p:spTree>
    <p:extLst>
      <p:ext uri="{BB962C8B-B14F-4D97-AF65-F5344CB8AC3E}">
        <p14:creationId xmlns:p14="http://schemas.microsoft.com/office/powerpoint/2010/main" val="256827639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Propulsion navale </a:t>
            </a:r>
            <a:r>
              <a:rPr lang="fr-FR" err="1"/>
              <a:t>ScPF</a:t>
            </a:r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4294967295"/>
          </p:nvPr>
        </p:nvSpPr>
        <p:spPr>
          <a:xfrm>
            <a:off x="9598856" y="6552228"/>
            <a:ext cx="1069145" cy="305772"/>
          </a:xfrm>
        </p:spPr>
        <p:txBody>
          <a:bodyPr/>
          <a:lstStyle/>
          <a:p>
            <a:fld id="{AD1E3A3D-12A0-A14A-AD9F-0CE6AFFEFF3B}" type="slidenum">
              <a:rPr lang="fr-FR" smtClean="0"/>
              <a:pPr/>
              <a:t>8</a:t>
            </a:fld>
            <a:endParaRPr lang="fr-FR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>
          <a:xfrm>
            <a:off x="8534400" y="6552000"/>
            <a:ext cx="2133600" cy="306000"/>
          </a:xfrm>
          <a:prstGeom prst="rect">
            <a:avLst/>
          </a:prstGeom>
        </p:spPr>
        <p:txBody>
          <a:bodyPr/>
          <a:lstStyle/>
          <a:p>
            <a:r>
              <a:rPr lang="fr-FR"/>
              <a:t>01-04-2022</a:t>
            </a:r>
          </a:p>
        </p:txBody>
      </p:sp>
      <p:pic>
        <p:nvPicPr>
          <p:cNvPr id="10" name="Picture 2">
            <a:extLst>
              <a:ext uri="{FF2B5EF4-FFF2-40B4-BE49-F238E27FC236}">
                <a16:creationId xmlns:a16="http://schemas.microsoft.com/office/drawing/2014/main" id="{3CD171D5-7A62-4CC9-ADED-BD56700C46E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65050" y="1850788"/>
            <a:ext cx="6257925" cy="29813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549138F0-9127-4710-A843-F040F3BDD00E}"/>
              </a:ext>
            </a:extLst>
          </p:cNvPr>
          <p:cNvSpPr txBox="1"/>
          <p:nvPr/>
        </p:nvSpPr>
        <p:spPr>
          <a:xfrm>
            <a:off x="2616739" y="1435062"/>
            <a:ext cx="524320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>
                <a:solidFill>
                  <a:srgbClr val="000000"/>
                </a:solidFill>
                <a:latin typeface="Calibri" panose="020F0502020204030204" pitchFamily="34" charset="0"/>
                <a:sym typeface="Wingdings" panose="05000000000000000000" pitchFamily="2" charset="2"/>
              </a:rPr>
              <a:t></a:t>
            </a:r>
            <a:r>
              <a:rPr lang="fr-FR" sz="2400" b="0" i="0" u="none" strike="noStrike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 Augmenter la limite de stabilité</a:t>
            </a:r>
            <a:r>
              <a:rPr lang="fr-FR" b="0" i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​</a:t>
            </a:r>
            <a:endParaRPr lang="en-GB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8BE13E4-DDAD-4E18-B2C4-80DE1CA3DA11}"/>
              </a:ext>
            </a:extLst>
          </p:cNvPr>
          <p:cNvSpPr txBox="1"/>
          <p:nvPr/>
        </p:nvSpPr>
        <p:spPr>
          <a:xfrm>
            <a:off x="1449422" y="5499627"/>
            <a:ext cx="370623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b="0" i="0" u="none" strike="noStrike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Modification de la limite de stabilité : </a:t>
            </a:r>
            <a:r>
              <a:rPr lang="fr-FR" b="0" i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​</a:t>
            </a:r>
            <a:endParaRPr lang="en-GB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32601143-24E0-4FD6-BFF8-D73235C0CFF1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68857" t="71489" r="14579" b="21844"/>
          <a:stretch/>
        </p:blipFill>
        <p:spPr>
          <a:xfrm>
            <a:off x="5975880" y="5342130"/>
            <a:ext cx="2449204" cy="554477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A61706DE-758E-4B16-BC0F-09D05EF19D1F}"/>
              </a:ext>
            </a:extLst>
          </p:cNvPr>
          <p:cNvSpPr txBox="1"/>
          <p:nvPr/>
        </p:nvSpPr>
        <p:spPr>
          <a:xfrm>
            <a:off x="3698974" y="4674844"/>
            <a:ext cx="47900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>
                <a:solidFill>
                  <a:schemeClr val="tx1">
                    <a:lumMod val="65000"/>
                    <a:lumOff val="35000"/>
                  </a:schemeClr>
                </a:solidFill>
              </a:rPr>
              <a:t>Schéma modèle RLC série avec </a:t>
            </a:r>
            <a:r>
              <a:rPr lang="fr-FR" err="1">
                <a:solidFill>
                  <a:schemeClr val="tx1">
                    <a:lumMod val="65000"/>
                    <a:lumOff val="35000"/>
                  </a:schemeClr>
                </a:solidFill>
              </a:rPr>
              <a:t>supra-conducteur</a:t>
            </a:r>
            <a:endParaRPr lang="en-GB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6F7D2544-2BC2-4F18-A0A3-15E918FB5D49}"/>
              </a:ext>
            </a:extLst>
          </p:cNvPr>
          <p:cNvSpPr txBox="1"/>
          <p:nvPr/>
        </p:nvSpPr>
        <p:spPr>
          <a:xfrm>
            <a:off x="1235050" y="755996"/>
            <a:ext cx="8898378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tabLst>
                <a:tab pos="34290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r>
              <a:rPr lang="en-US" sz="3200" err="1">
                <a:solidFill>
                  <a:srgbClr val="0070C0"/>
                </a:solidFill>
              </a:rPr>
              <a:t>Stabilité</a:t>
            </a:r>
            <a:r>
              <a:rPr lang="en-US" sz="3200">
                <a:solidFill>
                  <a:srgbClr val="0070C0"/>
                </a:solidFill>
              </a:rPr>
              <a:t> du </a:t>
            </a:r>
            <a:r>
              <a:rPr lang="en-US" sz="3200" err="1">
                <a:solidFill>
                  <a:srgbClr val="0070C0"/>
                </a:solidFill>
              </a:rPr>
              <a:t>modèle</a:t>
            </a:r>
            <a:r>
              <a:rPr lang="en-US" sz="3200">
                <a:solidFill>
                  <a:srgbClr val="0070C0"/>
                </a:solidFill>
              </a:rPr>
              <a:t> avec Supra-</a:t>
            </a:r>
            <a:r>
              <a:rPr lang="en-US" sz="3200" err="1">
                <a:solidFill>
                  <a:srgbClr val="0070C0"/>
                </a:solidFill>
              </a:rPr>
              <a:t>Conducteur</a:t>
            </a:r>
            <a:endParaRPr lang="en-US" altLang="ja-JP" sz="3200">
              <a:solidFill>
                <a:srgbClr val="000000"/>
              </a:solidFill>
              <a:ea typeface="Lucida Sans Unicode" charset="0"/>
              <a:cs typeface="Lucida Sans Unicode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31831754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BBA8ED7F-9160-4BBD-B245-F2EDD4602A94}"/>
              </a:ext>
            </a:extLst>
          </p:cNvPr>
          <p:cNvSpPr txBox="1"/>
          <p:nvPr/>
        </p:nvSpPr>
        <p:spPr>
          <a:xfrm>
            <a:off x="1993605" y="5649868"/>
            <a:ext cx="829769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>
                <a:solidFill>
                  <a:schemeClr val="tx1">
                    <a:lumMod val="65000"/>
                    <a:lumOff val="35000"/>
                  </a:schemeClr>
                </a:solidFill>
              </a:rPr>
              <a:t>Schéma modèle RLC série avec </a:t>
            </a:r>
            <a:r>
              <a:rPr lang="fr-FR" err="1">
                <a:solidFill>
                  <a:schemeClr val="tx1">
                    <a:lumMod val="65000"/>
                    <a:lumOff val="35000"/>
                  </a:schemeClr>
                </a:solidFill>
              </a:rPr>
              <a:t>supra-conducteur</a:t>
            </a:r>
            <a:r>
              <a:rPr lang="fr-FR">
                <a:solidFill>
                  <a:schemeClr val="tx1">
                    <a:lumMod val="65000"/>
                    <a:lumOff val="35000"/>
                  </a:schemeClr>
                </a:solidFill>
              </a:rPr>
              <a:t> avec la résistance shunt</a:t>
            </a:r>
            <a:endParaRPr lang="en-GB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pic>
        <p:nvPicPr>
          <p:cNvPr id="7" name="Image 6">
            <a:extLst>
              <a:ext uri="{FF2B5EF4-FFF2-40B4-BE49-F238E27FC236}">
                <a16:creationId xmlns:a16="http://schemas.microsoft.com/office/drawing/2014/main" id="{B119A80A-9F7D-41AA-8240-0067662F4ECE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4924" t="21418" r="2420" b="16879"/>
          <a:stretch/>
        </p:blipFill>
        <p:spPr>
          <a:xfrm>
            <a:off x="1103726" y="885535"/>
            <a:ext cx="10077450" cy="4231533"/>
          </a:xfrm>
          <a:prstGeom prst="rect">
            <a:avLst/>
          </a:prstGeom>
        </p:spPr>
      </p:pic>
      <p:sp>
        <p:nvSpPr>
          <p:cNvPr id="9" name="Espace réservé du pied de page 5">
            <a:extLst>
              <a:ext uri="{FF2B5EF4-FFF2-40B4-BE49-F238E27FC236}">
                <a16:creationId xmlns:a16="http://schemas.microsoft.com/office/drawing/2014/main" id="{D63235B4-5A82-4522-AC4C-5321D85E10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897946" y="6552000"/>
            <a:ext cx="6396111" cy="306000"/>
          </a:xfrm>
        </p:spPr>
        <p:txBody>
          <a:bodyPr/>
          <a:lstStyle/>
          <a:p>
            <a:r>
              <a:rPr lang="fr-FR"/>
              <a:t>Propulsion navale </a:t>
            </a:r>
            <a:r>
              <a:rPr lang="fr-FR" err="1"/>
              <a:t>ScPF</a:t>
            </a:r>
            <a:endParaRPr lang="fr-FR"/>
          </a:p>
        </p:txBody>
      </p:sp>
      <p:sp>
        <p:nvSpPr>
          <p:cNvPr id="10" name="Espace réservé du numéro de diapositive 6">
            <a:extLst>
              <a:ext uri="{FF2B5EF4-FFF2-40B4-BE49-F238E27FC236}">
                <a16:creationId xmlns:a16="http://schemas.microsoft.com/office/drawing/2014/main" id="{B9CAE136-AC8E-4BBB-BD0B-0F16155D4655}"/>
              </a:ext>
            </a:extLst>
          </p:cNvPr>
          <p:cNvSpPr txBox="1">
            <a:spLocks/>
          </p:cNvSpPr>
          <p:nvPr/>
        </p:nvSpPr>
        <p:spPr>
          <a:xfrm>
            <a:off x="9598856" y="6552228"/>
            <a:ext cx="1069145" cy="30577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fr-FR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D1E3A3D-12A0-A14A-AD9F-0CE6AFFEFF3B}" type="slidenum">
              <a:rPr lang="fr-FR" smtClean="0"/>
              <a:pPr/>
              <a:t>9</a:t>
            </a:fld>
            <a:endParaRPr lang="fr-FR"/>
          </a:p>
        </p:txBody>
      </p:sp>
      <p:sp>
        <p:nvSpPr>
          <p:cNvPr id="11" name="Espace réservé de la date 4">
            <a:extLst>
              <a:ext uri="{FF2B5EF4-FFF2-40B4-BE49-F238E27FC236}">
                <a16:creationId xmlns:a16="http://schemas.microsoft.com/office/drawing/2014/main" id="{175C6FA2-861D-4385-AFDE-A66C7813895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534400" y="6552000"/>
            <a:ext cx="2133600" cy="306000"/>
          </a:xfrm>
          <a:prstGeom prst="rect">
            <a:avLst/>
          </a:prstGeom>
        </p:spPr>
        <p:txBody>
          <a:bodyPr/>
          <a:lstStyle/>
          <a:p>
            <a:r>
              <a:rPr lang="fr-FR"/>
              <a:t>01-04-2022</a:t>
            </a:r>
          </a:p>
        </p:txBody>
      </p:sp>
    </p:spTree>
    <p:extLst>
      <p:ext uri="{BB962C8B-B14F-4D97-AF65-F5344CB8AC3E}">
        <p14:creationId xmlns:p14="http://schemas.microsoft.com/office/powerpoint/2010/main" val="382148605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3" name="Text Box 1"/>
          <p:cNvSpPr txBox="1">
            <a:spLocks noChangeArrowheads="1"/>
          </p:cNvSpPr>
          <p:nvPr/>
        </p:nvSpPr>
        <p:spPr bwMode="auto">
          <a:xfrm>
            <a:off x="1776000" y="1892970"/>
            <a:ext cx="8640000" cy="3624262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lIns="90000" tIns="46800" rIns="90000" bIns="46800" anchor="ctr"/>
          <a:lstStyle/>
          <a:p>
            <a:pPr algn="ctr"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r>
              <a:rPr lang="en-US" sz="3200" b="1">
                <a:solidFill>
                  <a:srgbClr val="000000"/>
                </a:solidFill>
                <a:ea typeface="ＭＳ Ｐゴシック" charset="-128"/>
              </a:rPr>
              <a:t>III. </a:t>
            </a:r>
            <a:r>
              <a:rPr lang="en-US" sz="3200" b="1" err="1">
                <a:solidFill>
                  <a:srgbClr val="000000"/>
                </a:solidFill>
                <a:ea typeface="ＭＳ Ｐゴシック" charset="-128"/>
              </a:rPr>
              <a:t>Problème</a:t>
            </a:r>
            <a:r>
              <a:rPr lang="en-US" sz="3200" b="1">
                <a:solidFill>
                  <a:srgbClr val="000000"/>
                </a:solidFill>
                <a:ea typeface="ＭＳ Ｐゴシック" charset="-128"/>
              </a:rPr>
              <a:t> </a:t>
            </a:r>
            <a:r>
              <a:rPr lang="en-US" sz="3200" b="1" err="1">
                <a:solidFill>
                  <a:srgbClr val="000000"/>
                </a:solidFill>
                <a:ea typeface="ＭＳ Ｐゴシック" charset="-128"/>
              </a:rPr>
              <a:t>d’optimisation</a:t>
            </a:r>
            <a:r>
              <a:rPr lang="en-US" sz="3200" b="1">
                <a:solidFill>
                  <a:srgbClr val="000000"/>
                </a:solidFill>
                <a:ea typeface="ＭＳ Ｐゴシック" charset="-128"/>
              </a:rPr>
              <a:t> simple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Propulsion navale </a:t>
            </a:r>
            <a:r>
              <a:rPr lang="fr-FR" err="1"/>
              <a:t>ScPF</a:t>
            </a:r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4294967295"/>
          </p:nvPr>
        </p:nvSpPr>
        <p:spPr>
          <a:xfrm>
            <a:off x="9598856" y="6552228"/>
            <a:ext cx="1069145" cy="305772"/>
          </a:xfrm>
        </p:spPr>
        <p:txBody>
          <a:bodyPr/>
          <a:lstStyle/>
          <a:p>
            <a:fld id="{AD1E3A3D-12A0-A14A-AD9F-0CE6AFFEFF3B}" type="slidenum">
              <a:rPr lang="fr-FR" smtClean="0"/>
              <a:pPr/>
              <a:t>10</a:t>
            </a:fld>
            <a:endParaRPr lang="fr-FR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>
          <a:xfrm>
            <a:off x="8534400" y="6552000"/>
            <a:ext cx="2133600" cy="306000"/>
          </a:xfrm>
          <a:prstGeom prst="rect">
            <a:avLst/>
          </a:prstGeom>
        </p:spPr>
        <p:txBody>
          <a:bodyPr/>
          <a:lstStyle/>
          <a:p>
            <a:r>
              <a:rPr lang="fr-FR"/>
              <a:t>01-04-2022</a:t>
            </a:r>
          </a:p>
        </p:txBody>
      </p:sp>
    </p:spTree>
    <p:extLst>
      <p:ext uri="{BB962C8B-B14F-4D97-AF65-F5344CB8AC3E}">
        <p14:creationId xmlns:p14="http://schemas.microsoft.com/office/powerpoint/2010/main" val="1433142020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101" name="Text Box 6"/>
              <p:cNvSpPr txBox="1">
                <a:spLocks noChangeArrowheads="1"/>
              </p:cNvSpPr>
              <p:nvPr/>
            </p:nvSpPr>
            <p:spPr bwMode="auto">
              <a:xfrm>
                <a:off x="1129327" y="1027615"/>
                <a:ext cx="8640960" cy="5677385"/>
              </a:xfrm>
              <a:prstGeom prst="rect">
                <a:avLst/>
              </a:prstGeom>
              <a:noFill/>
              <a:ln w="9525">
                <a:noFill/>
                <a:round/>
                <a:headEnd/>
                <a:tailEnd/>
              </a:ln>
              <a:effectLst/>
            </p:spPr>
            <p:txBody>
              <a:bodyPr lIns="0" tIns="0" rIns="0" bIns="0"/>
              <a:lstStyle/>
              <a:p>
                <a:pPr>
                  <a:tabLst>
                    <a:tab pos="34290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</a:pPr>
                <a:r>
                  <a:rPr lang="en-US" altLang="ja-JP" sz="3200">
                    <a:solidFill>
                      <a:srgbClr val="0070C0"/>
                    </a:solidFill>
                    <a:ea typeface="Lucida Sans Unicode" charset="0"/>
                    <a:cs typeface="Lucida Sans Unicode" charset="0"/>
                  </a:rPr>
                  <a:t>Premier </a:t>
                </a:r>
                <a:r>
                  <a:rPr lang="en-US" altLang="ja-JP" sz="3200" err="1">
                    <a:solidFill>
                      <a:srgbClr val="0070C0"/>
                    </a:solidFill>
                    <a:ea typeface="Lucida Sans Unicode" charset="0"/>
                    <a:cs typeface="Lucida Sans Unicode" charset="0"/>
                  </a:rPr>
                  <a:t>problème</a:t>
                </a:r>
                <a:r>
                  <a:rPr lang="en-US" altLang="ja-JP" sz="3200">
                    <a:solidFill>
                      <a:srgbClr val="0070C0"/>
                    </a:solidFill>
                    <a:ea typeface="Lucida Sans Unicode" charset="0"/>
                    <a:cs typeface="Lucida Sans Unicode" charset="0"/>
                  </a:rPr>
                  <a:t> simple</a:t>
                </a:r>
              </a:p>
              <a:p>
                <a:pPr>
                  <a:tabLst>
                    <a:tab pos="34290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</a:pPr>
                <a:endParaRPr lang="en-US" altLang="ja-JP">
                  <a:solidFill>
                    <a:srgbClr val="000000"/>
                  </a:solidFill>
                  <a:ea typeface="Lucida Sans Unicode" charset="0"/>
                  <a:cs typeface="Lucida Sans Unicode" charset="0"/>
                </a:endParaRPr>
              </a:p>
              <a:p>
                <a:pPr>
                  <a:tabLst>
                    <a:tab pos="34290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</a:pPr>
                <a:endParaRPr lang="en-US" altLang="ja-JP">
                  <a:solidFill>
                    <a:srgbClr val="000000"/>
                  </a:solidFill>
                  <a:ea typeface="Lucida Sans Unicode" charset="0"/>
                  <a:cs typeface="Lucida Sans Unicode" charset="0"/>
                </a:endParaRPr>
              </a:p>
              <a:p>
                <a:pPr>
                  <a:tabLst>
                    <a:tab pos="34290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</a:pPr>
                <a:endParaRPr lang="en-US" altLang="ja-JP">
                  <a:solidFill>
                    <a:srgbClr val="000000"/>
                  </a:solidFill>
                  <a:ea typeface="Lucida Sans Unicode" charset="0"/>
                  <a:cs typeface="Lucida Sans Unicode" charset="0"/>
                </a:endParaRPr>
              </a:p>
              <a:p>
                <a:pPr indent="0">
                  <a:buNone/>
                  <a:tabLst>
                    <a:tab pos="34290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</a:pPr>
                <a14:m>
                  <m:oMath xmlns:m="http://schemas.openxmlformats.org/officeDocument/2006/math">
                    <m:func>
                      <m:funcPr>
                        <m:ctrlPr>
                          <a:rPr lang="fr-FR" sz="240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Lucida Sans Unicode" charset="0"/>
                            <a:cs typeface="Lucida Sans Unicode" charset="0"/>
                          </a:rPr>
                        </m:ctrlPr>
                      </m:funcPr>
                      <m:fName>
                        <m:limLow>
                          <m:limLowPr>
                            <m:ctrlPr>
                              <a:rPr lang="fr-FR" sz="2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Lucida Sans Unicode" charset="0"/>
                                <a:cs typeface="Lucida Sans Unicode" charset="0"/>
                              </a:rPr>
                            </m:ctrlPr>
                          </m:limLowPr>
                          <m:e>
                            <m:r>
                              <m:rPr>
                                <m:sty m:val="p"/>
                              </m:rPr>
                              <a:rPr lang="fr-FR" sz="240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Lucida Sans Unicode" charset="0"/>
                                <a:cs typeface="Lucida Sans Unicode" charset="0"/>
                              </a:rPr>
                              <m:t>min</m:t>
                            </m:r>
                          </m:e>
                          <m:lim>
                            <m:r>
                              <a:rPr lang="fr-FR" sz="240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Lucida Sans Unicode" charset="0"/>
                                <a:cs typeface="Lucida Sans Unicode" charset="0"/>
                              </a:rPr>
                              <m:t>𝑅</m:t>
                            </m:r>
                            <m:r>
                              <a:rPr lang="fr-FR" sz="240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Lucida Sans Unicode" charset="0"/>
                                <a:cs typeface="Lucida Sans Unicode" charset="0"/>
                              </a:rPr>
                              <m:t>∈[</m:t>
                            </m:r>
                            <m:sSub>
                              <m:sSubPr>
                                <m:ctrlPr>
                                  <a:rPr lang="fr-FR" sz="24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ea typeface="Lucida Sans Unicode" charset="0"/>
                                    <a:cs typeface="Lucida Sans Unicode" charset="0"/>
                                  </a:rPr>
                                </m:ctrlPr>
                              </m:sSubPr>
                              <m:e>
                                <m:r>
                                  <a:rPr lang="fr-FR" sz="240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ea typeface="Lucida Sans Unicode" charset="0"/>
                                    <a:cs typeface="Lucida Sans Unicode" charset="0"/>
                                  </a:rPr>
                                  <m:t>𝑅</m:t>
                                </m:r>
                              </m:e>
                              <m:sub>
                                <m:r>
                                  <a:rPr lang="fr-FR" sz="240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ea typeface="Lucida Sans Unicode" charset="0"/>
                                    <a:cs typeface="Lucida Sans Unicode" charset="0"/>
                                  </a:rPr>
                                  <m:t>𝑚𝑖𝑛</m:t>
                                </m:r>
                              </m:sub>
                            </m:sSub>
                            <m:r>
                              <a:rPr lang="fr-FR" sz="240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Lucida Sans Unicode" charset="0"/>
                                <a:cs typeface="Lucida Sans Unicode" charset="0"/>
                              </a:rPr>
                              <m:t>;</m:t>
                            </m:r>
                            <m:sSub>
                              <m:sSubPr>
                                <m:ctrlPr>
                                  <a:rPr lang="fr-FR" sz="24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ea typeface="Lucida Sans Unicode" charset="0"/>
                                    <a:cs typeface="Lucida Sans Unicode" charset="0"/>
                                  </a:rPr>
                                </m:ctrlPr>
                              </m:sSubPr>
                              <m:e>
                                <m:r>
                                  <a:rPr lang="fr-FR" sz="240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ea typeface="Lucida Sans Unicode" charset="0"/>
                                    <a:cs typeface="Lucida Sans Unicode" charset="0"/>
                                  </a:rPr>
                                  <m:t>𝑅</m:t>
                                </m:r>
                              </m:e>
                              <m:sub>
                                <m:r>
                                  <a:rPr lang="fr-FR" sz="240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ea typeface="Lucida Sans Unicode" charset="0"/>
                                    <a:cs typeface="Lucida Sans Unicode" charset="0"/>
                                  </a:rPr>
                                  <m:t>𝑚𝑎𝑥</m:t>
                                </m:r>
                              </m:sub>
                            </m:sSub>
                            <m:r>
                              <a:rPr lang="fr-FR" sz="240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Lucida Sans Unicode" charset="0"/>
                                <a:cs typeface="Lucida Sans Unicode" charset="0"/>
                              </a:rPr>
                              <m:t>]</m:t>
                            </m:r>
                          </m:lim>
                        </m:limLow>
                      </m:fName>
                      <m:e>
                        <m:r>
                          <a:rPr lang="fr-FR" sz="24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Lucida Sans Unicode" charset="0"/>
                            <a:cs typeface="Lucida Sans Unicode" charset="0"/>
                          </a:rPr>
                          <m:t>𝑅</m:t>
                        </m:r>
                      </m:e>
                    </m:func>
                  </m:oMath>
                </a14:m>
                <a:r>
                  <a:rPr lang="en-US" sz="2400">
                    <a:solidFill>
                      <a:srgbClr val="000000"/>
                    </a:solidFill>
                    <a:ea typeface="Lucida Sans Unicode" charset="0"/>
                    <a:cs typeface="Lucida Sans Unicode" charset="0"/>
                  </a:rPr>
                  <a:t>        </a:t>
                </a:r>
              </a:p>
              <a:p>
                <a:pPr indent="0">
                  <a:buNone/>
                  <a:tabLst>
                    <a:tab pos="34290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</a:pPr>
                <a:endParaRPr lang="en-US" sz="2400">
                  <a:solidFill>
                    <a:srgbClr val="000000"/>
                  </a:solidFill>
                  <a:ea typeface="Lucida Sans Unicode" charset="0"/>
                  <a:cs typeface="Lucida Sans Unicode" charset="0"/>
                </a:endParaRPr>
              </a:p>
              <a:p>
                <a:pPr indent="0">
                  <a:buNone/>
                  <a:tabLst>
                    <a:tab pos="34290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</a:pPr>
                <a:r>
                  <a:rPr lang="en-US" sz="2400">
                    <a:solidFill>
                      <a:srgbClr val="000000"/>
                    </a:solidFill>
                    <a:ea typeface="Lucida Sans Unicode" charset="0"/>
                    <a:cs typeface="Lucida Sans Unicode" charset="0"/>
                  </a:rPr>
                  <a:t>				</a:t>
                </a:r>
                <a:r>
                  <a:rPr lang="en-US" sz="2400" err="1">
                    <a:solidFill>
                      <a:srgbClr val="000000"/>
                    </a:solidFill>
                    <a:ea typeface="Lucida Sans Unicode" charset="0"/>
                    <a:cs typeface="Lucida Sans Unicode" charset="0"/>
                  </a:rPr>
                  <a:t>s.t.</a:t>
                </a:r>
                <a:r>
                  <a:rPr lang="en-US" sz="2400">
                    <a:solidFill>
                      <a:srgbClr val="000000"/>
                    </a:solidFill>
                    <a:ea typeface="Lucida Sans Unicode" charset="0"/>
                    <a:cs typeface="Lucida Sans Unicode" charset="0"/>
                  </a:rPr>
                  <a:t>   </a:t>
                </a:r>
                <a14:m>
                  <m:oMath xmlns:m="http://schemas.openxmlformats.org/officeDocument/2006/math">
                    <m:d>
                      <m:dPr>
                        <m:begChr m:val="{"/>
                        <m:endChr m:val=""/>
                        <m:ctrlPr>
                          <a:rPr 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Lucida Sans Unicode" charset="0"/>
                            <a:cs typeface="Lucida Sans Unicode" charset="0"/>
                          </a:rPr>
                        </m:ctrlPr>
                      </m:dPr>
                      <m:e>
                        <m:eqArr>
                          <m:eqArrPr>
                            <m:ctrlPr>
                              <a:rPr lang="en-US" sz="2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Lucida Sans Unicode" charset="0"/>
                                <a:cs typeface="Lucida Sans Unicode" charset="0"/>
                              </a:rPr>
                            </m:ctrlPr>
                          </m:eqArrPr>
                          <m:e>
                            <m:r>
                              <m:rPr>
                                <m:sty m:val="p"/>
                              </m:rPr>
                              <a:rPr lang="fr-FR" sz="240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Lucida Sans Unicode" charset="0"/>
                                <a:cs typeface="Lucida Sans Unicode" charset="0"/>
                              </a:rPr>
                              <m:t>Le</m:t>
                            </m:r>
                            <m:r>
                              <a:rPr lang="fr-FR" sz="240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Lucida Sans Unicode" charset="0"/>
                                <a:cs typeface="Lucida Sans Unicode" charset="0"/>
                              </a:rPr>
                              <m:t> </m:t>
                            </m:r>
                            <m:r>
                              <m:rPr>
                                <m:sty m:val="p"/>
                              </m:rPr>
                              <a:rPr lang="fr-FR" sz="240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Lucida Sans Unicode" charset="0"/>
                                <a:cs typeface="Lucida Sans Unicode" charset="0"/>
                              </a:rPr>
                              <m:t>r</m:t>
                            </m:r>
                            <m:r>
                              <a:rPr lang="fr-FR" sz="240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Lucida Sans Unicode" charset="0"/>
                                <a:cs typeface="Lucida Sans Unicode" charset="0"/>
                              </a:rPr>
                              <m:t>é</m:t>
                            </m:r>
                            <m:r>
                              <m:rPr>
                                <m:sty m:val="p"/>
                              </m:rPr>
                              <a:rPr lang="fr-FR" sz="240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Lucida Sans Unicode" charset="0"/>
                                <a:cs typeface="Lucida Sans Unicode" charset="0"/>
                              </a:rPr>
                              <m:t>gime</m:t>
                            </m:r>
                            <m:r>
                              <a:rPr lang="fr-FR" sz="240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Lucida Sans Unicode" charset="0"/>
                                <a:cs typeface="Lucida Sans Unicode" charset="0"/>
                              </a:rPr>
                              <m:t> </m:t>
                            </m:r>
                            <m:r>
                              <m:rPr>
                                <m:sty m:val="p"/>
                              </m:rPr>
                              <a:rPr lang="fr-FR" sz="240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Lucida Sans Unicode" charset="0"/>
                                <a:cs typeface="Lucida Sans Unicode" charset="0"/>
                              </a:rPr>
                              <m:t>est</m:t>
                            </m:r>
                            <m:r>
                              <a:rPr lang="fr-FR" sz="240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Lucida Sans Unicode" charset="0"/>
                                <a:cs typeface="Lucida Sans Unicode" charset="0"/>
                              </a:rPr>
                              <m:t> </m:t>
                            </m:r>
                            <m:r>
                              <m:rPr>
                                <m:sty m:val="p"/>
                              </m:rPr>
                              <a:rPr lang="fr-FR" sz="240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Lucida Sans Unicode" charset="0"/>
                                <a:cs typeface="Lucida Sans Unicode" charset="0"/>
                              </a:rPr>
                              <m:t>stable</m:t>
                            </m:r>
                          </m:e>
                          <m:e>
                            <m:sSub>
                              <m:sSubPr>
                                <m:ctrlPr>
                                  <a:rPr lang="fr-FR" sz="24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ea typeface="Lucida Sans Unicode" charset="0"/>
                                    <a:cs typeface="Lucida Sans Unicode" charset="0"/>
                                  </a:rPr>
                                </m:ctrlPr>
                              </m:sSubPr>
                              <m:e>
                                <m:r>
                                  <a:rPr lang="fr-FR" sz="240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ea typeface="Lucida Sans Unicode" charset="0"/>
                                    <a:cs typeface="Lucida Sans Unicode" charset="0"/>
                                  </a:rPr>
                                  <m:t>𝑃</m:t>
                                </m:r>
                              </m:e>
                              <m:sub>
                                <m:r>
                                  <a:rPr lang="fr-FR" sz="240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ea typeface="Lucida Sans Unicode" charset="0"/>
                                    <a:cs typeface="Lucida Sans Unicode" charset="0"/>
                                  </a:rPr>
                                  <m:t>𝑙𝑖𝑚</m:t>
                                </m:r>
                              </m:sub>
                            </m:sSub>
                            <m:r>
                              <a:rPr lang="fr-FR" sz="240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Lucida Sans Unicode" charset="0"/>
                                <a:cs typeface="Lucida Sans Unicode" charset="0"/>
                              </a:rPr>
                              <m:t>=1,2×</m:t>
                            </m:r>
                            <m:sSub>
                              <m:sSubPr>
                                <m:ctrlPr>
                                  <a:rPr lang="fr-FR" sz="24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ea typeface="Lucida Sans Unicode" charset="0"/>
                                    <a:cs typeface="Lucida Sans Unicode" charset="0"/>
                                  </a:rPr>
                                </m:ctrlPr>
                              </m:sSubPr>
                              <m:e>
                                <m:r>
                                  <a:rPr lang="fr-FR" sz="240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ea typeface="Lucida Sans Unicode" charset="0"/>
                                    <a:cs typeface="Lucida Sans Unicode" charset="0"/>
                                  </a:rPr>
                                  <m:t>𝑃</m:t>
                                </m:r>
                              </m:e>
                              <m:sub>
                                <m:r>
                                  <a:rPr lang="fr-FR" sz="240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ea typeface="Lucida Sans Unicode" charset="0"/>
                                    <a:cs typeface="Lucida Sans Unicode" charset="0"/>
                                  </a:rPr>
                                  <m:t>𝑙𝑖𝑚</m:t>
                                </m:r>
                                <m:r>
                                  <a:rPr lang="fr-FR" sz="240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ea typeface="Lucida Sans Unicode" charset="0"/>
                                    <a:cs typeface="Lucida Sans Unicode" charset="0"/>
                                  </a:rPr>
                                  <m:t>0</m:t>
                                </m:r>
                              </m:sub>
                            </m:sSub>
                          </m:e>
                        </m:eqArr>
                      </m:e>
                    </m:d>
                  </m:oMath>
                </a14:m>
                <a:endParaRPr lang="fr-FR" sz="2400">
                  <a:solidFill>
                    <a:srgbClr val="000000"/>
                  </a:solidFill>
                  <a:ea typeface="Lucida Sans Unicode" charset="0"/>
                  <a:cs typeface="Lucida Sans Unicode" charset="0"/>
                </a:endParaRPr>
              </a:p>
              <a:p>
                <a:pPr indent="0">
                  <a:buNone/>
                  <a:tabLst>
                    <a:tab pos="34290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</a:pPr>
                <a:endParaRPr lang="en-US" sz="2400">
                  <a:solidFill>
                    <a:srgbClr val="000000"/>
                  </a:solidFill>
                  <a:ea typeface="Lucida Sans Unicode" charset="0"/>
                  <a:cs typeface="Lucida Sans Unicode" charset="0"/>
                </a:endParaRPr>
              </a:p>
              <a:p>
                <a:pPr indent="0">
                  <a:buNone/>
                  <a:tabLst>
                    <a:tab pos="34290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</a:pPr>
                <a:endParaRPr lang="en-US" sz="2400">
                  <a:solidFill>
                    <a:srgbClr val="000000"/>
                  </a:solidFill>
                  <a:ea typeface="Lucida Sans Unicode" charset="0"/>
                  <a:cs typeface="Lucida Sans Unicode" charset="0"/>
                </a:endParaRPr>
              </a:p>
              <a:p>
                <a:pPr indent="0">
                  <a:buNone/>
                  <a:tabLst>
                    <a:tab pos="34290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</a:pPr>
                <a:endParaRPr lang="en-US" sz="2400">
                  <a:solidFill>
                    <a:srgbClr val="000000"/>
                  </a:solidFill>
                  <a:ea typeface="Lucida Sans Unicode" charset="0"/>
                  <a:cs typeface="Lucida Sans Unicode" charset="0"/>
                </a:endParaRPr>
              </a:p>
              <a:p>
                <a:pPr indent="0">
                  <a:buNone/>
                  <a:tabLst>
                    <a:tab pos="34290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</a:pPr>
                <a:r>
                  <a:rPr lang="en-US" sz="2400" err="1">
                    <a:solidFill>
                      <a:srgbClr val="000000"/>
                    </a:solidFill>
                    <a:ea typeface="Lucida Sans Unicode" charset="0"/>
                    <a:cs typeface="Lucida Sans Unicode" charset="0"/>
                  </a:rPr>
                  <a:t>Résultat</a:t>
                </a:r>
                <a:r>
                  <a:rPr lang="en-US" sz="2400">
                    <a:solidFill>
                      <a:srgbClr val="000000"/>
                    </a:solidFill>
                    <a:ea typeface="Lucida Sans Unicode" charset="0"/>
                    <a:cs typeface="Lucida Sans Unicode" charset="0"/>
                  </a:rPr>
                  <a:t> </a:t>
                </a:r>
                <a:r>
                  <a:rPr lang="en-US" sz="2400" err="1">
                    <a:solidFill>
                      <a:srgbClr val="000000"/>
                    </a:solidFill>
                    <a:ea typeface="Lucida Sans Unicode" charset="0"/>
                    <a:cs typeface="Lucida Sans Unicode" charset="0"/>
                  </a:rPr>
                  <a:t>algorithmique</a:t>
                </a:r>
                <a:r>
                  <a:rPr lang="en-US" sz="2400">
                    <a:solidFill>
                      <a:srgbClr val="000000"/>
                    </a:solidFill>
                    <a:ea typeface="Lucida Sans Unicode" charset="0"/>
                    <a:cs typeface="Lucida Sans Unicode" charset="0"/>
                  </a:rPr>
                  <a:t>: R =  0.0486 </a:t>
                </a:r>
                <a:r>
                  <a:rPr lang="el-GR" sz="2400">
                    <a:solidFill>
                      <a:srgbClr val="000000"/>
                    </a:solidFill>
                    <a:ea typeface="Lucida Sans Unicode" charset="0"/>
                    <a:cs typeface="Lucida Sans Unicode" charset="0"/>
                  </a:rPr>
                  <a:t>Ω</a:t>
                </a:r>
                <a:endParaRPr lang="fr-FR" sz="2400">
                  <a:solidFill>
                    <a:srgbClr val="000000"/>
                  </a:solidFill>
                  <a:ea typeface="Lucida Sans Unicode" charset="0"/>
                  <a:cs typeface="Lucida Sans Unicode" charset="0"/>
                </a:endParaRPr>
              </a:p>
              <a:p>
                <a:pPr indent="0">
                  <a:buNone/>
                  <a:tabLst>
                    <a:tab pos="34290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</a:pPr>
                <a:endParaRPr lang="fr-FR" sz="2400">
                  <a:solidFill>
                    <a:srgbClr val="000000"/>
                  </a:solidFill>
                  <a:ea typeface="Lucida Sans Unicode" charset="0"/>
                  <a:cs typeface="Lucida Sans Unicode" charset="0"/>
                </a:endParaRPr>
              </a:p>
              <a:p>
                <a:pPr indent="0">
                  <a:buNone/>
                  <a:tabLst>
                    <a:tab pos="34290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</a:pPr>
                <a:r>
                  <a:rPr lang="fr-FR" sz="2400">
                    <a:solidFill>
                      <a:srgbClr val="000000"/>
                    </a:solidFill>
                    <a:ea typeface="Lucida Sans Unicode" charset="0"/>
                    <a:cs typeface="Lucida Sans Unicode" charset="0"/>
                  </a:rPr>
                  <a:t>Résultat analytique : R = 1.2*R0 = 0.048 </a:t>
                </a:r>
                <a:r>
                  <a:rPr lang="el-GR" sz="2400">
                    <a:solidFill>
                      <a:srgbClr val="000000"/>
                    </a:solidFill>
                    <a:ea typeface="Lucida Sans Unicode" charset="0"/>
                    <a:cs typeface="Lucida Sans Unicode" charset="0"/>
                  </a:rPr>
                  <a:t>Ω</a:t>
                </a:r>
                <a:r>
                  <a:rPr lang="fr-FR" sz="2400">
                    <a:solidFill>
                      <a:srgbClr val="000000"/>
                    </a:solidFill>
                    <a:ea typeface="Lucida Sans Unicode" charset="0"/>
                    <a:cs typeface="Lucida Sans Unicode" charset="0"/>
                  </a:rPr>
                  <a:t> </a:t>
                </a:r>
                <a:endParaRPr lang="en-US" sz="2400">
                  <a:solidFill>
                    <a:srgbClr val="000000"/>
                  </a:solidFill>
                  <a:ea typeface="Lucida Sans Unicode" charset="0"/>
                  <a:cs typeface="Lucida Sans Unicode" charset="0"/>
                </a:endParaRPr>
              </a:p>
              <a:p>
                <a:pPr indent="0">
                  <a:buNone/>
                  <a:tabLst>
                    <a:tab pos="34290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</a:pPr>
                <a:endParaRPr lang="en-US" sz="2400">
                  <a:solidFill>
                    <a:srgbClr val="000000"/>
                  </a:solidFill>
                  <a:ea typeface="Lucida Sans Unicode" charset="0"/>
                  <a:cs typeface="Lucida Sans Unicode" charset="0"/>
                </a:endParaRPr>
              </a:p>
              <a:p>
                <a:pPr>
                  <a:tabLst>
                    <a:tab pos="34290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</a:pPr>
                <a:endParaRPr lang="en-US" altLang="ja-JP">
                  <a:solidFill>
                    <a:srgbClr val="000000"/>
                  </a:solidFill>
                  <a:ea typeface="Lucida Sans Unicode" charset="0"/>
                  <a:cs typeface="Lucida Sans Unicode" charset="0"/>
                </a:endParaRPr>
              </a:p>
            </p:txBody>
          </p:sp>
        </mc:Choice>
        <mc:Fallback>
          <p:sp>
            <p:nvSpPr>
              <p:cNvPr id="101" name="Text Box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129327" y="1027615"/>
                <a:ext cx="8640960" cy="5677385"/>
              </a:xfrm>
              <a:prstGeom prst="rect">
                <a:avLst/>
              </a:prstGeom>
              <a:blipFill>
                <a:blip r:embed="rId3"/>
                <a:stretch>
                  <a:fillRect l="-2821" t="-2256"/>
                </a:stretch>
              </a:blipFill>
              <a:ln w="9525">
                <a:noFill/>
                <a:round/>
                <a:headEnd/>
                <a:tailEnd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Propulsion navale </a:t>
            </a:r>
            <a:r>
              <a:rPr lang="fr-FR" err="1"/>
              <a:t>ScPF</a:t>
            </a:r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4294967295"/>
          </p:nvPr>
        </p:nvSpPr>
        <p:spPr>
          <a:xfrm>
            <a:off x="9598856" y="6552228"/>
            <a:ext cx="1069145" cy="305772"/>
          </a:xfrm>
        </p:spPr>
        <p:txBody>
          <a:bodyPr/>
          <a:lstStyle/>
          <a:p>
            <a:fld id="{AD1E3A3D-12A0-A14A-AD9F-0CE6AFFEFF3B}" type="slidenum">
              <a:rPr lang="fr-FR" smtClean="0"/>
              <a:pPr/>
              <a:t>11</a:t>
            </a:fld>
            <a:endParaRPr lang="fr-FR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>
          <a:xfrm>
            <a:off x="8534400" y="6552000"/>
            <a:ext cx="2133600" cy="306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01-04-2022</a:t>
            </a:r>
            <a:endParaRPr lang="fr-FR"/>
          </a:p>
        </p:txBody>
      </p:sp>
      <p:pic>
        <p:nvPicPr>
          <p:cNvPr id="9" name="Image 4">
            <a:extLst>
              <a:ext uri="{FF2B5EF4-FFF2-40B4-BE49-F238E27FC236}">
                <a16:creationId xmlns:a16="http://schemas.microsoft.com/office/drawing/2014/main" id="{28A13306-C68B-4D2D-96DB-2CBFE6A830B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20586" y="1487046"/>
            <a:ext cx="4941743" cy="3927723"/>
          </a:xfrm>
          <a:prstGeom prst="rect">
            <a:avLst/>
          </a:prstGeom>
        </p:spPr>
      </p:pic>
      <p:sp>
        <p:nvSpPr>
          <p:cNvPr id="10" name="TextBox 1">
            <a:extLst>
              <a:ext uri="{FF2B5EF4-FFF2-40B4-BE49-F238E27FC236}">
                <a16:creationId xmlns:a16="http://schemas.microsoft.com/office/drawing/2014/main" id="{058FF768-0028-433A-BD20-19C3A5B87B15}"/>
              </a:ext>
            </a:extLst>
          </p:cNvPr>
          <p:cNvSpPr txBox="1"/>
          <p:nvPr/>
        </p:nvSpPr>
        <p:spPr>
          <a:xfrm>
            <a:off x="7514704" y="5589840"/>
            <a:ext cx="425828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>
                <a:solidFill>
                  <a:schemeClr val="tx1">
                    <a:lumMod val="65000"/>
                    <a:lumOff val="35000"/>
                  </a:schemeClr>
                </a:solidFill>
              </a:rPr>
              <a:t>Front de Pareto du problème d’optimisation simple</a:t>
            </a:r>
            <a:endParaRPr lang="en-GB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38767441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3" name="Text Box 1"/>
          <p:cNvSpPr txBox="1">
            <a:spLocks noChangeArrowheads="1"/>
          </p:cNvSpPr>
          <p:nvPr/>
        </p:nvSpPr>
        <p:spPr bwMode="auto">
          <a:xfrm>
            <a:off x="1776000" y="1892970"/>
            <a:ext cx="8640000" cy="3624262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lIns="90000" tIns="46800" rIns="90000" bIns="46800" anchor="ctr"/>
          <a:lstStyle/>
          <a:p>
            <a:pPr algn="ctr"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r>
              <a:rPr lang="en-US" sz="3200" b="1">
                <a:solidFill>
                  <a:srgbClr val="000000"/>
                </a:solidFill>
                <a:ea typeface="ＭＳ Ｐゴシック"/>
              </a:rPr>
              <a:t>IV. </a:t>
            </a:r>
            <a:r>
              <a:rPr lang="en-US" sz="3200" b="1" err="1">
                <a:solidFill>
                  <a:srgbClr val="000000"/>
                </a:solidFill>
                <a:ea typeface="ＭＳ Ｐゴシック"/>
              </a:rPr>
              <a:t>Problèmes</a:t>
            </a:r>
            <a:r>
              <a:rPr lang="en-US" sz="3200" b="1">
                <a:solidFill>
                  <a:srgbClr val="000000"/>
                </a:solidFill>
                <a:ea typeface="ＭＳ Ｐゴシック"/>
              </a:rPr>
              <a:t> </a:t>
            </a:r>
            <a:r>
              <a:rPr lang="en-US" sz="3200" b="1" err="1">
                <a:solidFill>
                  <a:srgbClr val="000000"/>
                </a:solidFill>
                <a:ea typeface="ＭＳ Ｐゴシック"/>
              </a:rPr>
              <a:t>d’optimisation</a:t>
            </a:r>
            <a:r>
              <a:rPr lang="en-US" sz="3200" b="1">
                <a:solidFill>
                  <a:srgbClr val="000000"/>
                </a:solidFill>
                <a:ea typeface="ＭＳ Ｐゴシック"/>
              </a:rPr>
              <a:t> avec </a:t>
            </a:r>
            <a:r>
              <a:rPr lang="en-US" sz="3200" b="1" err="1">
                <a:solidFill>
                  <a:srgbClr val="000000"/>
                </a:solidFill>
                <a:ea typeface="ＭＳ Ｐゴシック"/>
              </a:rPr>
              <a:t>filtre</a:t>
            </a:r>
            <a:r>
              <a:rPr lang="en-US" sz="3200" b="1">
                <a:solidFill>
                  <a:srgbClr val="000000"/>
                </a:solidFill>
                <a:ea typeface="ＭＳ Ｐゴシック"/>
              </a:rPr>
              <a:t> </a:t>
            </a:r>
            <a:r>
              <a:rPr lang="en-US" sz="3200" b="1" err="1">
                <a:solidFill>
                  <a:srgbClr val="000000"/>
                </a:solidFill>
                <a:ea typeface="ＭＳ Ｐゴシック"/>
              </a:rPr>
              <a:t>supraconducteur</a:t>
            </a:r>
            <a:endParaRPr lang="en-US" sz="3200" b="1" err="1">
              <a:solidFill>
                <a:srgbClr val="000000"/>
              </a:solidFill>
              <a:ea typeface="ＭＳ Ｐゴシック"/>
              <a:cs typeface="Calibri"/>
            </a:endParaRP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Propulsion navale </a:t>
            </a:r>
            <a:r>
              <a:rPr lang="fr-FR" err="1"/>
              <a:t>ScPF</a:t>
            </a:r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4294967295"/>
          </p:nvPr>
        </p:nvSpPr>
        <p:spPr>
          <a:xfrm>
            <a:off x="9598856" y="6552228"/>
            <a:ext cx="1069145" cy="305772"/>
          </a:xfrm>
        </p:spPr>
        <p:txBody>
          <a:bodyPr/>
          <a:lstStyle/>
          <a:p>
            <a:fld id="{AD1E3A3D-12A0-A14A-AD9F-0CE6AFFEFF3B}" type="slidenum">
              <a:rPr lang="fr-FR" smtClean="0"/>
              <a:pPr/>
              <a:t>12</a:t>
            </a:fld>
            <a:endParaRPr lang="fr-FR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>
          <a:xfrm>
            <a:off x="8534400" y="6552000"/>
            <a:ext cx="2133600" cy="306000"/>
          </a:xfrm>
          <a:prstGeom prst="rect">
            <a:avLst/>
          </a:prstGeom>
        </p:spPr>
        <p:txBody>
          <a:bodyPr/>
          <a:lstStyle/>
          <a:p>
            <a:r>
              <a:rPr lang="fr-FR"/>
              <a:t>01-04-2022</a:t>
            </a:r>
          </a:p>
        </p:txBody>
      </p:sp>
    </p:spTree>
    <p:extLst>
      <p:ext uri="{BB962C8B-B14F-4D97-AF65-F5344CB8AC3E}">
        <p14:creationId xmlns:p14="http://schemas.microsoft.com/office/powerpoint/2010/main" val="6358432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3" name="Text Box 1"/>
          <p:cNvSpPr txBox="1">
            <a:spLocks noChangeArrowheads="1"/>
          </p:cNvSpPr>
          <p:nvPr/>
        </p:nvSpPr>
        <p:spPr bwMode="auto">
          <a:xfrm>
            <a:off x="1776000" y="1892970"/>
            <a:ext cx="8640000" cy="3624262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lIns="90000" tIns="46800" rIns="90000" bIns="46800" anchor="ctr"/>
          <a:lstStyle/>
          <a:p>
            <a:pPr algn="ctr"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r>
              <a:rPr lang="en-US" sz="2800" b="1">
                <a:solidFill>
                  <a:srgbClr val="000000"/>
                </a:solidFill>
                <a:ea typeface="ＭＳ Ｐゴシック"/>
              </a:rPr>
              <a:t>IV.1 </a:t>
            </a:r>
            <a:r>
              <a:rPr lang="en-US" sz="2800" b="1" err="1">
                <a:solidFill>
                  <a:srgbClr val="000000"/>
                </a:solidFill>
                <a:ea typeface="ＭＳ Ｐゴシック"/>
              </a:rPr>
              <a:t>Problème</a:t>
            </a:r>
            <a:r>
              <a:rPr lang="en-US" sz="2800" b="1">
                <a:solidFill>
                  <a:srgbClr val="000000"/>
                </a:solidFill>
                <a:ea typeface="ＭＳ Ｐゴシック"/>
              </a:rPr>
              <a:t> 1</a:t>
            </a:r>
            <a:endParaRPr lang="en-US" sz="2800" b="1">
              <a:solidFill>
                <a:srgbClr val="000000"/>
              </a:solidFill>
              <a:ea typeface="ＭＳ Ｐゴシック"/>
              <a:cs typeface="Calibri"/>
            </a:endParaRP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Propulsion navale </a:t>
            </a:r>
            <a:r>
              <a:rPr lang="fr-FR" err="1"/>
              <a:t>ScPF</a:t>
            </a:r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4294967295"/>
          </p:nvPr>
        </p:nvSpPr>
        <p:spPr>
          <a:xfrm>
            <a:off x="9598856" y="6552228"/>
            <a:ext cx="1069145" cy="305772"/>
          </a:xfrm>
        </p:spPr>
        <p:txBody>
          <a:bodyPr/>
          <a:lstStyle/>
          <a:p>
            <a:fld id="{AD1E3A3D-12A0-A14A-AD9F-0CE6AFFEFF3B}" type="slidenum">
              <a:rPr lang="fr-FR" smtClean="0"/>
              <a:pPr/>
              <a:t>13</a:t>
            </a:fld>
            <a:endParaRPr lang="fr-FR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>
          <a:xfrm>
            <a:off x="8534400" y="6552000"/>
            <a:ext cx="2133600" cy="306000"/>
          </a:xfrm>
          <a:prstGeom prst="rect">
            <a:avLst/>
          </a:prstGeom>
        </p:spPr>
        <p:txBody>
          <a:bodyPr/>
          <a:lstStyle/>
          <a:p>
            <a:r>
              <a:rPr lang="fr-FR"/>
              <a:t>01-04-2022</a:t>
            </a:r>
          </a:p>
        </p:txBody>
      </p:sp>
    </p:spTree>
    <p:extLst>
      <p:ext uri="{BB962C8B-B14F-4D97-AF65-F5344CB8AC3E}">
        <p14:creationId xmlns:p14="http://schemas.microsoft.com/office/powerpoint/2010/main" val="1659588725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101" name="Text Box 6"/>
              <p:cNvSpPr txBox="1">
                <a:spLocks noChangeArrowheads="1"/>
              </p:cNvSpPr>
              <p:nvPr/>
            </p:nvSpPr>
            <p:spPr bwMode="auto">
              <a:xfrm>
                <a:off x="1129327" y="1027615"/>
                <a:ext cx="9369648" cy="5677385"/>
              </a:xfrm>
              <a:prstGeom prst="rect">
                <a:avLst/>
              </a:prstGeom>
              <a:noFill/>
              <a:ln w="9525">
                <a:noFill/>
                <a:round/>
                <a:headEnd/>
                <a:tailEnd/>
              </a:ln>
              <a:effectLst/>
            </p:spPr>
            <p:txBody>
              <a:bodyPr lIns="0" tIns="0" rIns="0" bIns="0"/>
              <a:lstStyle/>
              <a:p>
                <a:pPr>
                  <a:tabLst>
                    <a:tab pos="34290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</a:pPr>
                <a:r>
                  <a:rPr lang="fr-FR" sz="3200">
                    <a:solidFill>
                      <a:srgbClr val="0070C0"/>
                    </a:solidFill>
                    <a:cs typeface="Lucida Sans Unicode" charset="0"/>
                  </a:rPr>
                  <a:t>Problème plus pertinent – Ajout du supraconducteur</a:t>
                </a:r>
              </a:p>
              <a:p>
                <a:pPr>
                  <a:tabLst>
                    <a:tab pos="34290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</a:pPr>
                <a:endParaRPr lang="fr-FR" altLang="ja-JP">
                  <a:solidFill>
                    <a:srgbClr val="000000"/>
                  </a:solidFill>
                  <a:ea typeface="Lucida Sans Unicode" charset="0"/>
                  <a:cs typeface="Lucida Sans Unicode" charset="0"/>
                </a:endParaRPr>
              </a:p>
              <a:p>
                <a:pPr indent="0" algn="ctr">
                  <a:buNone/>
                  <a:tabLst>
                    <a:tab pos="34290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</a:pPr>
                <a:endParaRPr lang="fr-FR" sz="2400">
                  <a:solidFill>
                    <a:srgbClr val="000000"/>
                  </a:solidFill>
                  <a:ea typeface="Lucida Sans Unicode" charset="0"/>
                  <a:cs typeface="Lucida Sans Unicode" charset="0"/>
                </a:endParaRPr>
              </a:p>
              <a:p>
                <a:pPr>
                  <a:tabLst>
                    <a:tab pos="34290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</a:pPr>
                <a:r>
                  <a:rPr lang="fr-FR" altLang="ja-JP" sz="2400">
                    <a:solidFill>
                      <a:srgbClr val="000000"/>
                    </a:solidFill>
                    <a:ea typeface="Lucida Sans Unicode" charset="0"/>
                    <a:cs typeface="Lucida Sans Unicode" charset="0"/>
                  </a:rPr>
                  <a:t>Objectif : minimiser les coûts</a:t>
                </a:r>
              </a:p>
              <a:p>
                <a:pPr>
                  <a:tabLst>
                    <a:tab pos="34290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</a:pPr>
                <a:endParaRPr lang="fr-FR" sz="2400">
                  <a:solidFill>
                    <a:srgbClr val="000000"/>
                  </a:solidFill>
                  <a:latin typeface="Lucida Sans Unicode" charset="0"/>
                  <a:ea typeface="Cambria Math" panose="02040503050406030204" pitchFamily="18" charset="0"/>
                  <a:cs typeface="Lucida Sans Unicode" charset="0"/>
                </a:endParaRPr>
              </a:p>
              <a:p>
                <a:pPr>
                  <a:tabLst>
                    <a:tab pos="34290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fr-FR" sz="1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fr-FR" sz="18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fr-FR" sz="1800" b="0" i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min</m:t>
                              </m:r>
                            </m:e>
                            <m:lim>
                              <m:d>
                                <m:dPr>
                                  <m:ctrlPr>
                                    <a:rPr lang="fr-FR" sz="18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fr-FR" sz="1800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fr-FR" sz="1800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𝑅</m:t>
                                      </m:r>
                                    </m:e>
                                    <m:sub>
                                      <m:r>
                                        <a:rPr lang="fr-FR" sz="1800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𝑆h</m:t>
                                      </m:r>
                                    </m:sub>
                                  </m:sSub>
                                  <m:r>
                                    <a:rPr lang="fr-FR" sz="18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, </m:t>
                                  </m:r>
                                  <m:sSub>
                                    <m:sSubPr>
                                      <m:ctrlPr>
                                        <a:rPr lang="fr-FR" sz="1800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fr-FR" sz="1800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𝐿</m:t>
                                      </m:r>
                                    </m:e>
                                    <m:sub>
                                      <m:r>
                                        <a:rPr lang="fr-FR" sz="1800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𝑡</m:t>
                                      </m:r>
                                    </m:sub>
                                  </m:sSub>
                                  <m:r>
                                    <a:rPr lang="fr-FR" sz="18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, </m:t>
                                  </m:r>
                                  <m:sSub>
                                    <m:sSubPr>
                                      <m:ctrlPr>
                                        <a:rPr lang="fr-FR" sz="1800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fr-FR" sz="1800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𝑛</m:t>
                                      </m:r>
                                    </m:e>
                                    <m:sub>
                                      <m:r>
                                        <a:rPr lang="fr-FR" sz="1800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𝑡</m:t>
                                      </m:r>
                                    </m:sub>
                                  </m:sSub>
                                </m:e>
                              </m:d>
                              <m:r>
                                <a:rPr lang="fr-FR" sz="18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∈</m:t>
                              </m:r>
                              <m:r>
                                <a:rPr lang="fr-FR" sz="18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𝐷𝑜𝑚𝑎𝑖𝑛𝑒</m:t>
                              </m:r>
                            </m:lim>
                          </m:limLow>
                        </m:fName>
                        <m:e>
                          <m:sSub>
                            <m:sSubPr>
                              <m:ctrlPr>
                                <a:rPr lang="fr-FR" sz="18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fr-FR" sz="18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fr-FR" sz="18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𝑠h</m:t>
                              </m:r>
                            </m:sub>
                          </m:sSub>
                          <m:func>
                            <m:funcPr>
                              <m:ctrlPr>
                                <a:rPr lang="fr-FR" sz="18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limLow>
                                <m:limLowPr>
                                  <m:ctrlPr>
                                    <a:rPr lang="fr-FR" sz="18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limLowPr>
                                <m:e>
                                  <m:r>
                                    <m:rPr>
                                      <m:sty m:val="p"/>
                                    </m:rPr>
                                    <a:rPr lang="fr-FR" sz="1800" b="0" i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min</m:t>
                                  </m:r>
                                </m:e>
                                <m:lim>
                                  <m:d>
                                    <m:dPr>
                                      <m:ctrlPr>
                                        <a:rPr lang="fr-FR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fr-FR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fr-FR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𝑅</m:t>
                                          </m:r>
                                        </m:e>
                                        <m:sub>
                                          <m:r>
                                            <a:rPr lang="fr-FR" b="0" i="1" smtClean="0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𝑆</m:t>
                                          </m:r>
                                          <m:r>
                                            <a:rPr lang="fr-FR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h</m:t>
                                          </m:r>
                                        </m:sub>
                                      </m:sSub>
                                      <m:r>
                                        <a:rPr lang="fr-FR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, </m:t>
                                      </m:r>
                                      <m:sSub>
                                        <m:sSubPr>
                                          <m:ctrlPr>
                                            <a:rPr lang="fr-FR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fr-FR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𝐿</m:t>
                                          </m:r>
                                        </m:e>
                                        <m:sub>
                                          <m:r>
                                            <a:rPr lang="fr-FR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𝑡</m:t>
                                          </m:r>
                                        </m:sub>
                                      </m:sSub>
                                      <m:r>
                                        <a:rPr lang="fr-FR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, </m:t>
                                      </m:r>
                                      <m:sSub>
                                        <m:sSubPr>
                                          <m:ctrlPr>
                                            <a:rPr lang="fr-FR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fr-FR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𝑛</m:t>
                                          </m:r>
                                        </m:e>
                                        <m:sub>
                                          <m:r>
                                            <a:rPr lang="fr-FR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𝑡</m:t>
                                          </m:r>
                                        </m:sub>
                                      </m:sSub>
                                    </m:e>
                                  </m:d>
                                  <m:r>
                                    <a:rPr lang="fr-FR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∈</m:t>
                                  </m:r>
                                  <m:r>
                                    <a:rPr lang="fr-FR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𝐷𝑜𝑚𝑎𝑖𝑛𝑒</m:t>
                                  </m:r>
                                </m:lim>
                              </m:limLow>
                            </m:fName>
                            <m:e>
                              <m:sSub>
                                <m:sSubPr>
                                  <m:ctrlPr>
                                    <a:rPr lang="fr-FR" sz="18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fr-FR" sz="18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𝐿</m:t>
                                  </m:r>
                                </m:e>
                                <m:sub>
                                  <m:r>
                                    <a:rPr lang="fr-FR" sz="18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𝑡</m:t>
                                  </m:r>
                                </m:sub>
                              </m:sSub>
                              <m:r>
                                <a:rPr lang="fr-FR" sz="18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.</m:t>
                              </m:r>
                              <m:sSub>
                                <m:sSubPr>
                                  <m:ctrlPr>
                                    <a:rPr lang="fr-FR" sz="18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fr-FR" sz="18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𝑛</m:t>
                                  </m:r>
                                </m:e>
                                <m:sub>
                                  <m:r>
                                    <a:rPr lang="fr-FR" sz="18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𝑡</m:t>
                                  </m:r>
                                </m:sub>
                              </m:sSub>
                            </m:e>
                          </m:func>
                        </m:e>
                      </m:func>
                    </m:oMath>
                  </m:oMathPara>
                </a14:m>
                <a:endParaRPr lang="en-US" sz="1800">
                  <a:solidFill>
                    <a:schemeClr val="tx1"/>
                  </a:solidFill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>
                  <a:tabLst>
                    <a:tab pos="34290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</a:pPr>
                <a:endParaRPr lang="en-US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>
                  <a:spcAft>
                    <a:spcPts val="200"/>
                  </a:spcAft>
                  <a:tabLst>
                    <a:tab pos="34290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</a:pPr>
                <a:r>
                  <a:rPr lang="en-US" err="1">
                    <a:latin typeface="Cambria Math" panose="02040503050406030204" pitchFamily="18" charset="0"/>
                    <a:ea typeface="Cambria Math" panose="02040503050406030204" pitchFamily="18" charset="0"/>
                  </a:rPr>
                  <a:t>s.t.</a:t>
                </a:r>
                <a:r>
                  <a:rPr lang="en-US">
                    <a:latin typeface="Cambria Math" panose="02040503050406030204" pitchFamily="18" charset="0"/>
                    <a:ea typeface="Cambria Math" panose="02040503050406030204" pitchFamily="18" charset="0"/>
                  </a:rPr>
                  <a:t>  </a:t>
                </a:r>
                <a14:m>
                  <m:oMath xmlns:m="http://schemas.openxmlformats.org/officeDocument/2006/math">
                    <m:d>
                      <m:dPr>
                        <m:begChr m:val="{"/>
                        <m:endChr m:val=""/>
                        <m:ctrlPr>
                          <a:rPr lang="en-US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eqArr>
                          <m:eqArrPr>
                            <m:ctrlP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eqArrPr>
                          <m:e>
                            <m:r>
                              <a:rPr lang="fr-FR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1.2</m:t>
                            </m:r>
                            <m:sSub>
                              <m:sSubPr>
                                <m:ctrlPr>
                                  <a:rPr lang="fr-FR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fr-FR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𝑃</m:t>
                                </m:r>
                              </m:e>
                              <m:sub>
                                <m:r>
                                  <a:rPr lang="fr-FR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𝑙𝑖𝑚</m:t>
                                </m:r>
                                <m:r>
                                  <a:rPr lang="fr-FR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0</m:t>
                                </m:r>
                              </m:sub>
                            </m:sSub>
                            <m:r>
                              <a:rPr lang="fr-FR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 −</m:t>
                            </m:r>
                            <m:sSub>
                              <m:sSubPr>
                                <m:ctrlPr>
                                  <a:rPr lang="fr-FR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fr-FR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𝑃</m:t>
                                </m:r>
                              </m:e>
                              <m:sub>
                                <m:r>
                                  <a:rPr lang="fr-FR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𝑙𝑖𝑚</m:t>
                                </m:r>
                              </m:sub>
                            </m:sSub>
                            <m:r>
                              <a:rPr lang="fr-FR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&lt;0</m:t>
                            </m:r>
                          </m:e>
                          <m:e>
                            <m:r>
                              <a:rPr lang="fr-FR" b="0" i="1" smtClean="0">
                                <a:latin typeface="Cambria Math" panose="02040503050406030204" pitchFamily="18" charset="0"/>
                              </a:rPr>
                              <m:t>𝑙𝑒</m:t>
                            </m:r>
                            <m:r>
                              <a:rPr lang="fr-FR" b="0" i="1" smtClean="0"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a:rPr lang="fr-FR" b="0" i="1" smtClean="0">
                                <a:latin typeface="Cambria Math" panose="02040503050406030204" pitchFamily="18" charset="0"/>
                              </a:rPr>
                              <m:t>𝑟</m:t>
                            </m:r>
                            <m:r>
                              <a:rPr lang="fr-FR" b="0" i="1" smtClean="0">
                                <a:latin typeface="Cambria Math" panose="02040503050406030204" pitchFamily="18" charset="0"/>
                              </a:rPr>
                              <m:t>é</m:t>
                            </m:r>
                            <m:r>
                              <a:rPr lang="fr-FR" b="0" i="1" smtClean="0">
                                <a:latin typeface="Cambria Math" panose="02040503050406030204" pitchFamily="18" charset="0"/>
                              </a:rPr>
                              <m:t>𝑔𝑖𝑚𝑒</m:t>
                            </m:r>
                            <m:r>
                              <a:rPr lang="fr-FR" b="0" i="1" smtClean="0"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a:rPr lang="fr-FR" b="0" i="1" smtClean="0">
                                <a:latin typeface="Cambria Math" panose="02040503050406030204" pitchFamily="18" charset="0"/>
                              </a:rPr>
                              <m:t>𝑒𝑠𝑡</m:t>
                            </m:r>
                            <m:r>
                              <a:rPr lang="fr-FR" b="0" i="1" smtClean="0"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a:rPr lang="fr-FR" b="0" i="1" smtClean="0">
                                <a:latin typeface="Cambria Math" panose="02040503050406030204" pitchFamily="18" charset="0"/>
                              </a:rPr>
                              <m:t>𝑠𝑡𝑎𝑏𝑙𝑒</m:t>
                            </m:r>
                          </m:e>
                          <m:e>
                            <m:sSub>
                              <m:sSubPr>
                                <m:ctrlPr>
                                  <a:rPr lang="fr-FR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fr-FR" b="0" i="1" smtClean="0">
                                    <a:latin typeface="Cambria Math" panose="02040503050406030204" pitchFamily="18" charset="0"/>
                                  </a:rPr>
                                  <m:t>𝑇</m:t>
                                </m:r>
                              </m:e>
                              <m:sub>
                                <m:r>
                                  <a:rPr lang="fr-FR" b="0" i="1" smtClean="0">
                                    <a:latin typeface="Cambria Math" panose="02040503050406030204" pitchFamily="18" charset="0"/>
                                  </a:rPr>
                                  <m:t>𝑆𝑐</m:t>
                                </m:r>
                              </m:sub>
                            </m:sSub>
                            <m:r>
                              <a:rPr lang="fr-FR" b="0" i="1" smtClean="0">
                                <a:latin typeface="Cambria Math" panose="02040503050406030204" pitchFamily="18" charset="0"/>
                              </a:rPr>
                              <m:t> −</m:t>
                            </m:r>
                            <m:sSub>
                              <m:sSubPr>
                                <m:ctrlPr>
                                  <a:rPr lang="fr-FR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fr-FR" b="0" i="1" smtClean="0">
                                    <a:latin typeface="Cambria Math" panose="02040503050406030204" pitchFamily="18" charset="0"/>
                                  </a:rPr>
                                  <m:t>𝑇</m:t>
                                </m:r>
                              </m:e>
                              <m:sub>
                                <m:r>
                                  <a:rPr lang="fr-FR" b="0" i="1" smtClean="0">
                                    <a:latin typeface="Cambria Math" panose="02040503050406030204" pitchFamily="18" charset="0"/>
                                  </a:rPr>
                                  <m:t>𝑚𝑎𝑥</m:t>
                                </m:r>
                              </m:sub>
                            </m:sSub>
                            <m:r>
                              <a:rPr lang="fr-FR" b="0" i="1" smtClean="0">
                                <a:latin typeface="Cambria Math" panose="02040503050406030204" pitchFamily="18" charset="0"/>
                              </a:rPr>
                              <m:t>&lt;0</m:t>
                            </m:r>
                          </m:e>
                          <m:e>
                            <m:r>
                              <a:rPr lang="fr-FR" b="0" i="1" smtClean="0">
                                <a:latin typeface="Cambria Math" panose="02040503050406030204" pitchFamily="18" charset="0"/>
                              </a:rPr>
                              <m:t>−10 000 −</m:t>
                            </m:r>
                            <m:sSub>
                              <m:sSubPr>
                                <m:ctrlPr>
                                  <a:rPr lang="fr-FR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fr-FR" b="0" i="1" smtClean="0">
                                    <a:latin typeface="Cambria Math" panose="02040503050406030204" pitchFamily="18" charset="0"/>
                                  </a:rPr>
                                  <m:t>𝑉</m:t>
                                </m:r>
                              </m:e>
                              <m:sub>
                                <m:r>
                                  <a:rPr lang="fr-FR" b="0" i="1" smtClean="0">
                                    <a:latin typeface="Cambria Math" panose="02040503050406030204" pitchFamily="18" charset="0"/>
                                  </a:rPr>
                                  <m:t>𝐶𝑃𝐿</m:t>
                                </m:r>
                              </m:sub>
                            </m:sSub>
                            <m:r>
                              <a:rPr lang="fr-FR" b="0" i="1" smtClean="0">
                                <a:latin typeface="Cambria Math" panose="02040503050406030204" pitchFamily="18" charset="0"/>
                              </a:rPr>
                              <m:t>&lt;0</m:t>
                            </m:r>
                          </m:e>
                          <m:e>
                            <m:sSub>
                              <m:sSubPr>
                                <m:ctrlPr>
                                  <a:rPr lang="fr-FR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fr-FR" b="0" i="1" smtClean="0">
                                    <a:latin typeface="Cambria Math" panose="02040503050406030204" pitchFamily="18" charset="0"/>
                                  </a:rPr>
                                  <m:t>𝑉</m:t>
                                </m:r>
                              </m:e>
                              <m:sub>
                                <m:r>
                                  <a:rPr lang="fr-FR" b="0" i="1" smtClean="0">
                                    <a:latin typeface="Cambria Math" panose="02040503050406030204" pitchFamily="18" charset="0"/>
                                  </a:rPr>
                                  <m:t>𝐶𝑃𝐿</m:t>
                                </m:r>
                              </m:sub>
                            </m:sSub>
                            <m:r>
                              <a:rPr lang="fr-FR" b="0" i="1" smtClean="0">
                                <a:latin typeface="Cambria Math" panose="02040503050406030204" pitchFamily="18" charset="0"/>
                              </a:rPr>
                              <m:t>−20</m:t>
                            </m:r>
                            <m:sSub>
                              <m:sSubPr>
                                <m:ctrlPr>
                                  <a:rPr lang="fr-FR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fr-FR" b="0" i="1" smtClean="0">
                                    <a:latin typeface="Cambria Math" panose="02040503050406030204" pitchFamily="18" charset="0"/>
                                  </a:rPr>
                                  <m:t>𝑉</m:t>
                                </m:r>
                              </m:e>
                              <m:sub>
                                <m:r>
                                  <a:rPr lang="fr-FR" b="0" i="1" smtClean="0">
                                    <a:latin typeface="Cambria Math" panose="02040503050406030204" pitchFamily="18" charset="0"/>
                                  </a:rPr>
                                  <m:t>𝑒</m:t>
                                </m:r>
                              </m:sub>
                            </m:sSub>
                            <m:r>
                              <a:rPr lang="fr-FR" b="0" i="1" smtClean="0">
                                <a:latin typeface="Cambria Math" panose="02040503050406030204" pitchFamily="18" charset="0"/>
                              </a:rPr>
                              <m:t>&lt;0</m:t>
                            </m:r>
                          </m:e>
                          <m:e>
                            <m:sSub>
                              <m:sSubPr>
                                <m:ctrlPr>
                                  <a:rPr lang="fr-FR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fr-FR" b="0" i="1" smtClean="0">
                                    <a:latin typeface="Cambria Math" panose="02040503050406030204" pitchFamily="18" charset="0"/>
                                  </a:rPr>
                                  <m:t>𝐼</m:t>
                                </m:r>
                              </m:e>
                              <m:sub>
                                <m:r>
                                  <a:rPr lang="fr-FR" b="0" i="1" smtClean="0">
                                    <a:latin typeface="Cambria Math" panose="02040503050406030204" pitchFamily="18" charset="0"/>
                                  </a:rPr>
                                  <m:t>𝐶𝑃𝐿</m:t>
                                </m:r>
                              </m:sub>
                            </m:sSub>
                            <m:r>
                              <a:rPr lang="fr-FR" b="0" i="1" smtClean="0">
                                <a:latin typeface="Cambria Math" panose="02040503050406030204" pitchFamily="18" charset="0"/>
                              </a:rPr>
                              <m:t>−10 000&lt;0</m:t>
                            </m:r>
                          </m:e>
                        </m:eqArr>
                      </m:e>
                    </m:d>
                  </m:oMath>
                </a14:m>
                <a:endParaRPr lang="en-US" sz="1800">
                  <a:solidFill>
                    <a:schemeClr val="tx1"/>
                  </a:solidFill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>
                  <a:tabLst>
                    <a:tab pos="34290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</a:pPr>
                <a:endParaRPr lang="fr-FR" altLang="ja-JP">
                  <a:solidFill>
                    <a:srgbClr val="000000"/>
                  </a:solidFill>
                  <a:ea typeface="Lucida Sans Unicode" charset="0"/>
                  <a:cs typeface="Lucida Sans Unicode" charset="0"/>
                </a:endParaRPr>
              </a:p>
              <a:p>
                <a:pPr>
                  <a:tabLst>
                    <a:tab pos="34290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</a:pPr>
                <a:r>
                  <a:rPr lang="fr-FR" altLang="ja-JP">
                    <a:solidFill>
                      <a:srgbClr val="000000"/>
                    </a:solidFill>
                    <a:ea typeface="Lucida Sans Unicode" charset="0"/>
                    <a:cs typeface="Lucida Sans Unicode" charset="0"/>
                  </a:rPr>
                  <a:t>	Domaine :</a:t>
                </a:r>
              </a:p>
              <a:p>
                <a:pPr>
                  <a:tabLst>
                    <a:tab pos="34290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fr-FR" altLang="ja-JP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Lucida Sans Unicode" charset="0"/>
                              <a:cs typeface="Lucida Sans Unicode" charset="0"/>
                            </a:rPr>
                          </m:ctrlPr>
                        </m:sSubPr>
                        <m:e>
                          <m:r>
                            <a:rPr lang="fr-FR" altLang="ja-JP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Lucida Sans Unicode" charset="0"/>
                              <a:cs typeface="Lucida Sans Unicode" charset="0"/>
                            </a:rPr>
                            <m:t>(</m:t>
                          </m:r>
                          <m:r>
                            <a:rPr lang="fr-FR" altLang="ja-JP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Lucida Sans Unicode" charset="0"/>
                              <a:cs typeface="Lucida Sans Unicode" charset="0"/>
                            </a:rPr>
                            <m:t>𝑅</m:t>
                          </m:r>
                        </m:e>
                        <m:sub>
                          <m:r>
                            <a:rPr lang="fr-FR" altLang="ja-JP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Lucida Sans Unicode" charset="0"/>
                              <a:cs typeface="Lucida Sans Unicode" charset="0"/>
                            </a:rPr>
                            <m:t>𝑆h</m:t>
                          </m:r>
                        </m:sub>
                      </m:sSub>
                      <m:r>
                        <a:rPr lang="fr-FR" altLang="ja-JP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Lucida Sans Unicode" charset="0"/>
                          <a:cs typeface="Lucida Sans Unicode" charset="0"/>
                        </a:rPr>
                        <m:t>, </m:t>
                      </m:r>
                      <m:sSub>
                        <m:sSubPr>
                          <m:ctrlPr>
                            <a:rPr lang="fr-FR" altLang="ja-JP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Lucida Sans Unicode" charset="0"/>
                              <a:cs typeface="Lucida Sans Unicode" charset="0"/>
                            </a:rPr>
                          </m:ctrlPr>
                        </m:sSubPr>
                        <m:e>
                          <m:r>
                            <a:rPr lang="fr-FR" altLang="ja-JP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Lucida Sans Unicode" charset="0"/>
                              <a:cs typeface="Lucida Sans Unicode" charset="0"/>
                            </a:rPr>
                            <m:t>𝐿</m:t>
                          </m:r>
                        </m:e>
                        <m:sub>
                          <m:r>
                            <a:rPr lang="fr-FR" altLang="ja-JP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Lucida Sans Unicode" charset="0"/>
                              <a:cs typeface="Lucida Sans Unicode" charset="0"/>
                            </a:rPr>
                            <m:t>𝑡</m:t>
                          </m:r>
                        </m:sub>
                      </m:sSub>
                      <m:r>
                        <a:rPr lang="fr-FR" altLang="ja-JP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Lucida Sans Unicode" charset="0"/>
                          <a:cs typeface="Lucida Sans Unicode" charset="0"/>
                        </a:rPr>
                        <m:t>, </m:t>
                      </m:r>
                      <m:sSub>
                        <m:sSubPr>
                          <m:ctrlPr>
                            <a:rPr lang="fr-FR" altLang="ja-JP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Lucida Sans Unicode" charset="0"/>
                              <a:cs typeface="Lucida Sans Unicode" charset="0"/>
                            </a:rPr>
                          </m:ctrlPr>
                        </m:sSubPr>
                        <m:e>
                          <m:r>
                            <a:rPr lang="fr-FR" altLang="ja-JP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Lucida Sans Unicode" charset="0"/>
                              <a:cs typeface="Lucida Sans Unicode" charset="0"/>
                            </a:rPr>
                            <m:t>𝑛</m:t>
                          </m:r>
                        </m:e>
                        <m:sub>
                          <m:r>
                            <a:rPr lang="fr-FR" altLang="ja-JP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Lucida Sans Unicode" charset="0"/>
                              <a:cs typeface="Lucida Sans Unicode" charset="0"/>
                            </a:rPr>
                            <m:t>𝑡</m:t>
                          </m:r>
                        </m:sub>
                      </m:sSub>
                      <m:r>
                        <a:rPr lang="fr-FR" altLang="ja-JP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Lucida Sans Unicode" charset="0"/>
                          <a:cs typeface="Lucida Sans Unicode" charset="0"/>
                        </a:rPr>
                        <m:t>)∈</m:t>
                      </m:r>
                      <m:d>
                        <m:dPr>
                          <m:begChr m:val="["/>
                          <m:endChr m:val="]"/>
                          <m:ctrlPr>
                            <a:rPr lang="fr-FR" altLang="ja-JP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Lucida Sans Unicode" charset="0"/>
                              <a:cs typeface="Lucida Sans Unicode" charset="0"/>
                            </a:rPr>
                          </m:ctrlPr>
                        </m:dPr>
                        <m:e>
                          <m:r>
                            <a:rPr lang="fr-FR" altLang="ja-JP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Lucida Sans Unicode" charset="0"/>
                              <a:cs typeface="Lucida Sans Unicode" charset="0"/>
                            </a:rPr>
                            <m:t>0.01</m:t>
                          </m:r>
                          <m:r>
                            <m:rPr>
                              <m:sty m:val="p"/>
                            </m:rPr>
                            <a:rPr lang="fr-FR" altLang="ja-JP" b="0" i="0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Lucida Sans Unicode" charset="0"/>
                              <a:cs typeface="Lucida Sans Unicode" charset="0"/>
                            </a:rPr>
                            <m:t>Ω</m:t>
                          </m:r>
                          <m:r>
                            <a:rPr lang="fr-FR" altLang="ja-JP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Lucida Sans Unicode" charset="0"/>
                              <a:cs typeface="Lucida Sans Unicode" charset="0"/>
                            </a:rPr>
                            <m:t>, 1</m:t>
                          </m:r>
                          <m:r>
                            <m:rPr>
                              <m:sty m:val="p"/>
                            </m:rPr>
                            <a:rPr lang="fr-FR" altLang="ja-JP" b="0" i="0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Lucida Sans Unicode" charset="0"/>
                              <a:cs typeface="Lucida Sans Unicode" charset="0"/>
                            </a:rPr>
                            <m:t>Ω</m:t>
                          </m:r>
                        </m:e>
                      </m:d>
                      <m:r>
                        <a:rPr lang="fr-FR" altLang="ja-JP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Lucida Sans Unicode" charset="0"/>
                          <a:cs typeface="Lucida Sans Unicode" charset="0"/>
                        </a:rPr>
                        <m:t>×</m:t>
                      </m:r>
                      <m:d>
                        <m:dPr>
                          <m:begChr m:val="["/>
                          <m:endChr m:val="]"/>
                          <m:ctrlPr>
                            <a:rPr lang="fr-FR" altLang="ja-JP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Lucida Sans Unicode" charset="0"/>
                              <a:cs typeface="Lucida Sans Unicode" charset="0"/>
                            </a:rPr>
                          </m:ctrlPr>
                        </m:dPr>
                        <m:e>
                          <m:r>
                            <a:rPr lang="fr-FR" altLang="ja-JP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Lucida Sans Unicode" charset="0"/>
                              <a:cs typeface="Lucida Sans Unicode" charset="0"/>
                            </a:rPr>
                            <m:t>1</m:t>
                          </m:r>
                          <m:r>
                            <m:rPr>
                              <m:sty m:val="p"/>
                            </m:rPr>
                            <a:rPr lang="fr-FR" altLang="ja-JP" b="0" i="0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Lucida Sans Unicode" charset="0"/>
                              <a:cs typeface="Lucida Sans Unicode" charset="0"/>
                            </a:rPr>
                            <m:t>m</m:t>
                          </m:r>
                          <m:r>
                            <a:rPr lang="fr-FR" altLang="ja-JP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Lucida Sans Unicode" charset="0"/>
                              <a:cs typeface="Lucida Sans Unicode" charset="0"/>
                            </a:rPr>
                            <m:t>, 600</m:t>
                          </m:r>
                          <m:r>
                            <m:rPr>
                              <m:sty m:val="p"/>
                            </m:rPr>
                            <a:rPr lang="fr-FR" altLang="ja-JP" b="0" i="0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Lucida Sans Unicode" charset="0"/>
                              <a:cs typeface="Lucida Sans Unicode" charset="0"/>
                            </a:rPr>
                            <m:t>m</m:t>
                          </m:r>
                        </m:e>
                      </m:d>
                      <m:r>
                        <a:rPr lang="fr-FR" altLang="ja-JP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Lucida Sans Unicode" charset="0"/>
                          <a:cs typeface="Lucida Sans Unicode" charset="0"/>
                        </a:rPr>
                        <m:t>×[1, 10]</m:t>
                      </m:r>
                    </m:oMath>
                  </m:oMathPara>
                </a14:m>
                <a:endParaRPr lang="fr-FR" altLang="ja-JP">
                  <a:solidFill>
                    <a:srgbClr val="000000"/>
                  </a:solidFill>
                  <a:ea typeface="Lucida Sans Unicode" charset="0"/>
                  <a:cs typeface="Lucida Sans Unicode" charset="0"/>
                </a:endParaRPr>
              </a:p>
            </p:txBody>
          </p:sp>
        </mc:Choice>
        <mc:Fallback>
          <p:sp>
            <p:nvSpPr>
              <p:cNvPr id="101" name="Text Box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129327" y="1027615"/>
                <a:ext cx="9369648" cy="5677385"/>
              </a:xfrm>
              <a:prstGeom prst="rect">
                <a:avLst/>
              </a:prstGeom>
              <a:blipFill>
                <a:blip r:embed="rId3"/>
                <a:stretch>
                  <a:fillRect l="-2602" t="-2256"/>
                </a:stretch>
              </a:blipFill>
              <a:ln w="9525">
                <a:noFill/>
                <a:round/>
                <a:headEnd/>
                <a:tailEnd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Propulsion navale </a:t>
            </a:r>
            <a:r>
              <a:rPr lang="fr-FR" err="1"/>
              <a:t>ScPF</a:t>
            </a:r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4294967295"/>
          </p:nvPr>
        </p:nvSpPr>
        <p:spPr>
          <a:xfrm>
            <a:off x="9598856" y="6552228"/>
            <a:ext cx="1069145" cy="305772"/>
          </a:xfrm>
        </p:spPr>
        <p:txBody>
          <a:bodyPr/>
          <a:lstStyle/>
          <a:p>
            <a:fld id="{AD1E3A3D-12A0-A14A-AD9F-0CE6AFFEFF3B}" type="slidenum">
              <a:rPr lang="fr-FR" smtClean="0"/>
              <a:pPr/>
              <a:t>14</a:t>
            </a:fld>
            <a:endParaRPr lang="fr-FR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>
          <a:xfrm>
            <a:off x="8534400" y="6552000"/>
            <a:ext cx="2133600" cy="306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01-04-2022</a:t>
            </a:r>
            <a:endParaRPr lang="fr-FR"/>
          </a:p>
        </p:txBody>
      </p:sp>
      <p:sp>
        <p:nvSpPr>
          <p:cNvPr id="10" name="TextBox 1">
            <a:extLst>
              <a:ext uri="{FF2B5EF4-FFF2-40B4-BE49-F238E27FC236}">
                <a16:creationId xmlns:a16="http://schemas.microsoft.com/office/drawing/2014/main" id="{058FF768-0028-433A-BD20-19C3A5B87B15}"/>
              </a:ext>
            </a:extLst>
          </p:cNvPr>
          <p:cNvSpPr txBox="1"/>
          <p:nvPr/>
        </p:nvSpPr>
        <p:spPr>
          <a:xfrm>
            <a:off x="7536217" y="5582390"/>
            <a:ext cx="412527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>
                <a:solidFill>
                  <a:schemeClr val="tx1">
                    <a:lumMod val="65000"/>
                    <a:lumOff val="35000"/>
                  </a:schemeClr>
                </a:solidFill>
              </a:rPr>
              <a:t>Front de Pareto obtenu avec </a:t>
            </a:r>
          </a:p>
          <a:p>
            <a:pPr algn="ctr"/>
            <a:r>
              <a:rPr lang="fr-FR">
                <a:solidFill>
                  <a:schemeClr val="tx1">
                    <a:lumMod val="65000"/>
                    <a:lumOff val="35000"/>
                  </a:schemeClr>
                </a:solidFill>
              </a:rPr>
              <a:t>120 particules et 20 itérations</a:t>
            </a:r>
            <a:endParaRPr lang="en-GB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pic>
        <p:nvPicPr>
          <p:cNvPr id="8" name="Image 7">
            <a:extLst>
              <a:ext uri="{FF2B5EF4-FFF2-40B4-BE49-F238E27FC236}">
                <a16:creationId xmlns:a16="http://schemas.microsoft.com/office/drawing/2014/main" id="{893EBC74-F15B-4260-A83F-E471540B115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78104" y="1855314"/>
            <a:ext cx="5231906" cy="35764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4806873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Text Box 6"/>
          <p:cNvSpPr txBox="1">
            <a:spLocks noChangeArrowheads="1"/>
          </p:cNvSpPr>
          <p:nvPr/>
        </p:nvSpPr>
        <p:spPr bwMode="auto">
          <a:xfrm>
            <a:off x="1129327" y="1027615"/>
            <a:ext cx="9369648" cy="618305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lIns="0" tIns="0" rIns="0" bIns="0"/>
          <a:lstStyle/>
          <a:p>
            <a:pPr>
              <a:tabLst>
                <a:tab pos="34290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r>
              <a:rPr lang="fr-FR" sz="3200">
                <a:solidFill>
                  <a:srgbClr val="0070C0"/>
                </a:solidFill>
                <a:cs typeface="Lucida Sans Unicode" charset="0"/>
              </a:rPr>
              <a:t>3 points significatifs – étude de la charge</a:t>
            </a:r>
          </a:p>
        </p:txBody>
      </p:sp>
      <p:grpSp>
        <p:nvGrpSpPr>
          <p:cNvPr id="4" name="Groupe 3">
            <a:extLst>
              <a:ext uri="{FF2B5EF4-FFF2-40B4-BE49-F238E27FC236}">
                <a16:creationId xmlns:a16="http://schemas.microsoft.com/office/drawing/2014/main" id="{0B1A29E7-D050-47D1-AB5C-EE672BEEF1E1}"/>
              </a:ext>
            </a:extLst>
          </p:cNvPr>
          <p:cNvGrpSpPr/>
          <p:nvPr/>
        </p:nvGrpSpPr>
        <p:grpSpPr>
          <a:xfrm>
            <a:off x="1096660" y="1754620"/>
            <a:ext cx="9998679" cy="4547578"/>
            <a:chOff x="1096660" y="1754620"/>
            <a:chExt cx="9998679" cy="4547578"/>
          </a:xfrm>
        </p:grpSpPr>
        <mc:AlternateContent xmlns:mc="http://schemas.openxmlformats.org/markup-compatibility/2006">
          <mc:Choice xmlns:a14="http://schemas.microsoft.com/office/drawing/2010/main" Requires="a14">
            <p:sp>
              <p:nvSpPr>
                <p:cNvPr id="9" name="ZoneTexte 6">
                  <a:extLst>
                    <a:ext uri="{FF2B5EF4-FFF2-40B4-BE49-F238E27FC236}">
                      <a16:creationId xmlns:a16="http://schemas.microsoft.com/office/drawing/2014/main" id="{97A684CA-55EE-41FD-8E25-849B7A1DB289}"/>
                    </a:ext>
                  </a:extLst>
                </p:cNvPr>
                <p:cNvSpPr txBox="1"/>
                <p:nvPr/>
              </p:nvSpPr>
              <p:spPr>
                <a:xfrm>
                  <a:off x="2158597" y="5378868"/>
                  <a:ext cx="2646506" cy="923330"/>
                </a:xfrm>
                <a:prstGeom prst="rect">
                  <a:avLst/>
                </a:prstGeom>
                <a:noFill/>
              </p:spPr>
              <p:txBody>
                <a:bodyPr wrap="square" numCol="1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fr-FR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fr-FR" b="0" i="1" smtClean="0">
                                <a:latin typeface="Cambria Math" panose="02040503050406030204" pitchFamily="18" charset="0"/>
                              </a:rPr>
                              <m:t>𝑅</m:t>
                            </m:r>
                          </m:e>
                          <m:sub>
                            <m:r>
                              <a:rPr lang="fr-FR" b="0" i="1" smtClean="0">
                                <a:latin typeface="Cambria Math" panose="02040503050406030204" pitchFamily="18" charset="0"/>
                              </a:rPr>
                              <m:t>𝑠h</m:t>
                            </m:r>
                          </m:sub>
                        </m:sSub>
                        <m:r>
                          <a:rPr lang="fr-FR" b="0" i="1" smtClean="0">
                            <a:latin typeface="Cambria Math" panose="02040503050406030204" pitchFamily="18" charset="0"/>
                          </a:rPr>
                          <m:t>=26.6 </m:t>
                        </m:r>
                        <m:r>
                          <m:rPr>
                            <m:sty m:val="p"/>
                          </m:rPr>
                          <a:rPr lang="fr-FR" b="0" i="0" smtClean="0">
                            <a:latin typeface="Cambria Math" panose="02040503050406030204" pitchFamily="18" charset="0"/>
                          </a:rPr>
                          <m:t>mΩ</m:t>
                        </m:r>
                      </m:oMath>
                    </m:oMathPara>
                  </a14:m>
                  <a:endParaRPr lang="fr-FR" b="0"/>
                </a:p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fr-FR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fr-FR" b="0" i="1" smtClean="0">
                                <a:latin typeface="Cambria Math" panose="02040503050406030204" pitchFamily="18" charset="0"/>
                              </a:rPr>
                              <m:t>𝐿</m:t>
                            </m:r>
                          </m:e>
                          <m:sub>
                            <m:r>
                              <a:rPr lang="fr-FR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  <m:r>
                          <a:rPr lang="fr-FR" b="0" i="1" smtClean="0">
                            <a:latin typeface="Cambria Math" panose="02040503050406030204" pitchFamily="18" charset="0"/>
                          </a:rPr>
                          <m:t>=413.21 </m:t>
                        </m:r>
                        <m:r>
                          <m:rPr>
                            <m:sty m:val="p"/>
                          </m:rPr>
                          <a:rPr lang="fr-FR" b="0" i="0" smtClean="0">
                            <a:latin typeface="Cambria Math" panose="02040503050406030204" pitchFamily="18" charset="0"/>
                          </a:rPr>
                          <m:t>m</m:t>
                        </m:r>
                      </m:oMath>
                    </m:oMathPara>
                  </a14:m>
                  <a:endParaRPr lang="fr-FR" b="0"/>
                </a:p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fr-FR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fr-FR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  <m:sub>
                            <m:r>
                              <a:rPr lang="fr-FR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  <m:r>
                          <a:rPr lang="fr-FR" b="0" i="1" smtClean="0">
                            <a:latin typeface="Cambria Math" panose="02040503050406030204" pitchFamily="18" charset="0"/>
                          </a:rPr>
                          <m:t>=1</m:t>
                        </m:r>
                      </m:oMath>
                    </m:oMathPara>
                  </a14:m>
                  <a:endParaRPr lang="fr-FR" b="0"/>
                </a:p>
              </p:txBody>
            </p:sp>
          </mc:Choice>
          <mc:Fallback>
            <p:sp>
              <p:nvSpPr>
                <p:cNvPr id="9" name="ZoneTexte 6">
                  <a:extLst>
                    <a:ext uri="{FF2B5EF4-FFF2-40B4-BE49-F238E27FC236}">
                      <a16:creationId xmlns:a16="http://schemas.microsoft.com/office/drawing/2014/main" id="{97A684CA-55EE-41FD-8E25-849B7A1DB28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158597" y="5378868"/>
                  <a:ext cx="2646506" cy="923330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1" name="ZoneTexte 13">
                  <a:extLst>
                    <a:ext uri="{FF2B5EF4-FFF2-40B4-BE49-F238E27FC236}">
                      <a16:creationId xmlns:a16="http://schemas.microsoft.com/office/drawing/2014/main" id="{4B2FAAC1-8353-49A2-95D1-C0DD333A9100}"/>
                    </a:ext>
                  </a:extLst>
                </p:cNvPr>
                <p:cNvSpPr txBox="1"/>
                <p:nvPr/>
              </p:nvSpPr>
              <p:spPr>
                <a:xfrm>
                  <a:off x="5008679" y="5378868"/>
                  <a:ext cx="2646506" cy="923330"/>
                </a:xfrm>
                <a:prstGeom prst="rect">
                  <a:avLst/>
                </a:prstGeom>
                <a:noFill/>
              </p:spPr>
              <p:txBody>
                <a:bodyPr wrap="square" numCol="1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fr-FR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fr-FR" b="0" i="1" smtClean="0">
                                <a:latin typeface="Cambria Math" panose="02040503050406030204" pitchFamily="18" charset="0"/>
                              </a:rPr>
                              <m:t>𝑅</m:t>
                            </m:r>
                          </m:e>
                          <m:sub>
                            <m:r>
                              <a:rPr lang="fr-FR" b="0" i="1" smtClean="0">
                                <a:latin typeface="Cambria Math" panose="02040503050406030204" pitchFamily="18" charset="0"/>
                              </a:rPr>
                              <m:t>𝑠h</m:t>
                            </m:r>
                          </m:sub>
                        </m:sSub>
                        <m:r>
                          <a:rPr lang="fr-FR" b="0" i="1" smtClean="0">
                            <a:latin typeface="Cambria Math" panose="02040503050406030204" pitchFamily="18" charset="0"/>
                          </a:rPr>
                          <m:t>=28.1 </m:t>
                        </m:r>
                        <m:r>
                          <m:rPr>
                            <m:sty m:val="p"/>
                          </m:rPr>
                          <a:rPr lang="fr-FR" b="0" i="0" smtClean="0">
                            <a:latin typeface="Cambria Math" panose="02040503050406030204" pitchFamily="18" charset="0"/>
                          </a:rPr>
                          <m:t>mΩ</m:t>
                        </m:r>
                      </m:oMath>
                    </m:oMathPara>
                  </a14:m>
                  <a:endParaRPr lang="fr-FR" b="0"/>
                </a:p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fr-FR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fr-FR" b="0" i="1" smtClean="0">
                                <a:latin typeface="Cambria Math" panose="02040503050406030204" pitchFamily="18" charset="0"/>
                              </a:rPr>
                              <m:t>𝐿</m:t>
                            </m:r>
                          </m:e>
                          <m:sub>
                            <m:r>
                              <a:rPr lang="fr-FR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  <m:r>
                          <a:rPr lang="fr-FR" b="0" i="1" smtClean="0">
                            <a:latin typeface="Cambria Math" panose="02040503050406030204" pitchFamily="18" charset="0"/>
                          </a:rPr>
                          <m:t>=8</m:t>
                        </m:r>
                        <m:r>
                          <a:rPr lang="fr-FR" b="0" i="0" smtClean="0">
                            <a:latin typeface="Cambria Math" panose="02040503050406030204" pitchFamily="18" charset="0"/>
                          </a:rPr>
                          <m:t>4.95 </m:t>
                        </m:r>
                        <m:r>
                          <m:rPr>
                            <m:sty m:val="p"/>
                          </m:rPr>
                          <a:rPr lang="fr-FR" b="0" i="0" smtClean="0">
                            <a:latin typeface="Cambria Math" panose="02040503050406030204" pitchFamily="18" charset="0"/>
                          </a:rPr>
                          <m:t>m</m:t>
                        </m:r>
                      </m:oMath>
                    </m:oMathPara>
                  </a14:m>
                  <a:endParaRPr lang="fr-FR" b="0"/>
                </a:p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fr-FR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fr-FR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  <m:sub>
                            <m:r>
                              <a:rPr lang="fr-FR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  <m:r>
                          <a:rPr lang="fr-FR" b="0" i="1" smtClean="0">
                            <a:latin typeface="Cambria Math" panose="02040503050406030204" pitchFamily="18" charset="0"/>
                          </a:rPr>
                          <m:t>=1</m:t>
                        </m:r>
                      </m:oMath>
                    </m:oMathPara>
                  </a14:m>
                  <a:endParaRPr lang="fr-FR" b="0"/>
                </a:p>
              </p:txBody>
            </p:sp>
          </mc:Choice>
          <mc:Fallback>
            <p:sp>
              <p:nvSpPr>
                <p:cNvPr id="11" name="ZoneTexte 13">
                  <a:extLst>
                    <a:ext uri="{FF2B5EF4-FFF2-40B4-BE49-F238E27FC236}">
                      <a16:creationId xmlns:a16="http://schemas.microsoft.com/office/drawing/2014/main" id="{4B2FAAC1-8353-49A2-95D1-C0DD333A910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008679" y="5378868"/>
                  <a:ext cx="2646506" cy="923330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2" name="ZoneTexte 15">
                  <a:extLst>
                    <a:ext uri="{FF2B5EF4-FFF2-40B4-BE49-F238E27FC236}">
                      <a16:creationId xmlns:a16="http://schemas.microsoft.com/office/drawing/2014/main" id="{3DED3B5E-F118-4846-863B-E3231D082AF6}"/>
                    </a:ext>
                  </a:extLst>
                </p:cNvPr>
                <p:cNvSpPr txBox="1"/>
                <p:nvPr/>
              </p:nvSpPr>
              <p:spPr>
                <a:xfrm>
                  <a:off x="7858761" y="5378868"/>
                  <a:ext cx="2507441" cy="923330"/>
                </a:xfrm>
                <a:prstGeom prst="rect">
                  <a:avLst/>
                </a:prstGeom>
                <a:noFill/>
              </p:spPr>
              <p:txBody>
                <a:bodyPr wrap="square" numCol="1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fr-FR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fr-FR" b="0" i="1" smtClean="0">
                                <a:latin typeface="Cambria Math" panose="02040503050406030204" pitchFamily="18" charset="0"/>
                              </a:rPr>
                              <m:t>𝑅</m:t>
                            </m:r>
                          </m:e>
                          <m:sub>
                            <m:r>
                              <a:rPr lang="fr-FR" b="0" i="1" smtClean="0">
                                <a:latin typeface="Cambria Math" panose="02040503050406030204" pitchFamily="18" charset="0"/>
                              </a:rPr>
                              <m:t>𝑠h</m:t>
                            </m:r>
                          </m:sub>
                        </m:sSub>
                        <m:r>
                          <a:rPr lang="fr-FR" b="0" i="1" smtClean="0">
                            <a:latin typeface="Cambria Math" panose="02040503050406030204" pitchFamily="18" charset="0"/>
                          </a:rPr>
                          <m:t>=33.8 </m:t>
                        </m:r>
                        <m:r>
                          <m:rPr>
                            <m:sty m:val="p"/>
                          </m:rPr>
                          <a:rPr lang="fr-FR" b="0" i="0" smtClean="0">
                            <a:latin typeface="Cambria Math" panose="02040503050406030204" pitchFamily="18" charset="0"/>
                          </a:rPr>
                          <m:t>mΩ</m:t>
                        </m:r>
                      </m:oMath>
                    </m:oMathPara>
                  </a14:m>
                  <a:endParaRPr lang="fr-FR" b="0"/>
                </a:p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fr-FR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fr-FR" b="0" i="1" smtClean="0">
                                <a:latin typeface="Cambria Math" panose="02040503050406030204" pitchFamily="18" charset="0"/>
                              </a:rPr>
                              <m:t>𝐿</m:t>
                            </m:r>
                          </m:e>
                          <m:sub>
                            <m:r>
                              <a:rPr lang="fr-FR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  <m:r>
                          <a:rPr lang="fr-FR" b="0" i="1" smtClean="0">
                            <a:latin typeface="Cambria Math" panose="02040503050406030204" pitchFamily="18" charset="0"/>
                          </a:rPr>
                          <m:t>=5.16 </m:t>
                        </m:r>
                        <m:r>
                          <m:rPr>
                            <m:sty m:val="p"/>
                          </m:rPr>
                          <a:rPr lang="fr-FR" b="0" i="0" smtClean="0">
                            <a:latin typeface="Cambria Math" panose="02040503050406030204" pitchFamily="18" charset="0"/>
                          </a:rPr>
                          <m:t>m</m:t>
                        </m:r>
                      </m:oMath>
                    </m:oMathPara>
                  </a14:m>
                  <a:endParaRPr lang="fr-FR" b="0"/>
                </a:p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fr-FR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fr-FR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  <m:sub>
                            <m:r>
                              <a:rPr lang="fr-FR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  <m:r>
                          <a:rPr lang="fr-FR" b="0" i="1" smtClean="0">
                            <a:latin typeface="Cambria Math" panose="02040503050406030204" pitchFamily="18" charset="0"/>
                          </a:rPr>
                          <m:t>=1</m:t>
                        </m:r>
                      </m:oMath>
                    </m:oMathPara>
                  </a14:m>
                  <a:endParaRPr lang="fr-FR" b="0"/>
                </a:p>
              </p:txBody>
            </p:sp>
          </mc:Choice>
          <mc:Fallback>
            <p:sp>
              <p:nvSpPr>
                <p:cNvPr id="12" name="ZoneTexte 15">
                  <a:extLst>
                    <a:ext uri="{FF2B5EF4-FFF2-40B4-BE49-F238E27FC236}">
                      <a16:creationId xmlns:a16="http://schemas.microsoft.com/office/drawing/2014/main" id="{3DED3B5E-F118-4846-863B-E3231D082AF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858761" y="5378868"/>
                  <a:ext cx="2507441" cy="923330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pic>
          <p:nvPicPr>
            <p:cNvPr id="3" name="Image 2">
              <a:extLst>
                <a:ext uri="{FF2B5EF4-FFF2-40B4-BE49-F238E27FC236}">
                  <a16:creationId xmlns:a16="http://schemas.microsoft.com/office/drawing/2014/main" id="{F01965F8-F72E-4B14-85DD-4D1E72DEC493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96660" y="1754620"/>
              <a:ext cx="9998679" cy="3483146"/>
            </a:xfrm>
            <a:prstGeom prst="rect">
              <a:avLst/>
            </a:prstGeom>
          </p:spPr>
        </p:pic>
      </p:grpSp>
      <p:sp>
        <p:nvSpPr>
          <p:cNvPr id="14" name="Espace réservé du pied de page 5">
            <a:extLst>
              <a:ext uri="{FF2B5EF4-FFF2-40B4-BE49-F238E27FC236}">
                <a16:creationId xmlns:a16="http://schemas.microsoft.com/office/drawing/2014/main" id="{88E91374-395C-41F3-B490-889E4A007E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897946" y="6552000"/>
            <a:ext cx="6396111" cy="306000"/>
          </a:xfrm>
        </p:spPr>
        <p:txBody>
          <a:bodyPr/>
          <a:lstStyle/>
          <a:p>
            <a:r>
              <a:rPr lang="fr-FR"/>
              <a:t>Propulsion navale </a:t>
            </a:r>
            <a:r>
              <a:rPr lang="fr-FR" err="1"/>
              <a:t>ScPF</a:t>
            </a:r>
            <a:endParaRPr lang="fr-FR"/>
          </a:p>
        </p:txBody>
      </p:sp>
      <p:sp>
        <p:nvSpPr>
          <p:cNvPr id="15" name="Espace réservé du numéro de diapositive 6">
            <a:extLst>
              <a:ext uri="{FF2B5EF4-FFF2-40B4-BE49-F238E27FC236}">
                <a16:creationId xmlns:a16="http://schemas.microsoft.com/office/drawing/2014/main" id="{422D6126-B397-463E-9CFA-749C1917AD84}"/>
              </a:ext>
            </a:extLst>
          </p:cNvPr>
          <p:cNvSpPr txBox="1">
            <a:spLocks/>
          </p:cNvSpPr>
          <p:nvPr/>
        </p:nvSpPr>
        <p:spPr>
          <a:xfrm>
            <a:off x="9598856" y="6552228"/>
            <a:ext cx="1069145" cy="30577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fr-FR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D1E3A3D-12A0-A14A-AD9F-0CE6AFFEFF3B}" type="slidenum">
              <a:rPr lang="fr-FR" smtClean="0"/>
              <a:pPr/>
              <a:t>15</a:t>
            </a:fld>
            <a:endParaRPr lang="fr-FR"/>
          </a:p>
        </p:txBody>
      </p:sp>
      <p:sp>
        <p:nvSpPr>
          <p:cNvPr id="16" name="Espace réservé de la date 4">
            <a:extLst>
              <a:ext uri="{FF2B5EF4-FFF2-40B4-BE49-F238E27FC236}">
                <a16:creationId xmlns:a16="http://schemas.microsoft.com/office/drawing/2014/main" id="{58B91D2B-6059-419E-9D6E-E0564A0B5B8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534400" y="6552000"/>
            <a:ext cx="2133600" cy="306000"/>
          </a:xfrm>
          <a:prstGeom prst="rect">
            <a:avLst/>
          </a:prstGeom>
        </p:spPr>
        <p:txBody>
          <a:bodyPr/>
          <a:lstStyle/>
          <a:p>
            <a:r>
              <a:rPr lang="fr-FR"/>
              <a:t>01-04-2022</a:t>
            </a:r>
          </a:p>
        </p:txBody>
      </p:sp>
    </p:spTree>
    <p:extLst>
      <p:ext uri="{BB962C8B-B14F-4D97-AF65-F5344CB8AC3E}">
        <p14:creationId xmlns:p14="http://schemas.microsoft.com/office/powerpoint/2010/main" val="1358559224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Text Box 6"/>
          <p:cNvSpPr txBox="1">
            <a:spLocks noChangeArrowheads="1"/>
          </p:cNvSpPr>
          <p:nvPr/>
        </p:nvSpPr>
        <p:spPr bwMode="auto">
          <a:xfrm>
            <a:off x="2738084" y="161912"/>
            <a:ext cx="9369648" cy="618305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lIns="0" tIns="0" rIns="0" bIns="0"/>
          <a:lstStyle/>
          <a:p>
            <a:pPr>
              <a:tabLst>
                <a:tab pos="34290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r>
              <a:rPr lang="fr-FR" sz="3200">
                <a:solidFill>
                  <a:srgbClr val="0070C0"/>
                </a:solidFill>
                <a:cs typeface="Lucida Sans Unicode" charset="0"/>
              </a:rPr>
              <a:t>3 points significatifs – étude du supraconducteur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9" name="ZoneTexte 6">
                <a:extLst>
                  <a:ext uri="{FF2B5EF4-FFF2-40B4-BE49-F238E27FC236}">
                    <a16:creationId xmlns:a16="http://schemas.microsoft.com/office/drawing/2014/main" id="{97A684CA-55EE-41FD-8E25-849B7A1DB289}"/>
                  </a:ext>
                </a:extLst>
              </p:cNvPr>
              <p:cNvSpPr txBox="1"/>
              <p:nvPr/>
            </p:nvSpPr>
            <p:spPr>
              <a:xfrm>
                <a:off x="1705627" y="5660533"/>
                <a:ext cx="2646506" cy="923330"/>
              </a:xfrm>
              <a:prstGeom prst="rect">
                <a:avLst/>
              </a:prstGeom>
              <a:noFill/>
            </p:spPr>
            <p:txBody>
              <a:bodyPr wrap="square" numCol="1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fr-FR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𝑠h</m:t>
                          </m:r>
                        </m:sub>
                      </m:sSub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=26.6 </m:t>
                      </m:r>
                      <m:r>
                        <m:rPr>
                          <m:sty m:val="p"/>
                        </m:rPr>
                        <a:rPr lang="fr-FR" b="0" i="0" smtClean="0">
                          <a:latin typeface="Cambria Math" panose="02040503050406030204" pitchFamily="18" charset="0"/>
                        </a:rPr>
                        <m:t>mΩ</m:t>
                      </m:r>
                    </m:oMath>
                  </m:oMathPara>
                </a14:m>
                <a:endParaRPr lang="fr-FR" b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fr-FR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𝐿</m:t>
                          </m:r>
                        </m:e>
                        <m:sub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=413.21 </m:t>
                      </m:r>
                      <m:r>
                        <m:rPr>
                          <m:sty m:val="p"/>
                        </m:rPr>
                        <a:rPr lang="fr-FR" b="0" i="0" smtClean="0">
                          <a:latin typeface="Cambria Math" panose="02040503050406030204" pitchFamily="18" charset="0"/>
                        </a:rPr>
                        <m:t>m</m:t>
                      </m:r>
                    </m:oMath>
                  </m:oMathPara>
                </a14:m>
                <a:endParaRPr lang="fr-FR" b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fr-FR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  <m:sub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=1</m:t>
                      </m:r>
                    </m:oMath>
                  </m:oMathPara>
                </a14:m>
                <a:endParaRPr lang="fr-FR" b="0"/>
              </a:p>
            </p:txBody>
          </p:sp>
        </mc:Choice>
        <mc:Fallback>
          <p:sp>
            <p:nvSpPr>
              <p:cNvPr id="9" name="ZoneTexte 6">
                <a:extLst>
                  <a:ext uri="{FF2B5EF4-FFF2-40B4-BE49-F238E27FC236}">
                    <a16:creationId xmlns:a16="http://schemas.microsoft.com/office/drawing/2014/main" id="{97A684CA-55EE-41FD-8E25-849B7A1DB28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05627" y="5660533"/>
                <a:ext cx="2646506" cy="92333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1" name="ZoneTexte 13">
                <a:extLst>
                  <a:ext uri="{FF2B5EF4-FFF2-40B4-BE49-F238E27FC236}">
                    <a16:creationId xmlns:a16="http://schemas.microsoft.com/office/drawing/2014/main" id="{4B2FAAC1-8353-49A2-95D1-C0DD333A9100}"/>
                  </a:ext>
                </a:extLst>
              </p:cNvPr>
              <p:cNvSpPr txBox="1"/>
              <p:nvPr/>
            </p:nvSpPr>
            <p:spPr>
              <a:xfrm>
                <a:off x="4827451" y="5660533"/>
                <a:ext cx="2646506" cy="923330"/>
              </a:xfrm>
              <a:prstGeom prst="rect">
                <a:avLst/>
              </a:prstGeom>
              <a:noFill/>
            </p:spPr>
            <p:txBody>
              <a:bodyPr wrap="square" numCol="1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fr-FR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𝑠h</m:t>
                          </m:r>
                        </m:sub>
                      </m:sSub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=28.1 </m:t>
                      </m:r>
                      <m:r>
                        <m:rPr>
                          <m:sty m:val="p"/>
                        </m:rPr>
                        <a:rPr lang="fr-FR" b="0" i="0" smtClean="0">
                          <a:latin typeface="Cambria Math" panose="02040503050406030204" pitchFamily="18" charset="0"/>
                        </a:rPr>
                        <m:t>mΩ</m:t>
                      </m:r>
                    </m:oMath>
                  </m:oMathPara>
                </a14:m>
                <a:endParaRPr lang="fr-FR" b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fr-FR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𝐿</m:t>
                          </m:r>
                        </m:e>
                        <m:sub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=8</m:t>
                      </m:r>
                      <m:r>
                        <a:rPr lang="fr-FR" b="0" i="0" smtClean="0">
                          <a:latin typeface="Cambria Math" panose="02040503050406030204" pitchFamily="18" charset="0"/>
                        </a:rPr>
                        <m:t>4.95 </m:t>
                      </m:r>
                      <m:r>
                        <m:rPr>
                          <m:sty m:val="p"/>
                        </m:rPr>
                        <a:rPr lang="fr-FR" b="0" i="0" smtClean="0">
                          <a:latin typeface="Cambria Math" panose="02040503050406030204" pitchFamily="18" charset="0"/>
                        </a:rPr>
                        <m:t>m</m:t>
                      </m:r>
                    </m:oMath>
                  </m:oMathPara>
                </a14:m>
                <a:endParaRPr lang="fr-FR" b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fr-FR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  <m:sub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=1</m:t>
                      </m:r>
                    </m:oMath>
                  </m:oMathPara>
                </a14:m>
                <a:endParaRPr lang="fr-FR" b="0"/>
              </a:p>
            </p:txBody>
          </p:sp>
        </mc:Choice>
        <mc:Fallback>
          <p:sp>
            <p:nvSpPr>
              <p:cNvPr id="11" name="ZoneTexte 13">
                <a:extLst>
                  <a:ext uri="{FF2B5EF4-FFF2-40B4-BE49-F238E27FC236}">
                    <a16:creationId xmlns:a16="http://schemas.microsoft.com/office/drawing/2014/main" id="{4B2FAAC1-8353-49A2-95D1-C0DD333A910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27451" y="5660533"/>
                <a:ext cx="2646506" cy="92333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2" name="ZoneTexte 15">
                <a:extLst>
                  <a:ext uri="{FF2B5EF4-FFF2-40B4-BE49-F238E27FC236}">
                    <a16:creationId xmlns:a16="http://schemas.microsoft.com/office/drawing/2014/main" id="{3DED3B5E-F118-4846-863B-E3231D082AF6}"/>
                  </a:ext>
                </a:extLst>
              </p:cNvPr>
              <p:cNvSpPr txBox="1"/>
              <p:nvPr/>
            </p:nvSpPr>
            <p:spPr>
              <a:xfrm>
                <a:off x="8160559" y="5660533"/>
                <a:ext cx="2507441" cy="923330"/>
              </a:xfrm>
              <a:prstGeom prst="rect">
                <a:avLst/>
              </a:prstGeom>
              <a:noFill/>
            </p:spPr>
            <p:txBody>
              <a:bodyPr wrap="square" numCol="1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fr-FR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𝑠h</m:t>
                          </m:r>
                        </m:sub>
                      </m:sSub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=33.8 </m:t>
                      </m:r>
                      <m:r>
                        <m:rPr>
                          <m:sty m:val="p"/>
                        </m:rPr>
                        <a:rPr lang="fr-FR" b="0" i="0" smtClean="0">
                          <a:latin typeface="Cambria Math" panose="02040503050406030204" pitchFamily="18" charset="0"/>
                        </a:rPr>
                        <m:t>mΩ</m:t>
                      </m:r>
                    </m:oMath>
                  </m:oMathPara>
                </a14:m>
                <a:endParaRPr lang="fr-FR" b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fr-FR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𝐿</m:t>
                          </m:r>
                        </m:e>
                        <m:sub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=5.16 </m:t>
                      </m:r>
                      <m:r>
                        <m:rPr>
                          <m:sty m:val="p"/>
                        </m:rPr>
                        <a:rPr lang="fr-FR" b="0" i="0" smtClean="0">
                          <a:latin typeface="Cambria Math" panose="02040503050406030204" pitchFamily="18" charset="0"/>
                        </a:rPr>
                        <m:t>m</m:t>
                      </m:r>
                    </m:oMath>
                  </m:oMathPara>
                </a14:m>
                <a:endParaRPr lang="fr-FR" b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fr-FR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  <m:sub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=1</m:t>
                      </m:r>
                    </m:oMath>
                  </m:oMathPara>
                </a14:m>
                <a:endParaRPr lang="fr-FR" b="0"/>
              </a:p>
            </p:txBody>
          </p:sp>
        </mc:Choice>
        <mc:Fallback>
          <p:sp>
            <p:nvSpPr>
              <p:cNvPr id="12" name="ZoneTexte 15">
                <a:extLst>
                  <a:ext uri="{FF2B5EF4-FFF2-40B4-BE49-F238E27FC236}">
                    <a16:creationId xmlns:a16="http://schemas.microsoft.com/office/drawing/2014/main" id="{3DED3B5E-F118-4846-863B-E3231D082AF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60559" y="5660533"/>
                <a:ext cx="2507441" cy="92333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Espace réservé du pied de page 5">
            <a:extLst>
              <a:ext uri="{FF2B5EF4-FFF2-40B4-BE49-F238E27FC236}">
                <a16:creationId xmlns:a16="http://schemas.microsoft.com/office/drawing/2014/main" id="{88E91374-395C-41F3-B490-889E4A007E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897946" y="6552000"/>
            <a:ext cx="6396111" cy="306000"/>
          </a:xfrm>
        </p:spPr>
        <p:txBody>
          <a:bodyPr/>
          <a:lstStyle/>
          <a:p>
            <a:r>
              <a:rPr lang="fr-FR"/>
              <a:t>Propulsion navale </a:t>
            </a:r>
            <a:r>
              <a:rPr lang="fr-FR" err="1"/>
              <a:t>ScPF</a:t>
            </a:r>
            <a:endParaRPr lang="fr-FR"/>
          </a:p>
        </p:txBody>
      </p:sp>
      <p:sp>
        <p:nvSpPr>
          <p:cNvPr id="15" name="Espace réservé du numéro de diapositive 6">
            <a:extLst>
              <a:ext uri="{FF2B5EF4-FFF2-40B4-BE49-F238E27FC236}">
                <a16:creationId xmlns:a16="http://schemas.microsoft.com/office/drawing/2014/main" id="{422D6126-B397-463E-9CFA-749C1917AD84}"/>
              </a:ext>
            </a:extLst>
          </p:cNvPr>
          <p:cNvSpPr txBox="1">
            <a:spLocks/>
          </p:cNvSpPr>
          <p:nvPr/>
        </p:nvSpPr>
        <p:spPr>
          <a:xfrm>
            <a:off x="9598856" y="6552228"/>
            <a:ext cx="1069145" cy="30577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fr-FR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D1E3A3D-12A0-A14A-AD9F-0CE6AFFEFF3B}" type="slidenum">
              <a:rPr lang="fr-FR" smtClean="0"/>
              <a:pPr/>
              <a:t>16</a:t>
            </a:fld>
            <a:endParaRPr lang="fr-FR"/>
          </a:p>
        </p:txBody>
      </p:sp>
      <p:sp>
        <p:nvSpPr>
          <p:cNvPr id="16" name="Espace réservé de la date 4">
            <a:extLst>
              <a:ext uri="{FF2B5EF4-FFF2-40B4-BE49-F238E27FC236}">
                <a16:creationId xmlns:a16="http://schemas.microsoft.com/office/drawing/2014/main" id="{58B91D2B-6059-419E-9D6E-E0564A0B5B8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534400" y="6552000"/>
            <a:ext cx="2133600" cy="306000"/>
          </a:xfrm>
          <a:prstGeom prst="rect">
            <a:avLst/>
          </a:prstGeom>
        </p:spPr>
        <p:txBody>
          <a:bodyPr/>
          <a:lstStyle/>
          <a:p>
            <a:r>
              <a:rPr lang="fr-FR"/>
              <a:t>01-04-2022</a:t>
            </a:r>
          </a:p>
        </p:txBody>
      </p:sp>
      <p:pic>
        <p:nvPicPr>
          <p:cNvPr id="3" name="Image 2">
            <a:extLst>
              <a:ext uri="{FF2B5EF4-FFF2-40B4-BE49-F238E27FC236}">
                <a16:creationId xmlns:a16="http://schemas.microsoft.com/office/drawing/2014/main" id="{9C298E4A-6C2D-4740-99F1-5DADC13A1BBE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119872"/>
            <a:ext cx="12192000" cy="44021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85782702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Text Box 6"/>
          <p:cNvSpPr txBox="1">
            <a:spLocks noChangeArrowheads="1"/>
          </p:cNvSpPr>
          <p:nvPr/>
        </p:nvSpPr>
        <p:spPr bwMode="auto">
          <a:xfrm>
            <a:off x="898080" y="810017"/>
            <a:ext cx="9769920" cy="5677385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lIns="0" tIns="0" rIns="0" bIns="0"/>
          <a:lstStyle/>
          <a:p>
            <a:pPr>
              <a:tabLst>
                <a:tab pos="34290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r>
              <a:rPr lang="fr-FR" sz="3200">
                <a:solidFill>
                  <a:srgbClr val="0070C0"/>
                </a:solidFill>
                <a:cs typeface="Lucida Sans Unicode" charset="0"/>
              </a:rPr>
              <a:t>Étude de la discontinuité</a:t>
            </a:r>
          </a:p>
          <a:p>
            <a:pPr>
              <a:tabLst>
                <a:tab pos="34290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endParaRPr lang="fr-FR" sz="3200">
              <a:solidFill>
                <a:srgbClr val="0070C0"/>
              </a:solidFill>
              <a:cs typeface="Lucida Sans Unicode" charset="0"/>
            </a:endParaRPr>
          </a:p>
          <a:p>
            <a:pPr>
              <a:tabLst>
                <a:tab pos="34290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endParaRPr lang="en-US" sz="3200">
              <a:solidFill>
                <a:srgbClr val="0070C0"/>
              </a:solidFill>
              <a:cs typeface="Lucida Sans Unicode" charset="0"/>
            </a:endParaRPr>
          </a:p>
          <a:p>
            <a:pPr>
              <a:tabLst>
                <a:tab pos="34290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endParaRPr lang="en-US" altLang="ja-JP">
              <a:solidFill>
                <a:srgbClr val="000000"/>
              </a:solidFill>
              <a:ea typeface="Lucida Sans Unicode" charset="0"/>
              <a:cs typeface="Lucida Sans Unicode" charset="0"/>
            </a:endParaRPr>
          </a:p>
          <a:p>
            <a:pPr>
              <a:tabLst>
                <a:tab pos="34290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endParaRPr lang="en-US" altLang="ja-JP">
              <a:solidFill>
                <a:srgbClr val="000000"/>
              </a:solidFill>
              <a:ea typeface="Lucida Sans Unicode" charset="0"/>
              <a:cs typeface="Lucida Sans Unicode" charset="0"/>
            </a:endParaRPr>
          </a:p>
          <a:p>
            <a:pPr>
              <a:tabLst>
                <a:tab pos="34290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endParaRPr lang="en-US" altLang="ja-JP">
              <a:solidFill>
                <a:srgbClr val="000000"/>
              </a:solidFill>
              <a:ea typeface="Lucida Sans Unicode" charset="0"/>
              <a:cs typeface="Lucida Sans Unicode" charset="0"/>
            </a:endParaRPr>
          </a:p>
        </p:txBody>
      </p:sp>
      <p:sp>
        <p:nvSpPr>
          <p:cNvPr id="10" name="Espace réservé du pied de page 5">
            <a:extLst>
              <a:ext uri="{FF2B5EF4-FFF2-40B4-BE49-F238E27FC236}">
                <a16:creationId xmlns:a16="http://schemas.microsoft.com/office/drawing/2014/main" id="{4A89F241-5191-4417-A810-647E012460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897946" y="6552000"/>
            <a:ext cx="6396111" cy="306000"/>
          </a:xfrm>
        </p:spPr>
        <p:txBody>
          <a:bodyPr/>
          <a:lstStyle/>
          <a:p>
            <a:r>
              <a:rPr lang="fr-FR"/>
              <a:t>Propulsion navale </a:t>
            </a:r>
            <a:r>
              <a:rPr lang="fr-FR" err="1"/>
              <a:t>ScPF</a:t>
            </a:r>
            <a:endParaRPr lang="fr-FR"/>
          </a:p>
        </p:txBody>
      </p:sp>
      <p:sp>
        <p:nvSpPr>
          <p:cNvPr id="11" name="Espace réservé du numéro de diapositive 6">
            <a:extLst>
              <a:ext uri="{FF2B5EF4-FFF2-40B4-BE49-F238E27FC236}">
                <a16:creationId xmlns:a16="http://schemas.microsoft.com/office/drawing/2014/main" id="{A74102DA-D89A-49CA-A00F-3B4239C45244}"/>
              </a:ext>
            </a:extLst>
          </p:cNvPr>
          <p:cNvSpPr txBox="1">
            <a:spLocks/>
          </p:cNvSpPr>
          <p:nvPr/>
        </p:nvSpPr>
        <p:spPr>
          <a:xfrm>
            <a:off x="9598856" y="6552228"/>
            <a:ext cx="1069145" cy="30577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fr-FR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D1E3A3D-12A0-A14A-AD9F-0CE6AFFEFF3B}" type="slidenum">
              <a:rPr lang="fr-FR" smtClean="0"/>
              <a:pPr/>
              <a:t>17</a:t>
            </a:fld>
            <a:endParaRPr lang="fr-FR"/>
          </a:p>
        </p:txBody>
      </p:sp>
      <p:sp>
        <p:nvSpPr>
          <p:cNvPr id="12" name="Espace réservé de la date 4">
            <a:extLst>
              <a:ext uri="{FF2B5EF4-FFF2-40B4-BE49-F238E27FC236}">
                <a16:creationId xmlns:a16="http://schemas.microsoft.com/office/drawing/2014/main" id="{3240D4F3-05AF-4E9A-9C9A-97C919922AA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534400" y="6552000"/>
            <a:ext cx="2133600" cy="306000"/>
          </a:xfrm>
          <a:prstGeom prst="rect">
            <a:avLst/>
          </a:prstGeom>
        </p:spPr>
        <p:txBody>
          <a:bodyPr/>
          <a:lstStyle/>
          <a:p>
            <a:r>
              <a:rPr lang="fr-FR"/>
              <a:t>01-04-2022</a:t>
            </a:r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ECCDAB28-0557-4FAF-B6E7-305D8097D69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8080" y="1976839"/>
            <a:ext cx="5717684" cy="3908573"/>
          </a:xfrm>
          <a:prstGeom prst="rect">
            <a:avLst/>
          </a:prstGeom>
        </p:spPr>
      </p:pic>
      <p:pic>
        <p:nvPicPr>
          <p:cNvPr id="3" name="Image 2">
            <a:extLst>
              <a:ext uri="{FF2B5EF4-FFF2-40B4-BE49-F238E27FC236}">
                <a16:creationId xmlns:a16="http://schemas.microsoft.com/office/drawing/2014/main" id="{04B62AE8-A253-4EC9-8051-9D98CAE5D2F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49757" y="656728"/>
            <a:ext cx="5211430" cy="3908573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37D17357-14B0-4CF2-AC47-0160CE778447}"/>
              </a:ext>
            </a:extLst>
          </p:cNvPr>
          <p:cNvSpPr/>
          <p:nvPr/>
        </p:nvSpPr>
        <p:spPr>
          <a:xfrm>
            <a:off x="4696691" y="5111935"/>
            <a:ext cx="1463040" cy="399403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cxnSp>
        <p:nvCxnSpPr>
          <p:cNvPr id="7" name="Connecteur droit 6">
            <a:extLst>
              <a:ext uri="{FF2B5EF4-FFF2-40B4-BE49-F238E27FC236}">
                <a16:creationId xmlns:a16="http://schemas.microsoft.com/office/drawing/2014/main" id="{07228453-DE53-4067-B8FC-81E514FA209F}"/>
              </a:ext>
            </a:extLst>
          </p:cNvPr>
          <p:cNvCxnSpPr/>
          <p:nvPr/>
        </p:nvCxnSpPr>
        <p:spPr>
          <a:xfrm flipV="1">
            <a:off x="4696691" y="955964"/>
            <a:ext cx="2335876" cy="4155971"/>
          </a:xfrm>
          <a:prstGeom prst="lin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3" name="Connecteur droit 12">
            <a:extLst>
              <a:ext uri="{FF2B5EF4-FFF2-40B4-BE49-F238E27FC236}">
                <a16:creationId xmlns:a16="http://schemas.microsoft.com/office/drawing/2014/main" id="{AFE2D0AA-32A5-43DE-A0AD-6DD8F5EB31EB}"/>
              </a:ext>
            </a:extLst>
          </p:cNvPr>
          <p:cNvCxnSpPr>
            <a:cxnSpLocks/>
          </p:cNvCxnSpPr>
          <p:nvPr/>
        </p:nvCxnSpPr>
        <p:spPr>
          <a:xfrm flipV="1">
            <a:off x="6159731" y="4098175"/>
            <a:ext cx="4912822" cy="1413163"/>
          </a:xfrm>
          <a:prstGeom prst="lin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6" name="TextBox 1">
            <a:extLst>
              <a:ext uri="{FF2B5EF4-FFF2-40B4-BE49-F238E27FC236}">
                <a16:creationId xmlns:a16="http://schemas.microsoft.com/office/drawing/2014/main" id="{A6D4A8EE-6AB9-4309-8EA7-047BBE6599E3}"/>
              </a:ext>
            </a:extLst>
          </p:cNvPr>
          <p:cNvSpPr txBox="1"/>
          <p:nvPr/>
        </p:nvSpPr>
        <p:spPr>
          <a:xfrm>
            <a:off x="898080" y="6030340"/>
            <a:ext cx="57176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>
                <a:solidFill>
                  <a:schemeClr val="tx1">
                    <a:lumMod val="65000"/>
                    <a:lumOff val="35000"/>
                  </a:schemeClr>
                </a:solidFill>
              </a:rPr>
              <a:t>Front de Pareto obtenu avec 120 particules et 20 itérations</a:t>
            </a:r>
            <a:endParaRPr lang="en-GB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64507593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Text Box 6"/>
          <p:cNvSpPr txBox="1">
            <a:spLocks noChangeArrowheads="1"/>
          </p:cNvSpPr>
          <p:nvPr/>
        </p:nvSpPr>
        <p:spPr bwMode="auto">
          <a:xfrm>
            <a:off x="2738084" y="161912"/>
            <a:ext cx="9369648" cy="618305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lIns="0" tIns="0" rIns="0" bIns="0"/>
          <a:lstStyle/>
          <a:p>
            <a:pPr>
              <a:tabLst>
                <a:tab pos="34290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r>
              <a:rPr lang="fr-FR" sz="3200">
                <a:solidFill>
                  <a:srgbClr val="0070C0"/>
                </a:solidFill>
                <a:cs typeface="Lucida Sans Unicode" charset="0"/>
              </a:rPr>
              <a:t>Étude de la discontinuité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9" name="ZoneTexte 6">
                <a:extLst>
                  <a:ext uri="{FF2B5EF4-FFF2-40B4-BE49-F238E27FC236}">
                    <a16:creationId xmlns:a16="http://schemas.microsoft.com/office/drawing/2014/main" id="{97A684CA-55EE-41FD-8E25-849B7A1DB289}"/>
                  </a:ext>
                </a:extLst>
              </p:cNvPr>
              <p:cNvSpPr txBox="1"/>
              <p:nvPr/>
            </p:nvSpPr>
            <p:spPr>
              <a:xfrm>
                <a:off x="1481183" y="5660533"/>
                <a:ext cx="2646506" cy="923330"/>
              </a:xfrm>
              <a:prstGeom prst="rect">
                <a:avLst/>
              </a:prstGeom>
              <a:noFill/>
            </p:spPr>
            <p:txBody>
              <a:bodyPr wrap="square" numCol="1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fr-FR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𝑠h</m:t>
                          </m:r>
                        </m:sub>
                      </m:sSub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=32.69 </m:t>
                      </m:r>
                      <m:r>
                        <m:rPr>
                          <m:sty m:val="p"/>
                        </m:rPr>
                        <a:rPr lang="fr-FR" b="0" i="0" smtClean="0">
                          <a:latin typeface="Cambria Math" panose="02040503050406030204" pitchFamily="18" charset="0"/>
                        </a:rPr>
                        <m:t>mΩ</m:t>
                      </m:r>
                    </m:oMath>
                  </m:oMathPara>
                </a14:m>
                <a:endParaRPr lang="fr-FR" b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fr-FR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𝐿</m:t>
                          </m:r>
                        </m:e>
                        <m:sub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=22.31 </m:t>
                      </m:r>
                      <m:r>
                        <m:rPr>
                          <m:sty m:val="p"/>
                        </m:rPr>
                        <a:rPr lang="fr-FR" b="0" i="0" smtClean="0">
                          <a:latin typeface="Cambria Math" panose="02040503050406030204" pitchFamily="18" charset="0"/>
                        </a:rPr>
                        <m:t>m</m:t>
                      </m:r>
                    </m:oMath>
                  </m:oMathPara>
                </a14:m>
                <a:endParaRPr lang="fr-FR" b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fr-FR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  <m:sub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=1</m:t>
                      </m:r>
                    </m:oMath>
                  </m:oMathPara>
                </a14:m>
                <a:endParaRPr lang="fr-FR" b="0"/>
              </a:p>
            </p:txBody>
          </p:sp>
        </mc:Choice>
        <mc:Fallback>
          <p:sp>
            <p:nvSpPr>
              <p:cNvPr id="9" name="ZoneTexte 6">
                <a:extLst>
                  <a:ext uri="{FF2B5EF4-FFF2-40B4-BE49-F238E27FC236}">
                    <a16:creationId xmlns:a16="http://schemas.microsoft.com/office/drawing/2014/main" id="{97A684CA-55EE-41FD-8E25-849B7A1DB28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81183" y="5660533"/>
                <a:ext cx="2646506" cy="92333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Espace réservé du pied de page 5">
            <a:extLst>
              <a:ext uri="{FF2B5EF4-FFF2-40B4-BE49-F238E27FC236}">
                <a16:creationId xmlns:a16="http://schemas.microsoft.com/office/drawing/2014/main" id="{88E91374-395C-41F3-B490-889E4A007E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897946" y="6552000"/>
            <a:ext cx="6396111" cy="306000"/>
          </a:xfrm>
        </p:spPr>
        <p:txBody>
          <a:bodyPr/>
          <a:lstStyle/>
          <a:p>
            <a:r>
              <a:rPr lang="fr-FR"/>
              <a:t>Propulsion navale </a:t>
            </a:r>
            <a:r>
              <a:rPr lang="fr-FR" err="1"/>
              <a:t>ScPF</a:t>
            </a:r>
            <a:endParaRPr lang="fr-FR"/>
          </a:p>
        </p:txBody>
      </p:sp>
      <p:sp>
        <p:nvSpPr>
          <p:cNvPr id="15" name="Espace réservé du numéro de diapositive 6">
            <a:extLst>
              <a:ext uri="{FF2B5EF4-FFF2-40B4-BE49-F238E27FC236}">
                <a16:creationId xmlns:a16="http://schemas.microsoft.com/office/drawing/2014/main" id="{422D6126-B397-463E-9CFA-749C1917AD84}"/>
              </a:ext>
            </a:extLst>
          </p:cNvPr>
          <p:cNvSpPr txBox="1">
            <a:spLocks/>
          </p:cNvSpPr>
          <p:nvPr/>
        </p:nvSpPr>
        <p:spPr>
          <a:xfrm>
            <a:off x="9598856" y="6552228"/>
            <a:ext cx="1069145" cy="30577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fr-FR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D1E3A3D-12A0-A14A-AD9F-0CE6AFFEFF3B}" type="slidenum">
              <a:rPr lang="fr-FR" smtClean="0"/>
              <a:pPr/>
              <a:t>18</a:t>
            </a:fld>
            <a:endParaRPr lang="fr-FR"/>
          </a:p>
        </p:txBody>
      </p:sp>
      <p:sp>
        <p:nvSpPr>
          <p:cNvPr id="16" name="Espace réservé de la date 4">
            <a:extLst>
              <a:ext uri="{FF2B5EF4-FFF2-40B4-BE49-F238E27FC236}">
                <a16:creationId xmlns:a16="http://schemas.microsoft.com/office/drawing/2014/main" id="{58B91D2B-6059-419E-9D6E-E0564A0B5B8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534400" y="6552000"/>
            <a:ext cx="2133600" cy="306000"/>
          </a:xfrm>
          <a:prstGeom prst="rect">
            <a:avLst/>
          </a:prstGeom>
        </p:spPr>
        <p:txBody>
          <a:bodyPr/>
          <a:lstStyle/>
          <a:p>
            <a:r>
              <a:rPr lang="fr-FR"/>
              <a:t>01-04-2022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0" name="ZoneTexte 13">
                <a:extLst>
                  <a:ext uri="{FF2B5EF4-FFF2-40B4-BE49-F238E27FC236}">
                    <a16:creationId xmlns:a16="http://schemas.microsoft.com/office/drawing/2014/main" id="{8CC419CF-5D1D-40A9-81BD-142C5B24B0EB}"/>
                  </a:ext>
                </a:extLst>
              </p:cNvPr>
              <p:cNvSpPr txBox="1"/>
              <p:nvPr/>
            </p:nvSpPr>
            <p:spPr>
              <a:xfrm>
                <a:off x="4827451" y="5660533"/>
                <a:ext cx="2646506" cy="923330"/>
              </a:xfrm>
              <a:prstGeom prst="rect">
                <a:avLst/>
              </a:prstGeom>
              <a:noFill/>
            </p:spPr>
            <p:txBody>
              <a:bodyPr wrap="square" numCol="1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fr-FR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𝑠h</m:t>
                          </m:r>
                        </m:sub>
                      </m:sSub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=32.80 </m:t>
                      </m:r>
                      <m:r>
                        <m:rPr>
                          <m:sty m:val="p"/>
                        </m:rPr>
                        <a:rPr lang="fr-FR" b="0" i="0" smtClean="0">
                          <a:latin typeface="Cambria Math" panose="02040503050406030204" pitchFamily="18" charset="0"/>
                        </a:rPr>
                        <m:t>mΩ</m:t>
                      </m:r>
                    </m:oMath>
                  </m:oMathPara>
                </a14:m>
                <a:endParaRPr lang="fr-FR" b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fr-FR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𝐿</m:t>
                          </m:r>
                        </m:e>
                        <m:sub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=10</m:t>
                      </m:r>
                      <m:r>
                        <a:rPr lang="fr-FR" b="0" i="0" smtClean="0">
                          <a:latin typeface="Cambria Math" panose="02040503050406030204" pitchFamily="18" charset="0"/>
                        </a:rPr>
                        <m:t>.11 </m:t>
                      </m:r>
                      <m:r>
                        <m:rPr>
                          <m:sty m:val="p"/>
                        </m:rPr>
                        <a:rPr lang="fr-FR" b="0" i="0" smtClean="0">
                          <a:latin typeface="Cambria Math" panose="02040503050406030204" pitchFamily="18" charset="0"/>
                        </a:rPr>
                        <m:t>m</m:t>
                      </m:r>
                    </m:oMath>
                  </m:oMathPara>
                </a14:m>
                <a:endParaRPr lang="fr-FR" b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fr-FR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  <m:sub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=1</m:t>
                      </m:r>
                    </m:oMath>
                  </m:oMathPara>
                </a14:m>
                <a:endParaRPr lang="fr-FR" b="0"/>
              </a:p>
            </p:txBody>
          </p:sp>
        </mc:Choice>
        <mc:Fallback>
          <p:sp>
            <p:nvSpPr>
              <p:cNvPr id="10" name="ZoneTexte 13">
                <a:extLst>
                  <a:ext uri="{FF2B5EF4-FFF2-40B4-BE49-F238E27FC236}">
                    <a16:creationId xmlns:a16="http://schemas.microsoft.com/office/drawing/2014/main" id="{8CC419CF-5D1D-40A9-81BD-142C5B24B0E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27451" y="5660533"/>
                <a:ext cx="2646506" cy="92333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3" name="ZoneTexte 15">
                <a:extLst>
                  <a:ext uri="{FF2B5EF4-FFF2-40B4-BE49-F238E27FC236}">
                    <a16:creationId xmlns:a16="http://schemas.microsoft.com/office/drawing/2014/main" id="{AFA077B4-D87F-445C-A29A-CCF2C0D63182}"/>
                  </a:ext>
                </a:extLst>
              </p:cNvPr>
              <p:cNvSpPr txBox="1"/>
              <p:nvPr/>
            </p:nvSpPr>
            <p:spPr>
              <a:xfrm>
                <a:off x="8414790" y="5660533"/>
                <a:ext cx="2507441" cy="923330"/>
              </a:xfrm>
              <a:prstGeom prst="rect">
                <a:avLst/>
              </a:prstGeom>
              <a:noFill/>
            </p:spPr>
            <p:txBody>
              <a:bodyPr wrap="square" numCol="1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fr-FR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𝑠h</m:t>
                          </m:r>
                        </m:sub>
                      </m:sSub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=33.8 </m:t>
                      </m:r>
                      <m:r>
                        <m:rPr>
                          <m:sty m:val="p"/>
                        </m:rPr>
                        <a:rPr lang="fr-FR" b="0" i="0" smtClean="0">
                          <a:latin typeface="Cambria Math" panose="02040503050406030204" pitchFamily="18" charset="0"/>
                        </a:rPr>
                        <m:t>mΩ</m:t>
                      </m:r>
                    </m:oMath>
                  </m:oMathPara>
                </a14:m>
                <a:endParaRPr lang="fr-FR" b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fr-FR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𝐿</m:t>
                          </m:r>
                        </m:e>
                        <m:sub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=5.16 </m:t>
                      </m:r>
                      <m:r>
                        <m:rPr>
                          <m:sty m:val="p"/>
                        </m:rPr>
                        <a:rPr lang="fr-FR" b="0" i="0" smtClean="0">
                          <a:latin typeface="Cambria Math" panose="02040503050406030204" pitchFamily="18" charset="0"/>
                        </a:rPr>
                        <m:t>m</m:t>
                      </m:r>
                    </m:oMath>
                  </m:oMathPara>
                </a14:m>
                <a:endParaRPr lang="fr-FR" b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fr-FR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  <m:sub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=1</m:t>
                      </m:r>
                    </m:oMath>
                  </m:oMathPara>
                </a14:m>
                <a:endParaRPr lang="fr-FR" b="0"/>
              </a:p>
            </p:txBody>
          </p:sp>
        </mc:Choice>
        <mc:Fallback>
          <p:sp>
            <p:nvSpPr>
              <p:cNvPr id="13" name="ZoneTexte 15">
                <a:extLst>
                  <a:ext uri="{FF2B5EF4-FFF2-40B4-BE49-F238E27FC236}">
                    <a16:creationId xmlns:a16="http://schemas.microsoft.com/office/drawing/2014/main" id="{AFA077B4-D87F-445C-A29A-CCF2C0D6318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14790" y="5660533"/>
                <a:ext cx="2507441" cy="92333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" name="Image 2">
            <a:extLst>
              <a:ext uri="{FF2B5EF4-FFF2-40B4-BE49-F238E27FC236}">
                <a16:creationId xmlns:a16="http://schemas.microsoft.com/office/drawing/2014/main" id="{0098A396-7C28-47F2-B1BE-AD3A4FFA1F71}"/>
              </a:ext>
            </a:extLst>
          </p:cNvPr>
          <p:cNvPicPr>
            <a:picLocks noChangeAspect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307" b="3327"/>
          <a:stretch/>
        </p:blipFill>
        <p:spPr>
          <a:xfrm>
            <a:off x="0" y="955959"/>
            <a:ext cx="12192000" cy="47133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1848140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3" name="Text Box 1"/>
          <p:cNvSpPr txBox="1">
            <a:spLocks noChangeArrowheads="1"/>
          </p:cNvSpPr>
          <p:nvPr/>
        </p:nvSpPr>
        <p:spPr bwMode="auto">
          <a:xfrm>
            <a:off x="1776000" y="1892970"/>
            <a:ext cx="8640000" cy="3624262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lIns="90000" tIns="46800" rIns="90000" bIns="46800" anchor="ctr"/>
          <a:lstStyle/>
          <a:p>
            <a:pPr algn="ctr"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r>
              <a:rPr lang="en-US" sz="2800" b="1">
                <a:solidFill>
                  <a:srgbClr val="000000"/>
                </a:solidFill>
                <a:ea typeface="ＭＳ Ｐゴシック"/>
              </a:rPr>
              <a:t>IV.2 </a:t>
            </a:r>
            <a:r>
              <a:rPr lang="en-US" sz="2800" b="1" err="1">
                <a:solidFill>
                  <a:srgbClr val="000000"/>
                </a:solidFill>
                <a:ea typeface="ＭＳ Ｐゴシック"/>
              </a:rPr>
              <a:t>Problème</a:t>
            </a:r>
            <a:r>
              <a:rPr lang="en-US" sz="2800" b="1">
                <a:solidFill>
                  <a:srgbClr val="000000"/>
                </a:solidFill>
                <a:ea typeface="ＭＳ Ｐゴシック"/>
              </a:rPr>
              <a:t> 2</a:t>
            </a:r>
            <a:endParaRPr lang="en-US" sz="2800" b="1">
              <a:solidFill>
                <a:srgbClr val="000000"/>
              </a:solidFill>
              <a:ea typeface="ＭＳ Ｐゴシック"/>
              <a:cs typeface="Calibri"/>
            </a:endParaRP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Propulsion navale </a:t>
            </a:r>
            <a:r>
              <a:rPr lang="fr-FR" err="1"/>
              <a:t>ScPF</a:t>
            </a:r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4294967295"/>
          </p:nvPr>
        </p:nvSpPr>
        <p:spPr>
          <a:xfrm>
            <a:off x="9598856" y="6552228"/>
            <a:ext cx="1069145" cy="305772"/>
          </a:xfrm>
        </p:spPr>
        <p:txBody>
          <a:bodyPr/>
          <a:lstStyle/>
          <a:p>
            <a:fld id="{AD1E3A3D-12A0-A14A-AD9F-0CE6AFFEFF3B}" type="slidenum">
              <a:rPr lang="fr-FR" smtClean="0"/>
              <a:pPr/>
              <a:t>19</a:t>
            </a:fld>
            <a:endParaRPr lang="fr-FR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>
          <a:xfrm>
            <a:off x="8534400" y="6552000"/>
            <a:ext cx="2133600" cy="306000"/>
          </a:xfrm>
          <a:prstGeom prst="rect">
            <a:avLst/>
          </a:prstGeom>
        </p:spPr>
        <p:txBody>
          <a:bodyPr/>
          <a:lstStyle/>
          <a:p>
            <a:r>
              <a:rPr lang="fr-FR"/>
              <a:t>01-04-2022</a:t>
            </a:r>
          </a:p>
        </p:txBody>
      </p:sp>
    </p:spTree>
    <p:extLst>
      <p:ext uri="{BB962C8B-B14F-4D97-AF65-F5344CB8AC3E}">
        <p14:creationId xmlns:p14="http://schemas.microsoft.com/office/powerpoint/2010/main" val="743644500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101" name="Text Box 6"/>
              <p:cNvSpPr txBox="1">
                <a:spLocks noChangeArrowheads="1"/>
              </p:cNvSpPr>
              <p:nvPr/>
            </p:nvSpPr>
            <p:spPr bwMode="auto">
              <a:xfrm>
                <a:off x="1031349" y="874615"/>
                <a:ext cx="9369648" cy="5677385"/>
              </a:xfrm>
              <a:prstGeom prst="rect">
                <a:avLst/>
              </a:prstGeom>
              <a:noFill/>
              <a:ln w="9525">
                <a:noFill/>
                <a:round/>
                <a:headEnd/>
                <a:tailEnd/>
              </a:ln>
              <a:effectLst/>
            </p:spPr>
            <p:txBody>
              <a:bodyPr lIns="0" tIns="0" rIns="0" bIns="0"/>
              <a:lstStyle/>
              <a:p>
                <a:pPr>
                  <a:tabLst>
                    <a:tab pos="34290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</a:pPr>
                <a:r>
                  <a:rPr lang="fr-FR" sz="3200">
                    <a:solidFill>
                      <a:srgbClr val="0070C0"/>
                    </a:solidFill>
                    <a:cs typeface="Lucida Sans Unicode" charset="0"/>
                  </a:rPr>
                  <a:t>Problème plus pertinent – Ajout du supraconducteur</a:t>
                </a:r>
              </a:p>
              <a:p>
                <a:pPr>
                  <a:tabLst>
                    <a:tab pos="34290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</a:pPr>
                <a:endParaRPr lang="fr-FR" altLang="ja-JP">
                  <a:solidFill>
                    <a:srgbClr val="000000"/>
                  </a:solidFill>
                  <a:ea typeface="Lucida Sans Unicode" charset="0"/>
                  <a:cs typeface="Lucida Sans Unicode" charset="0"/>
                </a:endParaRPr>
              </a:p>
              <a:p>
                <a:pPr indent="0" algn="ctr">
                  <a:buNone/>
                  <a:tabLst>
                    <a:tab pos="34290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</a:pPr>
                <a:endParaRPr lang="fr-FR" sz="2400">
                  <a:solidFill>
                    <a:srgbClr val="000000"/>
                  </a:solidFill>
                  <a:ea typeface="Lucida Sans Unicode" charset="0"/>
                  <a:cs typeface="Lucida Sans Unicode" charset="0"/>
                </a:endParaRPr>
              </a:p>
              <a:p>
                <a:pPr>
                  <a:tabLst>
                    <a:tab pos="34290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</a:pPr>
                <a:r>
                  <a:rPr lang="fr-FR" altLang="ja-JP" sz="2400">
                    <a:solidFill>
                      <a:srgbClr val="000000"/>
                    </a:solidFill>
                    <a:ea typeface="Lucida Sans Unicode" charset="0"/>
                    <a:cs typeface="Lucida Sans Unicode" charset="0"/>
                  </a:rPr>
                  <a:t>Objectif : Observer l’impact de nt</a:t>
                </a:r>
              </a:p>
              <a:p>
                <a:pPr>
                  <a:tabLst>
                    <a:tab pos="34290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</a:pPr>
                <a:endParaRPr lang="fr-FR" sz="2400">
                  <a:solidFill>
                    <a:srgbClr val="000000"/>
                  </a:solidFill>
                  <a:latin typeface="Lucida Sans Unicode" charset="0"/>
                  <a:ea typeface="Cambria Math" panose="02040503050406030204" pitchFamily="18" charset="0"/>
                  <a:cs typeface="Lucida Sans Unicode" charset="0"/>
                </a:endParaRPr>
              </a:p>
              <a:p>
                <a:pPr>
                  <a:tabLst>
                    <a:tab pos="34290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fr-FR" sz="1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fr-FR" sz="18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fr-FR" sz="1800" b="0" i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min</m:t>
                              </m:r>
                            </m:e>
                            <m:lim>
                              <m:d>
                                <m:dPr>
                                  <m:ctrlPr>
                                    <a:rPr lang="fr-FR" sz="18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fr-FR" sz="1800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fr-FR" sz="1800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𝑅</m:t>
                                      </m:r>
                                    </m:e>
                                    <m:sub>
                                      <m:r>
                                        <a:rPr lang="fr-FR" sz="1800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𝑆h</m:t>
                                      </m:r>
                                    </m:sub>
                                  </m:sSub>
                                  <m:r>
                                    <a:rPr lang="fr-FR" sz="18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, </m:t>
                                  </m:r>
                                  <m:sSub>
                                    <m:sSubPr>
                                      <m:ctrlPr>
                                        <a:rPr lang="fr-FR" sz="1800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fr-FR" sz="1800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𝐿</m:t>
                                      </m:r>
                                    </m:e>
                                    <m:sub>
                                      <m:r>
                                        <a:rPr lang="fr-FR" sz="1800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𝑡</m:t>
                                      </m:r>
                                    </m:sub>
                                  </m:sSub>
                                </m:e>
                              </m:d>
                              <m:r>
                                <a:rPr lang="fr-FR" sz="18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∈</m:t>
                              </m:r>
                              <m:r>
                                <a:rPr lang="fr-FR" sz="18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𝐷𝑜𝑚𝑎𝑖𝑛𝑒</m:t>
                              </m:r>
                            </m:lim>
                          </m:limLow>
                        </m:fName>
                        <m:e>
                          <m:sSub>
                            <m:sSubPr>
                              <m:ctrlPr>
                                <a:rPr lang="fr-FR" sz="18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fr-FR" sz="18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fr-FR" sz="18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𝑠h</m:t>
                              </m:r>
                            </m:sub>
                          </m:sSub>
                          <m:func>
                            <m:funcPr>
                              <m:ctrlPr>
                                <a:rPr lang="fr-FR" sz="18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limLow>
                                <m:limLowPr>
                                  <m:ctrlPr>
                                    <a:rPr lang="fr-FR" sz="18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limLowPr>
                                <m:e>
                                  <m:r>
                                    <m:rPr>
                                      <m:sty m:val="p"/>
                                    </m:rPr>
                                    <a:rPr lang="fr-FR" sz="1800" b="0" i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min</m:t>
                                  </m:r>
                                </m:e>
                                <m:lim>
                                  <m:d>
                                    <m:dPr>
                                      <m:ctrlPr>
                                        <a:rPr lang="fr-FR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fr-FR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fr-FR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𝑅</m:t>
                                          </m:r>
                                        </m:e>
                                        <m:sub>
                                          <m:r>
                                            <a:rPr lang="fr-FR" b="0" i="1" smtClean="0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𝑆</m:t>
                                          </m:r>
                                          <m:r>
                                            <a:rPr lang="fr-FR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h</m:t>
                                          </m:r>
                                        </m:sub>
                                      </m:sSub>
                                      <m:r>
                                        <a:rPr lang="fr-FR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,</m:t>
                                      </m:r>
                                      <m:r>
                                        <a:rPr lang="fr-FR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 </m:t>
                                      </m:r>
                                      <m:sSub>
                                        <m:sSubPr>
                                          <m:ctrlPr>
                                            <a:rPr lang="fr-FR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fr-FR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𝐿</m:t>
                                          </m:r>
                                        </m:e>
                                        <m:sub>
                                          <m:r>
                                            <a:rPr lang="fr-FR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𝑡</m:t>
                                          </m:r>
                                        </m:sub>
                                      </m:sSub>
                                      <m:r>
                                        <a:rPr lang="fr-FR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,</m:t>
                                      </m:r>
                                    </m:e>
                                  </m:d>
                                  <m:r>
                                    <a:rPr lang="fr-FR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∈</m:t>
                                  </m:r>
                                  <m:r>
                                    <a:rPr lang="fr-FR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𝐷𝑜𝑚𝑎𝑖𝑛𝑒</m:t>
                                  </m:r>
                                </m:lim>
                              </m:limLow>
                            </m:fName>
                            <m:e>
                              <m:sSub>
                                <m:sSubPr>
                                  <m:ctrlPr>
                                    <a:rPr lang="fr-FR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fr-FR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𝐿</m:t>
                                  </m:r>
                                </m:e>
                                <m:sub>
                                  <m:r>
                                    <a:rPr lang="fr-FR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𝑡</m:t>
                                  </m:r>
                                </m:sub>
                              </m:sSub>
                              <m:r>
                                <a:rPr lang="fr-FR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.</m:t>
                              </m:r>
                              <m:sSub>
                                <m:sSubPr>
                                  <m:ctrlPr>
                                    <a:rPr lang="fr-FR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fr-FR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𝑛</m:t>
                                  </m:r>
                                </m:e>
                                <m:sub>
                                  <m:r>
                                    <a:rPr lang="fr-FR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𝑡</m:t>
                                  </m:r>
                                </m:sub>
                              </m:sSub>
                            </m:e>
                          </m:func>
                        </m:e>
                      </m:func>
                    </m:oMath>
                  </m:oMathPara>
                </a14:m>
                <a:endParaRPr lang="en-US" sz="1800">
                  <a:solidFill>
                    <a:schemeClr val="tx1"/>
                  </a:solidFill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>
                  <a:tabLst>
                    <a:tab pos="34290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</a:pPr>
                <a:endParaRPr lang="en-US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>
                  <a:spcAft>
                    <a:spcPts val="200"/>
                  </a:spcAft>
                  <a:tabLst>
                    <a:tab pos="34290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</a:pPr>
                <a:r>
                  <a:rPr lang="en-US" err="1">
                    <a:latin typeface="Cambria Math" panose="02040503050406030204" pitchFamily="18" charset="0"/>
                    <a:ea typeface="Cambria Math" panose="02040503050406030204" pitchFamily="18" charset="0"/>
                  </a:rPr>
                  <a:t>s.t.</a:t>
                </a:r>
                <a:r>
                  <a:rPr lang="en-US">
                    <a:latin typeface="Cambria Math" panose="02040503050406030204" pitchFamily="18" charset="0"/>
                    <a:ea typeface="Cambria Math" panose="02040503050406030204" pitchFamily="18" charset="0"/>
                  </a:rPr>
                  <a:t>  </a:t>
                </a:r>
                <a14:m>
                  <m:oMath xmlns:m="http://schemas.openxmlformats.org/officeDocument/2006/math">
                    <m:d>
                      <m:dPr>
                        <m:begChr m:val="{"/>
                        <m:endChr m:val=""/>
                        <m:ctrlPr>
                          <a:rPr lang="en-US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eqArr>
                          <m:eqArrPr>
                            <m:ctrlP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eqArrPr>
                          <m:e>
                            <m:r>
                              <a:rPr lang="fr-FR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1.2</m:t>
                            </m:r>
                            <m:sSub>
                              <m:sSubPr>
                                <m:ctrlPr>
                                  <a:rPr lang="fr-FR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fr-FR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𝑃</m:t>
                                </m:r>
                              </m:e>
                              <m:sub>
                                <m:r>
                                  <a:rPr lang="fr-FR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𝑙𝑖𝑚</m:t>
                                </m:r>
                                <m:r>
                                  <a:rPr lang="fr-FR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0</m:t>
                                </m:r>
                              </m:sub>
                            </m:sSub>
                            <m:r>
                              <a:rPr lang="fr-FR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 −</m:t>
                            </m:r>
                            <m:sSub>
                              <m:sSubPr>
                                <m:ctrlPr>
                                  <a:rPr lang="fr-FR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fr-FR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𝑃</m:t>
                                </m:r>
                              </m:e>
                              <m:sub>
                                <m:r>
                                  <a:rPr lang="fr-FR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𝑙𝑖𝑚</m:t>
                                </m:r>
                              </m:sub>
                            </m:sSub>
                            <m:r>
                              <a:rPr lang="fr-FR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&lt;0</m:t>
                            </m:r>
                          </m:e>
                          <m:e>
                            <m:r>
                              <a:rPr lang="fr-FR" b="0" i="1" smtClean="0">
                                <a:latin typeface="Cambria Math" panose="02040503050406030204" pitchFamily="18" charset="0"/>
                              </a:rPr>
                              <m:t>𝑙𝑒</m:t>
                            </m:r>
                            <m:r>
                              <a:rPr lang="fr-FR" b="0" i="1" smtClean="0"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a:rPr lang="fr-FR" b="0" i="1" smtClean="0">
                                <a:latin typeface="Cambria Math" panose="02040503050406030204" pitchFamily="18" charset="0"/>
                              </a:rPr>
                              <m:t>𝑟</m:t>
                            </m:r>
                            <m:r>
                              <a:rPr lang="fr-FR" b="0" i="1" smtClean="0">
                                <a:latin typeface="Cambria Math" panose="02040503050406030204" pitchFamily="18" charset="0"/>
                              </a:rPr>
                              <m:t>é</m:t>
                            </m:r>
                            <m:r>
                              <a:rPr lang="fr-FR" b="0" i="1" smtClean="0">
                                <a:latin typeface="Cambria Math" panose="02040503050406030204" pitchFamily="18" charset="0"/>
                              </a:rPr>
                              <m:t>𝑔𝑖𝑚𝑒</m:t>
                            </m:r>
                            <m:r>
                              <a:rPr lang="fr-FR" b="0" i="1" smtClean="0"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a:rPr lang="fr-FR" b="0" i="1" smtClean="0">
                                <a:latin typeface="Cambria Math" panose="02040503050406030204" pitchFamily="18" charset="0"/>
                              </a:rPr>
                              <m:t>𝑒𝑠𝑡</m:t>
                            </m:r>
                            <m:r>
                              <a:rPr lang="fr-FR" b="0" i="1" smtClean="0"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a:rPr lang="fr-FR" b="0" i="1" smtClean="0">
                                <a:latin typeface="Cambria Math" panose="02040503050406030204" pitchFamily="18" charset="0"/>
                              </a:rPr>
                              <m:t>𝑠𝑡𝑎𝑏𝑙𝑒</m:t>
                            </m:r>
                          </m:e>
                          <m:e>
                            <m:sSub>
                              <m:sSubPr>
                                <m:ctrlPr>
                                  <a:rPr lang="fr-FR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fr-FR" b="0" i="1" smtClean="0">
                                    <a:latin typeface="Cambria Math" panose="02040503050406030204" pitchFamily="18" charset="0"/>
                                  </a:rPr>
                                  <m:t>𝑇</m:t>
                                </m:r>
                              </m:e>
                              <m:sub>
                                <m:r>
                                  <a:rPr lang="fr-FR" b="0" i="1" smtClean="0">
                                    <a:latin typeface="Cambria Math" panose="02040503050406030204" pitchFamily="18" charset="0"/>
                                  </a:rPr>
                                  <m:t>𝑆𝑐</m:t>
                                </m:r>
                              </m:sub>
                            </m:sSub>
                            <m:r>
                              <a:rPr lang="fr-FR" b="0" i="1" smtClean="0">
                                <a:latin typeface="Cambria Math" panose="02040503050406030204" pitchFamily="18" charset="0"/>
                              </a:rPr>
                              <m:t> −</m:t>
                            </m:r>
                            <m:sSub>
                              <m:sSubPr>
                                <m:ctrlPr>
                                  <a:rPr lang="fr-FR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fr-FR" b="0" i="1" smtClean="0">
                                    <a:latin typeface="Cambria Math" panose="02040503050406030204" pitchFamily="18" charset="0"/>
                                  </a:rPr>
                                  <m:t>𝑇</m:t>
                                </m:r>
                              </m:e>
                              <m:sub>
                                <m:r>
                                  <a:rPr lang="fr-FR" b="0" i="1" smtClean="0">
                                    <a:latin typeface="Cambria Math" panose="02040503050406030204" pitchFamily="18" charset="0"/>
                                  </a:rPr>
                                  <m:t>𝑚𝑎𝑥</m:t>
                                </m:r>
                              </m:sub>
                            </m:sSub>
                            <m:r>
                              <a:rPr lang="fr-FR" b="0" i="1" smtClean="0">
                                <a:latin typeface="Cambria Math" panose="02040503050406030204" pitchFamily="18" charset="0"/>
                              </a:rPr>
                              <m:t>&lt;0</m:t>
                            </m:r>
                          </m:e>
                          <m:e>
                            <m:r>
                              <a:rPr lang="fr-FR" b="0" i="1" smtClean="0">
                                <a:latin typeface="Cambria Math" panose="02040503050406030204" pitchFamily="18" charset="0"/>
                              </a:rPr>
                              <m:t>−10 000 −</m:t>
                            </m:r>
                            <m:sSub>
                              <m:sSubPr>
                                <m:ctrlPr>
                                  <a:rPr lang="fr-FR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fr-FR" b="0" i="1" smtClean="0">
                                    <a:latin typeface="Cambria Math" panose="02040503050406030204" pitchFamily="18" charset="0"/>
                                  </a:rPr>
                                  <m:t>𝑉</m:t>
                                </m:r>
                              </m:e>
                              <m:sub>
                                <m:r>
                                  <a:rPr lang="fr-FR" b="0" i="1" smtClean="0">
                                    <a:latin typeface="Cambria Math" panose="02040503050406030204" pitchFamily="18" charset="0"/>
                                  </a:rPr>
                                  <m:t>𝐶𝑃𝐿</m:t>
                                </m:r>
                              </m:sub>
                            </m:sSub>
                            <m:r>
                              <a:rPr lang="fr-FR" b="0" i="1" smtClean="0">
                                <a:latin typeface="Cambria Math" panose="02040503050406030204" pitchFamily="18" charset="0"/>
                              </a:rPr>
                              <m:t>&lt;0</m:t>
                            </m:r>
                          </m:e>
                          <m:e>
                            <m:sSub>
                              <m:sSubPr>
                                <m:ctrlPr>
                                  <a:rPr lang="fr-FR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fr-FR" b="0" i="1" smtClean="0">
                                    <a:latin typeface="Cambria Math" panose="02040503050406030204" pitchFamily="18" charset="0"/>
                                  </a:rPr>
                                  <m:t>𝑉</m:t>
                                </m:r>
                              </m:e>
                              <m:sub>
                                <m:r>
                                  <a:rPr lang="fr-FR" b="0" i="1" smtClean="0">
                                    <a:latin typeface="Cambria Math" panose="02040503050406030204" pitchFamily="18" charset="0"/>
                                  </a:rPr>
                                  <m:t>𝐶𝑃𝐿</m:t>
                                </m:r>
                              </m:sub>
                            </m:sSub>
                            <m:r>
                              <a:rPr lang="fr-FR" b="0" i="1" smtClean="0">
                                <a:latin typeface="Cambria Math" panose="02040503050406030204" pitchFamily="18" charset="0"/>
                              </a:rPr>
                              <m:t>−20</m:t>
                            </m:r>
                            <m:sSub>
                              <m:sSubPr>
                                <m:ctrlPr>
                                  <a:rPr lang="fr-FR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fr-FR" b="0" i="1" smtClean="0">
                                    <a:latin typeface="Cambria Math" panose="02040503050406030204" pitchFamily="18" charset="0"/>
                                  </a:rPr>
                                  <m:t>𝑉</m:t>
                                </m:r>
                              </m:e>
                              <m:sub>
                                <m:r>
                                  <a:rPr lang="fr-FR" b="0" i="1" smtClean="0">
                                    <a:latin typeface="Cambria Math" panose="02040503050406030204" pitchFamily="18" charset="0"/>
                                  </a:rPr>
                                  <m:t>𝑒</m:t>
                                </m:r>
                              </m:sub>
                            </m:sSub>
                            <m:r>
                              <a:rPr lang="fr-FR" b="0" i="1" smtClean="0">
                                <a:latin typeface="Cambria Math" panose="02040503050406030204" pitchFamily="18" charset="0"/>
                              </a:rPr>
                              <m:t>&lt;0</m:t>
                            </m:r>
                          </m:e>
                          <m:e>
                            <m:sSub>
                              <m:sSubPr>
                                <m:ctrlPr>
                                  <a:rPr lang="fr-FR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fr-FR" b="0" i="1" smtClean="0">
                                    <a:latin typeface="Cambria Math" panose="02040503050406030204" pitchFamily="18" charset="0"/>
                                  </a:rPr>
                                  <m:t>𝐼</m:t>
                                </m:r>
                              </m:e>
                              <m:sub>
                                <m:r>
                                  <a:rPr lang="fr-FR" b="0" i="1" smtClean="0">
                                    <a:latin typeface="Cambria Math" panose="02040503050406030204" pitchFamily="18" charset="0"/>
                                  </a:rPr>
                                  <m:t>𝐶𝑃𝐿</m:t>
                                </m:r>
                              </m:sub>
                            </m:sSub>
                            <m:r>
                              <a:rPr lang="fr-FR" b="0" i="1" smtClean="0">
                                <a:latin typeface="Cambria Math" panose="02040503050406030204" pitchFamily="18" charset="0"/>
                              </a:rPr>
                              <m:t>−10 000&lt;0</m:t>
                            </m:r>
                          </m:e>
                        </m:eqArr>
                      </m:e>
                    </m:d>
                  </m:oMath>
                </a14:m>
                <a:endParaRPr lang="en-US" sz="1800">
                  <a:solidFill>
                    <a:schemeClr val="tx1"/>
                  </a:solidFill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>
                  <a:tabLst>
                    <a:tab pos="34290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</a:pPr>
                <a:endParaRPr lang="fr-FR" altLang="ja-JP">
                  <a:solidFill>
                    <a:srgbClr val="000000"/>
                  </a:solidFill>
                  <a:ea typeface="Lucida Sans Unicode" charset="0"/>
                  <a:cs typeface="Lucida Sans Unicode" charset="0"/>
                </a:endParaRPr>
              </a:p>
              <a:p>
                <a:pPr>
                  <a:tabLst>
                    <a:tab pos="34290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</a:pPr>
                <a:r>
                  <a:rPr lang="fr-FR" altLang="ja-JP">
                    <a:solidFill>
                      <a:srgbClr val="000000"/>
                    </a:solidFill>
                    <a:ea typeface="Lucida Sans Unicode" charset="0"/>
                    <a:cs typeface="Lucida Sans Unicode" charset="0"/>
                  </a:rPr>
                  <a:t>	Domaine :</a:t>
                </a:r>
              </a:p>
              <a:p>
                <a:pPr>
                  <a:tabLst>
                    <a:tab pos="34290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fr-FR" altLang="ja-JP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Lucida Sans Unicode" charset="0"/>
                              <a:cs typeface="Lucida Sans Unicode" charset="0"/>
                            </a:rPr>
                          </m:ctrlPr>
                        </m:sSubPr>
                        <m:e>
                          <m:r>
                            <a:rPr lang="fr-FR" altLang="ja-JP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Lucida Sans Unicode" charset="0"/>
                              <a:cs typeface="Lucida Sans Unicode" charset="0"/>
                            </a:rPr>
                            <m:t>(</m:t>
                          </m:r>
                          <m:r>
                            <a:rPr lang="fr-FR" altLang="ja-JP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Lucida Sans Unicode" charset="0"/>
                              <a:cs typeface="Lucida Sans Unicode" charset="0"/>
                            </a:rPr>
                            <m:t>𝑅</m:t>
                          </m:r>
                        </m:e>
                        <m:sub>
                          <m:r>
                            <a:rPr lang="fr-FR" altLang="ja-JP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Lucida Sans Unicode" charset="0"/>
                              <a:cs typeface="Lucida Sans Unicode" charset="0"/>
                            </a:rPr>
                            <m:t>𝑆h</m:t>
                          </m:r>
                        </m:sub>
                      </m:sSub>
                      <m:r>
                        <a:rPr lang="fr-FR" altLang="ja-JP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Lucida Sans Unicode" charset="0"/>
                          <a:cs typeface="Lucida Sans Unicode" charset="0"/>
                        </a:rPr>
                        <m:t>, </m:t>
                      </m:r>
                      <m:sSub>
                        <m:sSubPr>
                          <m:ctrlPr>
                            <a:rPr lang="fr-FR" altLang="ja-JP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Lucida Sans Unicode" charset="0"/>
                              <a:cs typeface="Lucida Sans Unicode" charset="0"/>
                            </a:rPr>
                          </m:ctrlPr>
                        </m:sSubPr>
                        <m:e>
                          <m:r>
                            <a:rPr lang="fr-FR" altLang="ja-JP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Lucida Sans Unicode" charset="0"/>
                              <a:cs typeface="Lucida Sans Unicode" charset="0"/>
                            </a:rPr>
                            <m:t>𝐿</m:t>
                          </m:r>
                        </m:e>
                        <m:sub>
                          <m:r>
                            <a:rPr lang="fr-FR" altLang="ja-JP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Lucida Sans Unicode" charset="0"/>
                              <a:cs typeface="Lucida Sans Unicode" charset="0"/>
                            </a:rPr>
                            <m:t>𝑡</m:t>
                          </m:r>
                        </m:sub>
                      </m:sSub>
                      <m:r>
                        <a:rPr lang="fr-FR" altLang="ja-JP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Lucida Sans Unicode" charset="0"/>
                          <a:cs typeface="Lucida Sans Unicode" charset="0"/>
                        </a:rPr>
                        <m:t>)∈</m:t>
                      </m:r>
                      <m:d>
                        <m:dPr>
                          <m:begChr m:val="["/>
                          <m:endChr m:val="]"/>
                          <m:ctrlPr>
                            <a:rPr lang="fr-FR" altLang="ja-JP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Lucida Sans Unicode" charset="0"/>
                              <a:cs typeface="Lucida Sans Unicode" charset="0"/>
                            </a:rPr>
                          </m:ctrlPr>
                        </m:dPr>
                        <m:e>
                          <m:r>
                            <a:rPr lang="fr-FR" altLang="ja-JP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Lucida Sans Unicode" charset="0"/>
                              <a:cs typeface="Lucida Sans Unicode" charset="0"/>
                            </a:rPr>
                            <m:t>0.01</m:t>
                          </m:r>
                          <m:r>
                            <m:rPr>
                              <m:sty m:val="p"/>
                            </m:rPr>
                            <a:rPr lang="fr-FR" altLang="ja-JP" b="0" i="0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Lucida Sans Unicode" charset="0"/>
                              <a:cs typeface="Lucida Sans Unicode" charset="0"/>
                            </a:rPr>
                            <m:t>Ω</m:t>
                          </m:r>
                          <m:r>
                            <a:rPr lang="fr-FR" altLang="ja-JP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Lucida Sans Unicode" charset="0"/>
                              <a:cs typeface="Lucida Sans Unicode" charset="0"/>
                            </a:rPr>
                            <m:t>, 1</m:t>
                          </m:r>
                          <m:r>
                            <m:rPr>
                              <m:sty m:val="p"/>
                            </m:rPr>
                            <a:rPr lang="fr-FR" altLang="ja-JP" b="0" i="0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Lucida Sans Unicode" charset="0"/>
                              <a:cs typeface="Lucida Sans Unicode" charset="0"/>
                            </a:rPr>
                            <m:t>Ω</m:t>
                          </m:r>
                        </m:e>
                      </m:d>
                      <m:r>
                        <a:rPr lang="fr-FR" altLang="ja-JP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Lucida Sans Unicode" charset="0"/>
                          <a:cs typeface="Lucida Sans Unicode" charset="0"/>
                        </a:rPr>
                        <m:t>×</m:t>
                      </m:r>
                      <m:d>
                        <m:dPr>
                          <m:begChr m:val="["/>
                          <m:endChr m:val="]"/>
                          <m:ctrlPr>
                            <a:rPr lang="fr-FR" altLang="ja-JP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Lucida Sans Unicode" charset="0"/>
                              <a:cs typeface="Lucida Sans Unicode" charset="0"/>
                            </a:rPr>
                          </m:ctrlPr>
                        </m:dPr>
                        <m:e>
                          <m:r>
                            <a:rPr lang="fr-FR" altLang="ja-JP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Lucida Sans Unicode" charset="0"/>
                              <a:cs typeface="Lucida Sans Unicode" charset="0"/>
                            </a:rPr>
                            <m:t>1</m:t>
                          </m:r>
                          <m:r>
                            <m:rPr>
                              <m:sty m:val="p"/>
                            </m:rPr>
                            <a:rPr lang="fr-FR" altLang="ja-JP" b="0" i="0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Lucida Sans Unicode" charset="0"/>
                              <a:cs typeface="Lucida Sans Unicode" charset="0"/>
                            </a:rPr>
                            <m:t>m</m:t>
                          </m:r>
                          <m:r>
                            <a:rPr lang="fr-FR" altLang="ja-JP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Lucida Sans Unicode" charset="0"/>
                              <a:cs typeface="Lucida Sans Unicode" charset="0"/>
                            </a:rPr>
                            <m:t>, 600</m:t>
                          </m:r>
                          <m:r>
                            <m:rPr>
                              <m:sty m:val="p"/>
                            </m:rPr>
                            <a:rPr lang="fr-FR" altLang="ja-JP" b="0" i="0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Lucida Sans Unicode" charset="0"/>
                              <a:cs typeface="Lucida Sans Unicode" charset="0"/>
                            </a:rPr>
                            <m:t>m</m:t>
                          </m:r>
                        </m:e>
                      </m:d>
                    </m:oMath>
                  </m:oMathPara>
                </a14:m>
                <a:endParaRPr lang="fr-FR" altLang="ja-JP">
                  <a:solidFill>
                    <a:srgbClr val="000000"/>
                  </a:solidFill>
                  <a:ea typeface="Lucida Sans Unicode" charset="0"/>
                  <a:cs typeface="Lucida Sans Unicode" charset="0"/>
                </a:endParaRPr>
              </a:p>
            </p:txBody>
          </p:sp>
        </mc:Choice>
        <mc:Fallback>
          <p:sp>
            <p:nvSpPr>
              <p:cNvPr id="101" name="Text Box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031349" y="874615"/>
                <a:ext cx="9369648" cy="5677385"/>
              </a:xfrm>
              <a:prstGeom prst="rect">
                <a:avLst/>
              </a:prstGeom>
              <a:blipFill>
                <a:blip r:embed="rId3"/>
                <a:stretch>
                  <a:fillRect l="-2602" t="-2146"/>
                </a:stretch>
              </a:blipFill>
              <a:ln w="9525">
                <a:noFill/>
                <a:round/>
                <a:headEnd/>
                <a:tailEnd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Propulsion navale </a:t>
            </a:r>
            <a:r>
              <a:rPr lang="fr-FR" err="1"/>
              <a:t>ScPF</a:t>
            </a:r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4294967295"/>
          </p:nvPr>
        </p:nvSpPr>
        <p:spPr>
          <a:xfrm>
            <a:off x="9598856" y="6552228"/>
            <a:ext cx="1069145" cy="305772"/>
          </a:xfrm>
        </p:spPr>
        <p:txBody>
          <a:bodyPr/>
          <a:lstStyle/>
          <a:p>
            <a:fld id="{AD1E3A3D-12A0-A14A-AD9F-0CE6AFFEFF3B}" type="slidenum">
              <a:rPr lang="fr-FR" smtClean="0"/>
              <a:pPr/>
              <a:t>20</a:t>
            </a:fld>
            <a:endParaRPr lang="fr-FR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>
          <a:xfrm>
            <a:off x="8534400" y="6552000"/>
            <a:ext cx="2133600" cy="306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01-04-2022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042540839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Text Box 6"/>
          <p:cNvSpPr txBox="1">
            <a:spLocks noChangeArrowheads="1"/>
          </p:cNvSpPr>
          <p:nvPr/>
        </p:nvSpPr>
        <p:spPr bwMode="auto">
          <a:xfrm>
            <a:off x="1223060" y="794283"/>
            <a:ext cx="9369648" cy="618305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lIns="0" tIns="0" rIns="0" bIns="0"/>
          <a:lstStyle/>
          <a:p>
            <a:pPr algn="ctr">
              <a:tabLst>
                <a:tab pos="34290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r>
              <a:rPr lang="fr-FR" sz="3200">
                <a:solidFill>
                  <a:srgbClr val="0070C0"/>
                </a:solidFill>
                <a:cs typeface="Lucida Sans Unicode" charset="0"/>
              </a:rPr>
              <a:t>Fronts de Pareto</a:t>
            </a:r>
          </a:p>
        </p:txBody>
      </p:sp>
      <p:sp>
        <p:nvSpPr>
          <p:cNvPr id="14" name="Espace réservé du pied de page 5">
            <a:extLst>
              <a:ext uri="{FF2B5EF4-FFF2-40B4-BE49-F238E27FC236}">
                <a16:creationId xmlns:a16="http://schemas.microsoft.com/office/drawing/2014/main" id="{88E91374-395C-41F3-B490-889E4A007E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897946" y="6552000"/>
            <a:ext cx="6396111" cy="306000"/>
          </a:xfrm>
        </p:spPr>
        <p:txBody>
          <a:bodyPr/>
          <a:lstStyle/>
          <a:p>
            <a:r>
              <a:rPr lang="fr-FR"/>
              <a:t>Propulsion navale </a:t>
            </a:r>
            <a:r>
              <a:rPr lang="fr-FR" err="1"/>
              <a:t>ScPF</a:t>
            </a:r>
            <a:endParaRPr lang="fr-FR"/>
          </a:p>
        </p:txBody>
      </p:sp>
      <p:sp>
        <p:nvSpPr>
          <p:cNvPr id="15" name="Espace réservé du numéro de diapositive 6">
            <a:extLst>
              <a:ext uri="{FF2B5EF4-FFF2-40B4-BE49-F238E27FC236}">
                <a16:creationId xmlns:a16="http://schemas.microsoft.com/office/drawing/2014/main" id="{422D6126-B397-463E-9CFA-749C1917AD84}"/>
              </a:ext>
            </a:extLst>
          </p:cNvPr>
          <p:cNvSpPr txBox="1">
            <a:spLocks/>
          </p:cNvSpPr>
          <p:nvPr/>
        </p:nvSpPr>
        <p:spPr>
          <a:xfrm>
            <a:off x="9598856" y="6552228"/>
            <a:ext cx="1069145" cy="30577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fr-FR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D1E3A3D-12A0-A14A-AD9F-0CE6AFFEFF3B}" type="slidenum">
              <a:rPr lang="fr-FR" smtClean="0"/>
              <a:pPr/>
              <a:t>21</a:t>
            </a:fld>
            <a:endParaRPr lang="fr-FR"/>
          </a:p>
        </p:txBody>
      </p:sp>
      <p:sp>
        <p:nvSpPr>
          <p:cNvPr id="16" name="Espace réservé de la date 4">
            <a:extLst>
              <a:ext uri="{FF2B5EF4-FFF2-40B4-BE49-F238E27FC236}">
                <a16:creationId xmlns:a16="http://schemas.microsoft.com/office/drawing/2014/main" id="{58B91D2B-6059-419E-9D6E-E0564A0B5B8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534400" y="6552000"/>
            <a:ext cx="2133600" cy="306000"/>
          </a:xfrm>
          <a:prstGeom prst="rect">
            <a:avLst/>
          </a:prstGeom>
        </p:spPr>
        <p:txBody>
          <a:bodyPr/>
          <a:lstStyle/>
          <a:p>
            <a:r>
              <a:rPr lang="fr-FR"/>
              <a:t>01-04-2022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428B18C-FC74-481F-ACDA-8D23AD63329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77260" y="1415517"/>
            <a:ext cx="8667750" cy="4648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53286380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3" name="Text Box 1"/>
          <p:cNvSpPr txBox="1">
            <a:spLocks noChangeArrowheads="1"/>
          </p:cNvSpPr>
          <p:nvPr/>
        </p:nvSpPr>
        <p:spPr bwMode="auto">
          <a:xfrm>
            <a:off x="1776000" y="1892970"/>
            <a:ext cx="8640000" cy="3624262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lIns="90000" tIns="46800" rIns="90000" bIns="46800" anchor="ctr"/>
          <a:lstStyle/>
          <a:p>
            <a:pPr algn="ctr"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r>
              <a:rPr lang="en-US" sz="2800" b="1">
                <a:solidFill>
                  <a:srgbClr val="000000"/>
                </a:solidFill>
                <a:ea typeface="ＭＳ Ｐゴシック"/>
              </a:rPr>
              <a:t>IV.3 </a:t>
            </a:r>
            <a:r>
              <a:rPr lang="en-US" sz="2800" b="1" err="1">
                <a:solidFill>
                  <a:srgbClr val="000000"/>
                </a:solidFill>
                <a:ea typeface="ＭＳ Ｐゴシック"/>
              </a:rPr>
              <a:t>Problème</a:t>
            </a:r>
            <a:r>
              <a:rPr lang="en-US" sz="2800" b="1">
                <a:solidFill>
                  <a:srgbClr val="000000"/>
                </a:solidFill>
                <a:ea typeface="ＭＳ Ｐゴシック"/>
              </a:rPr>
              <a:t> 3</a:t>
            </a:r>
            <a:endParaRPr lang="en-US" sz="2800" b="1">
              <a:solidFill>
                <a:srgbClr val="000000"/>
              </a:solidFill>
              <a:ea typeface="ＭＳ Ｐゴシック"/>
              <a:cs typeface="Calibri"/>
            </a:endParaRP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Propulsion navale </a:t>
            </a:r>
            <a:r>
              <a:rPr lang="fr-FR" err="1"/>
              <a:t>ScPF</a:t>
            </a:r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4294967295"/>
          </p:nvPr>
        </p:nvSpPr>
        <p:spPr>
          <a:xfrm>
            <a:off x="9598856" y="6552228"/>
            <a:ext cx="1069145" cy="305772"/>
          </a:xfrm>
        </p:spPr>
        <p:txBody>
          <a:bodyPr/>
          <a:lstStyle/>
          <a:p>
            <a:fld id="{AD1E3A3D-12A0-A14A-AD9F-0CE6AFFEFF3B}" type="slidenum">
              <a:rPr lang="fr-FR" smtClean="0"/>
              <a:pPr/>
              <a:t>22</a:t>
            </a:fld>
            <a:endParaRPr lang="fr-FR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>
          <a:xfrm>
            <a:off x="8534400" y="6552000"/>
            <a:ext cx="2133600" cy="306000"/>
          </a:xfrm>
          <a:prstGeom prst="rect">
            <a:avLst/>
          </a:prstGeom>
        </p:spPr>
        <p:txBody>
          <a:bodyPr/>
          <a:lstStyle/>
          <a:p>
            <a:r>
              <a:rPr lang="fr-FR"/>
              <a:t>01-04-2022</a:t>
            </a:r>
          </a:p>
        </p:txBody>
      </p:sp>
    </p:spTree>
    <p:extLst>
      <p:ext uri="{BB962C8B-B14F-4D97-AF65-F5344CB8AC3E}">
        <p14:creationId xmlns:p14="http://schemas.microsoft.com/office/powerpoint/2010/main" val="1223121769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101" name="Text Box 6"/>
              <p:cNvSpPr txBox="1">
                <a:spLocks noChangeArrowheads="1"/>
              </p:cNvSpPr>
              <p:nvPr/>
            </p:nvSpPr>
            <p:spPr bwMode="auto">
              <a:xfrm>
                <a:off x="1129327" y="1027615"/>
                <a:ext cx="9369648" cy="5677385"/>
              </a:xfrm>
              <a:prstGeom prst="rect">
                <a:avLst/>
              </a:prstGeom>
              <a:noFill/>
              <a:ln w="9525">
                <a:noFill/>
                <a:round/>
                <a:headEnd/>
                <a:tailEnd/>
              </a:ln>
              <a:effectLst/>
            </p:spPr>
            <p:txBody>
              <a:bodyPr lIns="0" tIns="0" rIns="0" bIns="0"/>
              <a:lstStyle/>
              <a:p>
                <a:pPr>
                  <a:tabLst>
                    <a:tab pos="34290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</a:pPr>
                <a:r>
                  <a:rPr lang="fr-FR" sz="3200">
                    <a:solidFill>
                      <a:srgbClr val="0070C0"/>
                    </a:solidFill>
                    <a:cs typeface="Lucida Sans Unicode" charset="0"/>
                  </a:rPr>
                  <a:t>Problème plus pertinent – Ajout du supraconducteur</a:t>
                </a:r>
              </a:p>
              <a:p>
                <a:pPr>
                  <a:tabLst>
                    <a:tab pos="34290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</a:pPr>
                <a:endParaRPr lang="fr-FR" altLang="ja-JP">
                  <a:solidFill>
                    <a:srgbClr val="000000"/>
                  </a:solidFill>
                  <a:ea typeface="Lucida Sans Unicode" charset="0"/>
                  <a:cs typeface="Lucida Sans Unicode" charset="0"/>
                </a:endParaRPr>
              </a:p>
              <a:p>
                <a:pPr indent="0" algn="ctr">
                  <a:buNone/>
                  <a:tabLst>
                    <a:tab pos="34290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</a:pPr>
                <a:endParaRPr lang="fr-FR" sz="2400">
                  <a:solidFill>
                    <a:srgbClr val="000000"/>
                  </a:solidFill>
                  <a:ea typeface="Lucida Sans Unicode" charset="0"/>
                  <a:cs typeface="Lucida Sans Unicode" charset="0"/>
                </a:endParaRPr>
              </a:p>
              <a:p>
                <a:pPr>
                  <a:tabLst>
                    <a:tab pos="34290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</a:pPr>
                <a:r>
                  <a:rPr lang="fr-FR" altLang="ja-JP" sz="2400">
                    <a:solidFill>
                      <a:srgbClr val="000000"/>
                    </a:solidFill>
                    <a:ea typeface="Lucida Sans Unicode" charset="0"/>
                    <a:cs typeface="Lucida Sans Unicode" charset="0"/>
                  </a:rPr>
                  <a:t>Objectif : minimiser les coûts et les pertes thermiques </a:t>
                </a:r>
              </a:p>
              <a:p>
                <a:pPr>
                  <a:tabLst>
                    <a:tab pos="34290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</a:pPr>
                <a:endParaRPr lang="fr-FR" sz="2400">
                  <a:solidFill>
                    <a:srgbClr val="000000"/>
                  </a:solidFill>
                  <a:latin typeface="Lucida Sans Unicode" charset="0"/>
                  <a:ea typeface="Cambria Math" panose="02040503050406030204" pitchFamily="18" charset="0"/>
                  <a:cs typeface="Lucida Sans Unicode" charset="0"/>
                </a:endParaRPr>
              </a:p>
              <a:p>
                <a:pPr>
                  <a:tabLst>
                    <a:tab pos="34290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fr-FR" sz="1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fr-FR" sz="18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fr-FR" sz="1800" b="0" i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min</m:t>
                              </m:r>
                            </m:e>
                            <m:lim>
                              <m:d>
                                <m:dPr>
                                  <m:ctrlPr>
                                    <a:rPr lang="fr-FR" sz="18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fr-FR" sz="1800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fr-FR" sz="1800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𝑅</m:t>
                                      </m:r>
                                    </m:e>
                                    <m:sub>
                                      <m:r>
                                        <a:rPr lang="fr-FR" sz="1800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𝑆h</m:t>
                                      </m:r>
                                    </m:sub>
                                  </m:sSub>
                                  <m:r>
                                    <a:rPr lang="fr-FR" sz="18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, </m:t>
                                  </m:r>
                                  <m:sSub>
                                    <m:sSubPr>
                                      <m:ctrlPr>
                                        <a:rPr lang="fr-FR" sz="1800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fr-FR" sz="1800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𝐿</m:t>
                                      </m:r>
                                    </m:e>
                                    <m:sub>
                                      <m:r>
                                        <a:rPr lang="fr-FR" sz="1800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𝑡</m:t>
                                      </m:r>
                                    </m:sub>
                                  </m:sSub>
                                  <m:r>
                                    <a:rPr lang="fr-FR" sz="18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, </m:t>
                                  </m:r>
                                  <m:sSub>
                                    <m:sSubPr>
                                      <m:ctrlPr>
                                        <a:rPr lang="fr-FR" sz="1800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fr-FR" sz="1800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𝑛</m:t>
                                      </m:r>
                                    </m:e>
                                    <m:sub>
                                      <m:r>
                                        <a:rPr lang="fr-FR" sz="1800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𝑡</m:t>
                                      </m:r>
                                    </m:sub>
                                  </m:sSub>
                                </m:e>
                              </m:d>
                              <m:r>
                                <a:rPr lang="fr-FR" sz="18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∈</m:t>
                              </m:r>
                              <m:r>
                                <a:rPr lang="fr-FR" sz="18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𝐷𝑜𝑚𝑎𝑖𝑛𝑒</m:t>
                              </m:r>
                            </m:lim>
                          </m:limLow>
                        </m:fName>
                        <m:e>
                          <m:sSub>
                            <m:sSubPr>
                              <m:ctrlPr>
                                <a:rPr lang="fr-FR" sz="18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fr-FR" sz="18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1.</m:t>
                              </m:r>
                              <m:r>
                                <a:rPr lang="fr-FR" sz="18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fr-FR" sz="18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𝑠h</m:t>
                              </m:r>
                            </m:sub>
                          </m:sSub>
                          <m:r>
                            <a:rPr lang="fr-FR" sz="1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+100</m:t>
                          </m:r>
                          <m:sSub>
                            <m:sSubPr>
                              <m:ctrlPr>
                                <a:rPr lang="fr-FR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fr-FR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.</m:t>
                              </m:r>
                              <m:r>
                                <a:rPr lang="fr-FR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𝐿</m:t>
                              </m:r>
                            </m:e>
                            <m:sub>
                              <m:r>
                                <a:rPr lang="fr-FR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  <m:r>
                            <a:rPr lang="fr-FR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.</m:t>
                          </m:r>
                          <m:sSub>
                            <m:sSubPr>
                              <m:ctrlPr>
                                <a:rPr lang="fr-FR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fr-FR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𝑛</m:t>
                              </m:r>
                            </m:e>
                            <m:sub>
                              <m:r>
                                <a:rPr lang="fr-FR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  <m:func>
                            <m:funcPr>
                              <m:ctrlPr>
                                <a:rPr lang="fr-FR" sz="18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limLow>
                                <m:limLowPr>
                                  <m:ctrlPr>
                                    <a:rPr lang="fr-FR" sz="18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limLowPr>
                                <m:e>
                                  <m:r>
                                    <m:rPr>
                                      <m:sty m:val="p"/>
                                    </m:rPr>
                                    <a:rPr lang="fr-FR" sz="1800" b="0" i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min</m:t>
                                  </m:r>
                                </m:e>
                                <m:lim>
                                  <m:d>
                                    <m:dPr>
                                      <m:ctrlPr>
                                        <a:rPr lang="fr-FR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fr-FR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fr-FR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𝑅</m:t>
                                          </m:r>
                                        </m:e>
                                        <m:sub>
                                          <m:r>
                                            <a:rPr lang="fr-FR" b="0" i="1" smtClean="0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𝑆</m:t>
                                          </m:r>
                                          <m:r>
                                            <a:rPr lang="fr-FR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h</m:t>
                                          </m:r>
                                        </m:sub>
                                      </m:sSub>
                                      <m:r>
                                        <a:rPr lang="fr-FR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, </m:t>
                                      </m:r>
                                      <m:sSub>
                                        <m:sSubPr>
                                          <m:ctrlPr>
                                            <a:rPr lang="fr-FR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fr-FR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𝐿</m:t>
                                          </m:r>
                                        </m:e>
                                        <m:sub>
                                          <m:r>
                                            <a:rPr lang="fr-FR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𝑡</m:t>
                                          </m:r>
                                        </m:sub>
                                      </m:sSub>
                                      <m:r>
                                        <a:rPr lang="fr-FR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, </m:t>
                                      </m:r>
                                      <m:sSub>
                                        <m:sSubPr>
                                          <m:ctrlPr>
                                            <a:rPr lang="fr-FR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fr-FR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𝑛</m:t>
                                          </m:r>
                                        </m:e>
                                        <m:sub>
                                          <m:r>
                                            <a:rPr lang="fr-FR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𝑡</m:t>
                                          </m:r>
                                        </m:sub>
                                      </m:sSub>
                                    </m:e>
                                  </m:d>
                                  <m:r>
                                    <a:rPr lang="fr-FR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∈</m:t>
                                  </m:r>
                                  <m:r>
                                    <a:rPr lang="fr-FR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𝐷𝑜𝑚𝑎𝑖𝑛𝑒</m:t>
                                  </m:r>
                                </m:lim>
                              </m:limLow>
                            </m:fName>
                            <m:e>
                              <m:sSub>
                                <m:sSubPr>
                                  <m:ctrlPr>
                                    <a:rPr lang="fr-FR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fr-FR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𝑃</m:t>
                                  </m:r>
                                </m:e>
                                <m:sub>
                                  <m:r>
                                    <a:rPr lang="fr-FR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𝐶</m:t>
                                  </m:r>
                                </m:sub>
                              </m:sSub>
                            </m:e>
                          </m:func>
                        </m:e>
                      </m:func>
                    </m:oMath>
                  </m:oMathPara>
                </a14:m>
                <a:endParaRPr lang="en-US" sz="1800">
                  <a:solidFill>
                    <a:schemeClr val="tx1"/>
                  </a:solidFill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>
                  <a:tabLst>
                    <a:tab pos="34290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</a:pPr>
                <a:endParaRPr lang="en-US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>
                  <a:spcAft>
                    <a:spcPts val="200"/>
                  </a:spcAft>
                  <a:tabLst>
                    <a:tab pos="34290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</a:pPr>
                <a:r>
                  <a:rPr lang="en-US" err="1">
                    <a:latin typeface="Cambria Math" panose="02040503050406030204" pitchFamily="18" charset="0"/>
                    <a:ea typeface="Cambria Math" panose="02040503050406030204" pitchFamily="18" charset="0"/>
                  </a:rPr>
                  <a:t>s.t.</a:t>
                </a:r>
                <a:r>
                  <a:rPr lang="en-US">
                    <a:latin typeface="Cambria Math" panose="02040503050406030204" pitchFamily="18" charset="0"/>
                    <a:ea typeface="Cambria Math" panose="02040503050406030204" pitchFamily="18" charset="0"/>
                  </a:rPr>
                  <a:t>  </a:t>
                </a:r>
                <a14:m>
                  <m:oMath xmlns:m="http://schemas.openxmlformats.org/officeDocument/2006/math">
                    <m:d>
                      <m:dPr>
                        <m:begChr m:val="{"/>
                        <m:endChr m:val=""/>
                        <m:ctrlPr>
                          <a:rPr lang="en-US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eqArr>
                          <m:eqArrPr>
                            <m:ctrlP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eqArrPr>
                          <m:e>
                            <m:r>
                              <a:rPr lang="fr-FR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1.2</m:t>
                            </m:r>
                            <m:sSub>
                              <m:sSubPr>
                                <m:ctrlPr>
                                  <a:rPr lang="fr-FR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fr-FR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𝑃</m:t>
                                </m:r>
                              </m:e>
                              <m:sub>
                                <m:r>
                                  <a:rPr lang="fr-FR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𝑙𝑖𝑚</m:t>
                                </m:r>
                                <m:r>
                                  <a:rPr lang="fr-FR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0</m:t>
                                </m:r>
                              </m:sub>
                            </m:sSub>
                            <m:r>
                              <a:rPr lang="fr-FR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 −</m:t>
                            </m:r>
                            <m:sSub>
                              <m:sSubPr>
                                <m:ctrlPr>
                                  <a:rPr lang="fr-FR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fr-FR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𝑃</m:t>
                                </m:r>
                              </m:e>
                              <m:sub>
                                <m:r>
                                  <a:rPr lang="fr-FR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𝑙𝑖𝑚</m:t>
                                </m:r>
                              </m:sub>
                            </m:sSub>
                            <m:r>
                              <a:rPr lang="fr-FR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&lt;0</m:t>
                            </m:r>
                          </m:e>
                          <m:e>
                            <m:r>
                              <a:rPr lang="fr-FR" b="0" i="1" smtClean="0">
                                <a:latin typeface="Cambria Math" panose="02040503050406030204" pitchFamily="18" charset="0"/>
                              </a:rPr>
                              <m:t>𝑙𝑒</m:t>
                            </m:r>
                            <m:r>
                              <a:rPr lang="fr-FR" b="0" i="1" smtClean="0"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a:rPr lang="fr-FR" b="0" i="1" smtClean="0">
                                <a:latin typeface="Cambria Math" panose="02040503050406030204" pitchFamily="18" charset="0"/>
                              </a:rPr>
                              <m:t>𝑟</m:t>
                            </m:r>
                            <m:r>
                              <a:rPr lang="fr-FR" b="0" i="1" smtClean="0">
                                <a:latin typeface="Cambria Math" panose="02040503050406030204" pitchFamily="18" charset="0"/>
                              </a:rPr>
                              <m:t>é</m:t>
                            </m:r>
                            <m:r>
                              <a:rPr lang="fr-FR" b="0" i="1" smtClean="0">
                                <a:latin typeface="Cambria Math" panose="02040503050406030204" pitchFamily="18" charset="0"/>
                              </a:rPr>
                              <m:t>𝑔𝑖𝑚𝑒</m:t>
                            </m:r>
                            <m:r>
                              <a:rPr lang="fr-FR" b="0" i="1" smtClean="0"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a:rPr lang="fr-FR" b="0" i="1" smtClean="0">
                                <a:latin typeface="Cambria Math" panose="02040503050406030204" pitchFamily="18" charset="0"/>
                              </a:rPr>
                              <m:t>𝑒𝑠𝑡</m:t>
                            </m:r>
                            <m:r>
                              <a:rPr lang="fr-FR" b="0" i="1" smtClean="0"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a:rPr lang="fr-FR" b="0" i="1" smtClean="0">
                                <a:latin typeface="Cambria Math" panose="02040503050406030204" pitchFamily="18" charset="0"/>
                              </a:rPr>
                              <m:t>𝑠𝑡𝑎𝑏𝑙𝑒</m:t>
                            </m:r>
                          </m:e>
                          <m:e>
                            <m:sSub>
                              <m:sSubPr>
                                <m:ctrlPr>
                                  <a:rPr lang="fr-FR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fr-FR" b="0" i="1" smtClean="0">
                                    <a:latin typeface="Cambria Math" panose="02040503050406030204" pitchFamily="18" charset="0"/>
                                  </a:rPr>
                                  <m:t>𝑇</m:t>
                                </m:r>
                              </m:e>
                              <m:sub>
                                <m:r>
                                  <a:rPr lang="fr-FR" b="0" i="1" smtClean="0">
                                    <a:latin typeface="Cambria Math" panose="02040503050406030204" pitchFamily="18" charset="0"/>
                                  </a:rPr>
                                  <m:t>𝑆𝑐</m:t>
                                </m:r>
                              </m:sub>
                            </m:sSub>
                            <m:r>
                              <a:rPr lang="fr-FR" b="0" i="1" smtClean="0">
                                <a:latin typeface="Cambria Math" panose="02040503050406030204" pitchFamily="18" charset="0"/>
                              </a:rPr>
                              <m:t> −</m:t>
                            </m:r>
                            <m:sSub>
                              <m:sSubPr>
                                <m:ctrlPr>
                                  <a:rPr lang="fr-FR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fr-FR" b="0" i="1" smtClean="0">
                                    <a:latin typeface="Cambria Math" panose="02040503050406030204" pitchFamily="18" charset="0"/>
                                  </a:rPr>
                                  <m:t>𝑇</m:t>
                                </m:r>
                              </m:e>
                              <m:sub>
                                <m:r>
                                  <a:rPr lang="fr-FR" b="0" i="1" smtClean="0">
                                    <a:latin typeface="Cambria Math" panose="02040503050406030204" pitchFamily="18" charset="0"/>
                                  </a:rPr>
                                  <m:t>𝑚𝑎𝑥</m:t>
                                </m:r>
                              </m:sub>
                            </m:sSub>
                            <m:r>
                              <a:rPr lang="fr-FR" b="0" i="1" smtClean="0">
                                <a:latin typeface="Cambria Math" panose="02040503050406030204" pitchFamily="18" charset="0"/>
                              </a:rPr>
                              <m:t>&lt;0</m:t>
                            </m:r>
                          </m:e>
                          <m:e>
                            <m:r>
                              <a:rPr lang="fr-FR" b="0" i="1" smtClean="0">
                                <a:latin typeface="Cambria Math" panose="02040503050406030204" pitchFamily="18" charset="0"/>
                              </a:rPr>
                              <m:t>−10 000 −</m:t>
                            </m:r>
                            <m:sSub>
                              <m:sSubPr>
                                <m:ctrlPr>
                                  <a:rPr lang="fr-FR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fr-FR" b="0" i="1" smtClean="0">
                                    <a:latin typeface="Cambria Math" panose="02040503050406030204" pitchFamily="18" charset="0"/>
                                  </a:rPr>
                                  <m:t>𝑉</m:t>
                                </m:r>
                              </m:e>
                              <m:sub>
                                <m:r>
                                  <a:rPr lang="fr-FR" b="0" i="1" smtClean="0">
                                    <a:latin typeface="Cambria Math" panose="02040503050406030204" pitchFamily="18" charset="0"/>
                                  </a:rPr>
                                  <m:t>𝐶𝑃𝐿</m:t>
                                </m:r>
                              </m:sub>
                            </m:sSub>
                            <m:r>
                              <a:rPr lang="fr-FR" b="0" i="1" smtClean="0">
                                <a:latin typeface="Cambria Math" panose="02040503050406030204" pitchFamily="18" charset="0"/>
                              </a:rPr>
                              <m:t>&lt;0</m:t>
                            </m:r>
                          </m:e>
                          <m:e>
                            <m:sSub>
                              <m:sSubPr>
                                <m:ctrlPr>
                                  <a:rPr lang="fr-FR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fr-FR" b="0" i="1" smtClean="0">
                                    <a:latin typeface="Cambria Math" panose="02040503050406030204" pitchFamily="18" charset="0"/>
                                  </a:rPr>
                                  <m:t>𝑉</m:t>
                                </m:r>
                              </m:e>
                              <m:sub>
                                <m:r>
                                  <a:rPr lang="fr-FR" b="0" i="1" smtClean="0">
                                    <a:latin typeface="Cambria Math" panose="02040503050406030204" pitchFamily="18" charset="0"/>
                                  </a:rPr>
                                  <m:t>𝐶𝑃𝐿</m:t>
                                </m:r>
                              </m:sub>
                            </m:sSub>
                            <m:r>
                              <a:rPr lang="fr-FR" b="0" i="1" smtClean="0">
                                <a:latin typeface="Cambria Math" panose="02040503050406030204" pitchFamily="18" charset="0"/>
                              </a:rPr>
                              <m:t>−20</m:t>
                            </m:r>
                            <m:sSub>
                              <m:sSubPr>
                                <m:ctrlPr>
                                  <a:rPr lang="fr-FR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fr-FR" b="0" i="1" smtClean="0">
                                    <a:latin typeface="Cambria Math" panose="02040503050406030204" pitchFamily="18" charset="0"/>
                                  </a:rPr>
                                  <m:t>𝑉</m:t>
                                </m:r>
                              </m:e>
                              <m:sub>
                                <m:r>
                                  <a:rPr lang="fr-FR" b="0" i="1" smtClean="0">
                                    <a:latin typeface="Cambria Math" panose="02040503050406030204" pitchFamily="18" charset="0"/>
                                  </a:rPr>
                                  <m:t>𝑒</m:t>
                                </m:r>
                              </m:sub>
                            </m:sSub>
                            <m:r>
                              <a:rPr lang="fr-FR" b="0" i="1" smtClean="0">
                                <a:latin typeface="Cambria Math" panose="02040503050406030204" pitchFamily="18" charset="0"/>
                              </a:rPr>
                              <m:t>&lt;0</m:t>
                            </m:r>
                          </m:e>
                          <m:e>
                            <m:sSub>
                              <m:sSubPr>
                                <m:ctrlPr>
                                  <a:rPr lang="fr-FR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fr-FR" b="0" i="1" smtClean="0">
                                    <a:latin typeface="Cambria Math" panose="02040503050406030204" pitchFamily="18" charset="0"/>
                                  </a:rPr>
                                  <m:t>𝐼</m:t>
                                </m:r>
                              </m:e>
                              <m:sub>
                                <m:r>
                                  <a:rPr lang="fr-FR" b="0" i="1" smtClean="0">
                                    <a:latin typeface="Cambria Math" panose="02040503050406030204" pitchFamily="18" charset="0"/>
                                  </a:rPr>
                                  <m:t>𝐶𝑃𝐿</m:t>
                                </m:r>
                              </m:sub>
                            </m:sSub>
                            <m:r>
                              <a:rPr lang="fr-FR" b="0" i="1" smtClean="0">
                                <a:latin typeface="Cambria Math" panose="02040503050406030204" pitchFamily="18" charset="0"/>
                              </a:rPr>
                              <m:t>−10 000&lt;0</m:t>
                            </m:r>
                          </m:e>
                        </m:eqArr>
                      </m:e>
                    </m:d>
                  </m:oMath>
                </a14:m>
                <a:endParaRPr lang="en-US" sz="1800">
                  <a:solidFill>
                    <a:schemeClr val="tx1"/>
                  </a:solidFill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>
                  <a:tabLst>
                    <a:tab pos="34290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</a:pPr>
                <a:endParaRPr lang="fr-FR" altLang="ja-JP">
                  <a:solidFill>
                    <a:srgbClr val="000000"/>
                  </a:solidFill>
                  <a:ea typeface="Lucida Sans Unicode" charset="0"/>
                  <a:cs typeface="Lucida Sans Unicode" charset="0"/>
                </a:endParaRPr>
              </a:p>
              <a:p>
                <a:pPr>
                  <a:tabLst>
                    <a:tab pos="34290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</a:pPr>
                <a:r>
                  <a:rPr lang="fr-FR" altLang="ja-JP">
                    <a:solidFill>
                      <a:srgbClr val="000000"/>
                    </a:solidFill>
                    <a:ea typeface="Lucida Sans Unicode" charset="0"/>
                    <a:cs typeface="Lucida Sans Unicode" charset="0"/>
                  </a:rPr>
                  <a:t>	Domaine :</a:t>
                </a:r>
              </a:p>
              <a:p>
                <a:pPr>
                  <a:tabLst>
                    <a:tab pos="34290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fr-FR" altLang="ja-JP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Lucida Sans Unicode" charset="0"/>
                              <a:cs typeface="Lucida Sans Unicode" charset="0"/>
                            </a:rPr>
                          </m:ctrlPr>
                        </m:sSubPr>
                        <m:e>
                          <m:r>
                            <a:rPr lang="fr-FR" altLang="ja-JP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Lucida Sans Unicode" charset="0"/>
                              <a:cs typeface="Lucida Sans Unicode" charset="0"/>
                            </a:rPr>
                            <m:t>(</m:t>
                          </m:r>
                          <m:r>
                            <a:rPr lang="fr-FR" altLang="ja-JP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Lucida Sans Unicode" charset="0"/>
                              <a:cs typeface="Lucida Sans Unicode" charset="0"/>
                            </a:rPr>
                            <m:t>𝑅</m:t>
                          </m:r>
                        </m:e>
                        <m:sub>
                          <m:r>
                            <a:rPr lang="fr-FR" altLang="ja-JP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Lucida Sans Unicode" charset="0"/>
                              <a:cs typeface="Lucida Sans Unicode" charset="0"/>
                            </a:rPr>
                            <m:t>𝑆h</m:t>
                          </m:r>
                        </m:sub>
                      </m:sSub>
                      <m:r>
                        <a:rPr lang="fr-FR" altLang="ja-JP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Lucida Sans Unicode" charset="0"/>
                          <a:cs typeface="Lucida Sans Unicode" charset="0"/>
                        </a:rPr>
                        <m:t>, </m:t>
                      </m:r>
                      <m:sSub>
                        <m:sSubPr>
                          <m:ctrlPr>
                            <a:rPr lang="fr-FR" altLang="ja-JP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Lucida Sans Unicode" charset="0"/>
                              <a:cs typeface="Lucida Sans Unicode" charset="0"/>
                            </a:rPr>
                          </m:ctrlPr>
                        </m:sSubPr>
                        <m:e>
                          <m:r>
                            <a:rPr lang="fr-FR" altLang="ja-JP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Lucida Sans Unicode" charset="0"/>
                              <a:cs typeface="Lucida Sans Unicode" charset="0"/>
                            </a:rPr>
                            <m:t>𝐿</m:t>
                          </m:r>
                        </m:e>
                        <m:sub>
                          <m:r>
                            <a:rPr lang="fr-FR" altLang="ja-JP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Lucida Sans Unicode" charset="0"/>
                              <a:cs typeface="Lucida Sans Unicode" charset="0"/>
                            </a:rPr>
                            <m:t>𝑡</m:t>
                          </m:r>
                        </m:sub>
                      </m:sSub>
                      <m:r>
                        <a:rPr lang="fr-FR" altLang="ja-JP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Lucida Sans Unicode" charset="0"/>
                          <a:cs typeface="Lucida Sans Unicode" charset="0"/>
                        </a:rPr>
                        <m:t>, </m:t>
                      </m:r>
                      <m:sSub>
                        <m:sSubPr>
                          <m:ctrlPr>
                            <a:rPr lang="fr-FR" altLang="ja-JP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Lucida Sans Unicode" charset="0"/>
                              <a:cs typeface="Lucida Sans Unicode" charset="0"/>
                            </a:rPr>
                          </m:ctrlPr>
                        </m:sSubPr>
                        <m:e>
                          <m:r>
                            <a:rPr lang="fr-FR" altLang="ja-JP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Lucida Sans Unicode" charset="0"/>
                              <a:cs typeface="Lucida Sans Unicode" charset="0"/>
                            </a:rPr>
                            <m:t>𝑛</m:t>
                          </m:r>
                        </m:e>
                        <m:sub>
                          <m:r>
                            <a:rPr lang="fr-FR" altLang="ja-JP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Lucida Sans Unicode" charset="0"/>
                              <a:cs typeface="Lucida Sans Unicode" charset="0"/>
                            </a:rPr>
                            <m:t>𝑡</m:t>
                          </m:r>
                        </m:sub>
                      </m:sSub>
                      <m:r>
                        <a:rPr lang="fr-FR" altLang="ja-JP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Lucida Sans Unicode" charset="0"/>
                          <a:cs typeface="Lucida Sans Unicode" charset="0"/>
                        </a:rPr>
                        <m:t>)∈</m:t>
                      </m:r>
                      <m:d>
                        <m:dPr>
                          <m:begChr m:val="["/>
                          <m:endChr m:val="]"/>
                          <m:ctrlPr>
                            <a:rPr lang="fr-FR" altLang="ja-JP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Lucida Sans Unicode" charset="0"/>
                              <a:cs typeface="Lucida Sans Unicode" charset="0"/>
                            </a:rPr>
                          </m:ctrlPr>
                        </m:dPr>
                        <m:e>
                          <m:r>
                            <a:rPr lang="fr-FR" altLang="ja-JP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Lucida Sans Unicode" charset="0"/>
                              <a:cs typeface="Lucida Sans Unicode" charset="0"/>
                            </a:rPr>
                            <m:t>0.001</m:t>
                          </m:r>
                          <m:r>
                            <m:rPr>
                              <m:sty m:val="p"/>
                            </m:rPr>
                            <a:rPr lang="fr-FR" altLang="ja-JP" b="0" i="0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Lucida Sans Unicode" charset="0"/>
                              <a:cs typeface="Lucida Sans Unicode" charset="0"/>
                            </a:rPr>
                            <m:t>Ω</m:t>
                          </m:r>
                          <m:r>
                            <a:rPr lang="fr-FR" altLang="ja-JP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Lucida Sans Unicode" charset="0"/>
                              <a:cs typeface="Lucida Sans Unicode" charset="0"/>
                            </a:rPr>
                            <m:t>, 1</m:t>
                          </m:r>
                          <m:r>
                            <m:rPr>
                              <m:sty m:val="p"/>
                            </m:rPr>
                            <a:rPr lang="fr-FR" altLang="ja-JP" b="0" i="0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Lucida Sans Unicode" charset="0"/>
                              <a:cs typeface="Lucida Sans Unicode" charset="0"/>
                            </a:rPr>
                            <m:t>Ω</m:t>
                          </m:r>
                        </m:e>
                      </m:d>
                      <m:r>
                        <a:rPr lang="fr-FR" altLang="ja-JP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Lucida Sans Unicode" charset="0"/>
                          <a:cs typeface="Lucida Sans Unicode" charset="0"/>
                        </a:rPr>
                        <m:t>×</m:t>
                      </m:r>
                      <m:d>
                        <m:dPr>
                          <m:begChr m:val="["/>
                          <m:endChr m:val="]"/>
                          <m:ctrlPr>
                            <a:rPr lang="fr-FR" altLang="ja-JP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Lucida Sans Unicode" charset="0"/>
                              <a:cs typeface="Lucida Sans Unicode" charset="0"/>
                            </a:rPr>
                          </m:ctrlPr>
                        </m:dPr>
                        <m:e>
                          <m:r>
                            <a:rPr lang="fr-FR" altLang="ja-JP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Lucida Sans Unicode" charset="0"/>
                              <a:cs typeface="Lucida Sans Unicode" charset="0"/>
                            </a:rPr>
                            <m:t>1</m:t>
                          </m:r>
                          <m:r>
                            <a:rPr lang="fr-FR" altLang="ja-JP" b="0" i="0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Lucida Sans Unicode" charset="0"/>
                              <a:cs typeface="Lucida Sans Unicode" charset="0"/>
                            </a:rPr>
                            <m:t>0</m:t>
                          </m:r>
                          <m:r>
                            <m:rPr>
                              <m:sty m:val="p"/>
                            </m:rPr>
                            <a:rPr lang="fr-FR" altLang="ja-JP" b="0" i="0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Lucida Sans Unicode" charset="0"/>
                              <a:cs typeface="Lucida Sans Unicode" charset="0"/>
                            </a:rPr>
                            <m:t>m</m:t>
                          </m:r>
                          <m:r>
                            <a:rPr lang="fr-FR" altLang="ja-JP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Lucida Sans Unicode" charset="0"/>
                              <a:cs typeface="Lucida Sans Unicode" charset="0"/>
                            </a:rPr>
                            <m:t>, 200</m:t>
                          </m:r>
                          <m:r>
                            <m:rPr>
                              <m:sty m:val="p"/>
                            </m:rPr>
                            <a:rPr lang="fr-FR" altLang="ja-JP" b="0" i="0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Lucida Sans Unicode" charset="0"/>
                              <a:cs typeface="Lucida Sans Unicode" charset="0"/>
                            </a:rPr>
                            <m:t>m</m:t>
                          </m:r>
                        </m:e>
                      </m:d>
                      <m:r>
                        <a:rPr lang="fr-FR" altLang="ja-JP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Lucida Sans Unicode" charset="0"/>
                          <a:cs typeface="Lucida Sans Unicode" charset="0"/>
                        </a:rPr>
                        <m:t>×[1, 10]</m:t>
                      </m:r>
                    </m:oMath>
                  </m:oMathPara>
                </a14:m>
                <a:endParaRPr lang="fr-FR" altLang="ja-JP">
                  <a:solidFill>
                    <a:srgbClr val="000000"/>
                  </a:solidFill>
                  <a:ea typeface="Lucida Sans Unicode" charset="0"/>
                  <a:cs typeface="Lucida Sans Unicode" charset="0"/>
                </a:endParaRPr>
              </a:p>
            </p:txBody>
          </p:sp>
        </mc:Choice>
        <mc:Fallback>
          <p:sp>
            <p:nvSpPr>
              <p:cNvPr id="101" name="Text Box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129327" y="1027615"/>
                <a:ext cx="9369648" cy="5677385"/>
              </a:xfrm>
              <a:prstGeom prst="rect">
                <a:avLst/>
              </a:prstGeom>
              <a:blipFill>
                <a:blip r:embed="rId3"/>
                <a:stretch>
                  <a:fillRect l="-2602" t="-2256"/>
                </a:stretch>
              </a:blipFill>
              <a:ln w="9525">
                <a:noFill/>
                <a:round/>
                <a:headEnd/>
                <a:tailEnd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Propulsion navale </a:t>
            </a:r>
            <a:r>
              <a:rPr lang="fr-FR" err="1"/>
              <a:t>ScPF</a:t>
            </a:r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4294967295"/>
          </p:nvPr>
        </p:nvSpPr>
        <p:spPr>
          <a:xfrm>
            <a:off x="9598856" y="6552228"/>
            <a:ext cx="1069145" cy="305772"/>
          </a:xfrm>
        </p:spPr>
        <p:txBody>
          <a:bodyPr/>
          <a:lstStyle/>
          <a:p>
            <a:fld id="{AD1E3A3D-12A0-A14A-AD9F-0CE6AFFEFF3B}" type="slidenum">
              <a:rPr lang="fr-FR" smtClean="0"/>
              <a:pPr/>
              <a:t>23</a:t>
            </a:fld>
            <a:endParaRPr lang="fr-FR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>
          <a:xfrm>
            <a:off x="8534400" y="6552000"/>
            <a:ext cx="2133600" cy="306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01-04-2022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630807755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Text Box 6"/>
          <p:cNvSpPr txBox="1">
            <a:spLocks noChangeArrowheads="1"/>
          </p:cNvSpPr>
          <p:nvPr/>
        </p:nvSpPr>
        <p:spPr bwMode="auto">
          <a:xfrm>
            <a:off x="1176623" y="386450"/>
            <a:ext cx="9369648" cy="618305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lIns="0" tIns="0" rIns="0" bIns="0"/>
          <a:lstStyle/>
          <a:p>
            <a:pPr algn="ctr">
              <a:tabLst>
                <a:tab pos="34290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r>
              <a:rPr lang="fr-FR" sz="3200">
                <a:solidFill>
                  <a:srgbClr val="0070C0"/>
                </a:solidFill>
                <a:cs typeface="Lucida Sans Unicode" charset="0"/>
              </a:rPr>
              <a:t>Front de Pareto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9" name="ZoneTexte 6">
                <a:extLst>
                  <a:ext uri="{FF2B5EF4-FFF2-40B4-BE49-F238E27FC236}">
                    <a16:creationId xmlns:a16="http://schemas.microsoft.com/office/drawing/2014/main" id="{97A684CA-55EE-41FD-8E25-849B7A1DB289}"/>
                  </a:ext>
                </a:extLst>
              </p:cNvPr>
              <p:cNvSpPr txBox="1"/>
              <p:nvPr/>
            </p:nvSpPr>
            <p:spPr>
              <a:xfrm>
                <a:off x="1617579" y="5734602"/>
                <a:ext cx="2646506" cy="923330"/>
              </a:xfrm>
              <a:prstGeom prst="rect">
                <a:avLst/>
              </a:prstGeom>
              <a:noFill/>
            </p:spPr>
            <p:txBody>
              <a:bodyPr wrap="square" numCol="1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fr-FR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𝑠h</m:t>
                          </m:r>
                        </m:sub>
                      </m:sSub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fr-FR" i="1">
                          <a:latin typeface="Cambria Math" panose="02040503050406030204" pitchFamily="18" charset="0"/>
                        </a:rPr>
                        <m:t>31. 1</m:t>
                      </m:r>
                      <m:r>
                        <m:rPr>
                          <m:sty m:val="p"/>
                        </m:rPr>
                        <a:rPr lang="fr-FR">
                          <a:latin typeface="Cambria Math" panose="02040503050406030204" pitchFamily="18" charset="0"/>
                        </a:rPr>
                        <m:t>mΩ</m:t>
                      </m:r>
                    </m:oMath>
                  </m:oMathPara>
                </a14:m>
                <a:endParaRPr lang="fr-FR" b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fr-FR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𝐿</m:t>
                          </m:r>
                        </m:e>
                        <m:sub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=44.55 </m:t>
                      </m:r>
                      <m:r>
                        <m:rPr>
                          <m:sty m:val="p"/>
                        </m:rPr>
                        <a:rPr lang="fr-FR" b="0" i="0" smtClean="0">
                          <a:latin typeface="Cambria Math" panose="02040503050406030204" pitchFamily="18" charset="0"/>
                        </a:rPr>
                        <m:t>m</m:t>
                      </m:r>
                    </m:oMath>
                  </m:oMathPara>
                </a14:m>
                <a:endParaRPr lang="fr-FR" b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fr-FR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  <m:sub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=1</m:t>
                      </m:r>
                    </m:oMath>
                  </m:oMathPara>
                </a14:m>
                <a:endParaRPr lang="fr-FR" b="0"/>
              </a:p>
            </p:txBody>
          </p:sp>
        </mc:Choice>
        <mc:Fallback>
          <p:sp>
            <p:nvSpPr>
              <p:cNvPr id="9" name="ZoneTexte 6">
                <a:extLst>
                  <a:ext uri="{FF2B5EF4-FFF2-40B4-BE49-F238E27FC236}">
                    <a16:creationId xmlns:a16="http://schemas.microsoft.com/office/drawing/2014/main" id="{97A684CA-55EE-41FD-8E25-849B7A1DB28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17579" y="5734602"/>
                <a:ext cx="2646506" cy="92333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Picture 4">
            <a:extLst>
              <a:ext uri="{FF2B5EF4-FFF2-40B4-BE49-F238E27FC236}">
                <a16:creationId xmlns:a16="http://schemas.microsoft.com/office/drawing/2014/main" id="{AAED8C3C-3AEA-4758-8699-8A505248F2F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566" y="1032391"/>
            <a:ext cx="9980862" cy="4698165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11" name="ZoneTexte 13">
                <a:extLst>
                  <a:ext uri="{FF2B5EF4-FFF2-40B4-BE49-F238E27FC236}">
                    <a16:creationId xmlns:a16="http://schemas.microsoft.com/office/drawing/2014/main" id="{4B2FAAC1-8353-49A2-95D1-C0DD333A9100}"/>
                  </a:ext>
                </a:extLst>
              </p:cNvPr>
              <p:cNvSpPr txBox="1"/>
              <p:nvPr/>
            </p:nvSpPr>
            <p:spPr>
              <a:xfrm>
                <a:off x="4333240" y="5734602"/>
                <a:ext cx="2646506" cy="923330"/>
              </a:xfrm>
              <a:prstGeom prst="rect">
                <a:avLst/>
              </a:prstGeom>
              <a:noFill/>
            </p:spPr>
            <p:txBody>
              <a:bodyPr wrap="square" numCol="1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fr-FR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𝑠h</m:t>
                          </m:r>
                        </m:sub>
                      </m:sSub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=30.7 </m:t>
                      </m:r>
                      <m:r>
                        <m:rPr>
                          <m:sty m:val="p"/>
                        </m:rPr>
                        <a:rPr lang="fr-FR" b="0" i="0" smtClean="0">
                          <a:latin typeface="Cambria Math" panose="02040503050406030204" pitchFamily="18" charset="0"/>
                        </a:rPr>
                        <m:t>mΩ</m:t>
                      </m:r>
                    </m:oMath>
                  </m:oMathPara>
                </a14:m>
                <a:endParaRPr lang="fr-FR" b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fr-FR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𝐿</m:t>
                          </m:r>
                        </m:e>
                        <m:sub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=72.9</m:t>
                      </m:r>
                      <m:r>
                        <a:rPr lang="fr-FR" b="0" i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fr-FR" b="0" i="0" smtClean="0">
                          <a:latin typeface="Cambria Math" panose="02040503050406030204" pitchFamily="18" charset="0"/>
                        </a:rPr>
                        <m:t>m</m:t>
                      </m:r>
                    </m:oMath>
                  </m:oMathPara>
                </a14:m>
                <a:endParaRPr lang="fr-FR" b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fr-FR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  <m:sub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=1</m:t>
                      </m:r>
                    </m:oMath>
                  </m:oMathPara>
                </a14:m>
                <a:endParaRPr lang="fr-FR" b="0"/>
              </a:p>
            </p:txBody>
          </p:sp>
        </mc:Choice>
        <mc:Fallback>
          <p:sp>
            <p:nvSpPr>
              <p:cNvPr id="11" name="ZoneTexte 13">
                <a:extLst>
                  <a:ext uri="{FF2B5EF4-FFF2-40B4-BE49-F238E27FC236}">
                    <a16:creationId xmlns:a16="http://schemas.microsoft.com/office/drawing/2014/main" id="{4B2FAAC1-8353-49A2-95D1-C0DD333A910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33240" y="5734602"/>
                <a:ext cx="2646506" cy="92333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2" name="ZoneTexte 15">
                <a:extLst>
                  <a:ext uri="{FF2B5EF4-FFF2-40B4-BE49-F238E27FC236}">
                    <a16:creationId xmlns:a16="http://schemas.microsoft.com/office/drawing/2014/main" id="{3DED3B5E-F118-4846-863B-E3231D082AF6}"/>
                  </a:ext>
                </a:extLst>
              </p:cNvPr>
              <p:cNvSpPr txBox="1"/>
              <p:nvPr/>
            </p:nvSpPr>
            <p:spPr>
              <a:xfrm>
                <a:off x="6953105" y="5734602"/>
                <a:ext cx="2507441" cy="923330"/>
              </a:xfrm>
              <a:prstGeom prst="rect">
                <a:avLst/>
              </a:prstGeom>
              <a:noFill/>
            </p:spPr>
            <p:txBody>
              <a:bodyPr wrap="square" numCol="1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fr-FR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𝑠h</m:t>
                          </m:r>
                        </m:sub>
                      </m:sSub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=29. </m:t>
                      </m:r>
                      <m:r>
                        <a:rPr lang="fr-FR" b="0" i="0" smtClean="0">
                          <a:latin typeface="Cambria Math" panose="02040503050406030204" pitchFamily="18" charset="0"/>
                        </a:rPr>
                        <m:t>4</m:t>
                      </m:r>
                      <m:r>
                        <m:rPr>
                          <m:sty m:val="p"/>
                        </m:rPr>
                        <a:rPr lang="fr-FR" b="0" i="0" smtClean="0">
                          <a:latin typeface="Cambria Math" panose="02040503050406030204" pitchFamily="18" charset="0"/>
                        </a:rPr>
                        <m:t>mΩ</m:t>
                      </m:r>
                    </m:oMath>
                  </m:oMathPara>
                </a14:m>
                <a:endParaRPr lang="fr-FR" b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fr-FR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𝐿</m:t>
                          </m:r>
                        </m:e>
                        <m:sub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=152.7 </m:t>
                      </m:r>
                      <m:r>
                        <m:rPr>
                          <m:sty m:val="p"/>
                        </m:rPr>
                        <a:rPr lang="fr-FR" b="0" i="0" smtClean="0">
                          <a:latin typeface="Cambria Math" panose="02040503050406030204" pitchFamily="18" charset="0"/>
                        </a:rPr>
                        <m:t>m</m:t>
                      </m:r>
                    </m:oMath>
                  </m:oMathPara>
                </a14:m>
                <a:endParaRPr lang="fr-FR" b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fr-FR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  <m:sub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=1</m:t>
                      </m:r>
                    </m:oMath>
                  </m:oMathPara>
                </a14:m>
                <a:endParaRPr lang="fr-FR" b="0"/>
              </a:p>
            </p:txBody>
          </p:sp>
        </mc:Choice>
        <mc:Fallback>
          <p:sp>
            <p:nvSpPr>
              <p:cNvPr id="12" name="ZoneTexte 15">
                <a:extLst>
                  <a:ext uri="{FF2B5EF4-FFF2-40B4-BE49-F238E27FC236}">
                    <a16:creationId xmlns:a16="http://schemas.microsoft.com/office/drawing/2014/main" id="{3DED3B5E-F118-4846-863B-E3231D082AF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53105" y="5734602"/>
                <a:ext cx="2507441" cy="923330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Espace réservé du pied de page 5">
            <a:extLst>
              <a:ext uri="{FF2B5EF4-FFF2-40B4-BE49-F238E27FC236}">
                <a16:creationId xmlns:a16="http://schemas.microsoft.com/office/drawing/2014/main" id="{88E91374-395C-41F3-B490-889E4A007E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897946" y="6552000"/>
            <a:ext cx="6396111" cy="306000"/>
          </a:xfrm>
        </p:spPr>
        <p:txBody>
          <a:bodyPr/>
          <a:lstStyle/>
          <a:p>
            <a:r>
              <a:rPr lang="fr-FR"/>
              <a:t>Propulsion navale </a:t>
            </a:r>
            <a:r>
              <a:rPr lang="fr-FR" err="1"/>
              <a:t>ScPF</a:t>
            </a:r>
            <a:endParaRPr lang="fr-FR"/>
          </a:p>
        </p:txBody>
      </p:sp>
      <p:sp>
        <p:nvSpPr>
          <p:cNvPr id="15" name="Espace réservé du numéro de diapositive 6">
            <a:extLst>
              <a:ext uri="{FF2B5EF4-FFF2-40B4-BE49-F238E27FC236}">
                <a16:creationId xmlns:a16="http://schemas.microsoft.com/office/drawing/2014/main" id="{422D6126-B397-463E-9CFA-749C1917AD84}"/>
              </a:ext>
            </a:extLst>
          </p:cNvPr>
          <p:cNvSpPr txBox="1">
            <a:spLocks/>
          </p:cNvSpPr>
          <p:nvPr/>
        </p:nvSpPr>
        <p:spPr>
          <a:xfrm>
            <a:off x="9598856" y="6552228"/>
            <a:ext cx="1069145" cy="30577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fr-FR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D1E3A3D-12A0-A14A-AD9F-0CE6AFFEFF3B}" type="slidenum">
              <a:rPr lang="fr-FR" smtClean="0"/>
              <a:pPr/>
              <a:t>24</a:t>
            </a:fld>
            <a:endParaRPr lang="fr-FR"/>
          </a:p>
        </p:txBody>
      </p:sp>
      <p:sp>
        <p:nvSpPr>
          <p:cNvPr id="16" name="Espace réservé de la date 4">
            <a:extLst>
              <a:ext uri="{FF2B5EF4-FFF2-40B4-BE49-F238E27FC236}">
                <a16:creationId xmlns:a16="http://schemas.microsoft.com/office/drawing/2014/main" id="{58B91D2B-6059-419E-9D6E-E0564A0B5B8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534400" y="6552000"/>
            <a:ext cx="2133600" cy="306000"/>
          </a:xfrm>
          <a:prstGeom prst="rect">
            <a:avLst/>
          </a:prstGeom>
        </p:spPr>
        <p:txBody>
          <a:bodyPr/>
          <a:lstStyle/>
          <a:p>
            <a:r>
              <a:rPr lang="fr-FR"/>
              <a:t>01-04-2022</a:t>
            </a:r>
          </a:p>
        </p:txBody>
      </p:sp>
      <p:sp>
        <p:nvSpPr>
          <p:cNvPr id="13" name="TextBox 1">
            <a:extLst>
              <a:ext uri="{FF2B5EF4-FFF2-40B4-BE49-F238E27FC236}">
                <a16:creationId xmlns:a16="http://schemas.microsoft.com/office/drawing/2014/main" id="{E2005E01-7AD7-45C2-975B-DD08619664F8}"/>
              </a:ext>
            </a:extLst>
          </p:cNvPr>
          <p:cNvSpPr txBox="1"/>
          <p:nvPr/>
        </p:nvSpPr>
        <p:spPr>
          <a:xfrm>
            <a:off x="9294057" y="2433622"/>
            <a:ext cx="21336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>
                <a:solidFill>
                  <a:schemeClr val="tx1">
                    <a:lumMod val="65000"/>
                    <a:lumOff val="35000"/>
                  </a:schemeClr>
                </a:solidFill>
              </a:rPr>
              <a:t>50 particules et 60 itérations</a:t>
            </a:r>
            <a:endParaRPr lang="en-GB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974239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Picture 18" descr="Diagram&#10;&#10;Description automatically generated">
            <a:extLst>
              <a:ext uri="{FF2B5EF4-FFF2-40B4-BE49-F238E27FC236}">
                <a16:creationId xmlns:a16="http://schemas.microsoft.com/office/drawing/2014/main" id="{FEE20893-9DB4-4D7C-9B92-84B6D2BE069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346" y="683289"/>
            <a:ext cx="12085654" cy="5688928"/>
          </a:xfrm>
          <a:prstGeom prst="rect">
            <a:avLst/>
          </a:prstGeom>
        </p:spPr>
      </p:pic>
      <p:sp>
        <p:nvSpPr>
          <p:cNvPr id="101" name="Text Box 6"/>
          <p:cNvSpPr txBox="1">
            <a:spLocks noChangeArrowheads="1"/>
          </p:cNvSpPr>
          <p:nvPr/>
        </p:nvSpPr>
        <p:spPr bwMode="auto">
          <a:xfrm>
            <a:off x="2822352" y="117620"/>
            <a:ext cx="9369648" cy="618305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lIns="0" tIns="0" rIns="0" bIns="0"/>
          <a:lstStyle/>
          <a:p>
            <a:pPr>
              <a:tabLst>
                <a:tab pos="34290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r>
              <a:rPr lang="fr-FR" sz="3200">
                <a:solidFill>
                  <a:srgbClr val="0070C0"/>
                </a:solidFill>
                <a:cs typeface="Lucida Sans Unicode" charset="0"/>
              </a:rPr>
              <a:t>3 points significatifs – étude de la charge</a:t>
            </a:r>
          </a:p>
        </p:txBody>
      </p:sp>
      <p:sp>
        <p:nvSpPr>
          <p:cNvPr id="14" name="Espace réservé du pied de page 5">
            <a:extLst>
              <a:ext uri="{FF2B5EF4-FFF2-40B4-BE49-F238E27FC236}">
                <a16:creationId xmlns:a16="http://schemas.microsoft.com/office/drawing/2014/main" id="{88E91374-395C-41F3-B490-889E4A007E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962401" y="6487216"/>
            <a:ext cx="6396111" cy="306000"/>
          </a:xfrm>
        </p:spPr>
        <p:txBody>
          <a:bodyPr/>
          <a:lstStyle/>
          <a:p>
            <a:r>
              <a:rPr lang="fr-FR"/>
              <a:t>Propulsion navale </a:t>
            </a:r>
            <a:r>
              <a:rPr lang="fr-FR" err="1"/>
              <a:t>ScPF</a:t>
            </a:r>
            <a:endParaRPr lang="fr-FR"/>
          </a:p>
        </p:txBody>
      </p:sp>
      <p:sp>
        <p:nvSpPr>
          <p:cNvPr id="15" name="Espace réservé du numéro de diapositive 6">
            <a:extLst>
              <a:ext uri="{FF2B5EF4-FFF2-40B4-BE49-F238E27FC236}">
                <a16:creationId xmlns:a16="http://schemas.microsoft.com/office/drawing/2014/main" id="{422D6126-B397-463E-9CFA-749C1917AD84}"/>
              </a:ext>
            </a:extLst>
          </p:cNvPr>
          <p:cNvSpPr txBox="1">
            <a:spLocks/>
          </p:cNvSpPr>
          <p:nvPr/>
        </p:nvSpPr>
        <p:spPr>
          <a:xfrm>
            <a:off x="9598856" y="6552228"/>
            <a:ext cx="1069145" cy="30577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fr-FR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D1E3A3D-12A0-A14A-AD9F-0CE6AFFEFF3B}" type="slidenum">
              <a:rPr lang="fr-FR" smtClean="0"/>
              <a:pPr/>
              <a:t>25</a:t>
            </a:fld>
            <a:endParaRPr lang="fr-FR"/>
          </a:p>
        </p:txBody>
      </p:sp>
      <p:sp>
        <p:nvSpPr>
          <p:cNvPr id="16" name="Espace réservé de la date 4">
            <a:extLst>
              <a:ext uri="{FF2B5EF4-FFF2-40B4-BE49-F238E27FC236}">
                <a16:creationId xmlns:a16="http://schemas.microsoft.com/office/drawing/2014/main" id="{58B91D2B-6059-419E-9D6E-E0564A0B5B8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813456" y="6552000"/>
            <a:ext cx="2133600" cy="306000"/>
          </a:xfrm>
          <a:prstGeom prst="rect">
            <a:avLst/>
          </a:prstGeom>
        </p:spPr>
        <p:txBody>
          <a:bodyPr/>
          <a:lstStyle/>
          <a:p>
            <a:r>
              <a:rPr lang="fr-FR"/>
              <a:t>01-04-2022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0" name="ZoneTexte 6">
                <a:extLst>
                  <a:ext uri="{FF2B5EF4-FFF2-40B4-BE49-F238E27FC236}">
                    <a16:creationId xmlns:a16="http://schemas.microsoft.com/office/drawing/2014/main" id="{507ED1E7-D228-4A6E-B6FF-8D82B4C74F39}"/>
                  </a:ext>
                </a:extLst>
              </p:cNvPr>
              <p:cNvSpPr txBox="1"/>
              <p:nvPr/>
            </p:nvSpPr>
            <p:spPr>
              <a:xfrm>
                <a:off x="1466267" y="5968052"/>
                <a:ext cx="2646506" cy="923330"/>
              </a:xfrm>
              <a:prstGeom prst="rect">
                <a:avLst/>
              </a:prstGeom>
              <a:noFill/>
            </p:spPr>
            <p:txBody>
              <a:bodyPr wrap="square" numCol="1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fr-FR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𝑠h</m:t>
                          </m:r>
                        </m:sub>
                      </m:sSub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fr-FR" i="1">
                          <a:latin typeface="Cambria Math" panose="02040503050406030204" pitchFamily="18" charset="0"/>
                        </a:rPr>
                        <m:t>31. 1</m:t>
                      </m:r>
                      <m:r>
                        <m:rPr>
                          <m:sty m:val="p"/>
                        </m:rPr>
                        <a:rPr lang="fr-FR">
                          <a:latin typeface="Cambria Math" panose="02040503050406030204" pitchFamily="18" charset="0"/>
                        </a:rPr>
                        <m:t>mΩ</m:t>
                      </m:r>
                    </m:oMath>
                  </m:oMathPara>
                </a14:m>
                <a:endParaRPr lang="fr-FR" b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fr-FR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𝐿</m:t>
                          </m:r>
                        </m:e>
                        <m:sub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=44.55 </m:t>
                      </m:r>
                      <m:r>
                        <m:rPr>
                          <m:sty m:val="p"/>
                        </m:rPr>
                        <a:rPr lang="fr-FR" b="0" i="0" smtClean="0">
                          <a:latin typeface="Cambria Math" panose="02040503050406030204" pitchFamily="18" charset="0"/>
                        </a:rPr>
                        <m:t>m</m:t>
                      </m:r>
                    </m:oMath>
                  </m:oMathPara>
                </a14:m>
                <a:endParaRPr lang="fr-FR" b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fr-FR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  <m:sub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=1</m:t>
                      </m:r>
                    </m:oMath>
                  </m:oMathPara>
                </a14:m>
                <a:endParaRPr lang="fr-FR" b="0"/>
              </a:p>
            </p:txBody>
          </p:sp>
        </mc:Choice>
        <mc:Fallback>
          <p:sp>
            <p:nvSpPr>
              <p:cNvPr id="20" name="ZoneTexte 6">
                <a:extLst>
                  <a:ext uri="{FF2B5EF4-FFF2-40B4-BE49-F238E27FC236}">
                    <a16:creationId xmlns:a16="http://schemas.microsoft.com/office/drawing/2014/main" id="{507ED1E7-D228-4A6E-B6FF-8D82B4C74F3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66267" y="5968052"/>
                <a:ext cx="2646506" cy="92333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1" name="ZoneTexte 13">
                <a:extLst>
                  <a:ext uri="{FF2B5EF4-FFF2-40B4-BE49-F238E27FC236}">
                    <a16:creationId xmlns:a16="http://schemas.microsoft.com/office/drawing/2014/main" id="{7A23FCED-9C12-4083-A45B-A85D5D65B4BF}"/>
                  </a:ext>
                </a:extLst>
              </p:cNvPr>
              <p:cNvSpPr txBox="1"/>
              <p:nvPr/>
            </p:nvSpPr>
            <p:spPr>
              <a:xfrm>
                <a:off x="4884000" y="5961041"/>
                <a:ext cx="2276457" cy="923330"/>
              </a:xfrm>
              <a:prstGeom prst="rect">
                <a:avLst/>
              </a:prstGeom>
              <a:noFill/>
            </p:spPr>
            <p:txBody>
              <a:bodyPr wrap="square" numCol="1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fr-FR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𝑠h</m:t>
                          </m:r>
                        </m:sub>
                      </m:sSub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=30.7 </m:t>
                      </m:r>
                      <m:r>
                        <m:rPr>
                          <m:sty m:val="p"/>
                        </m:rPr>
                        <a:rPr lang="fr-FR" b="0" i="0" smtClean="0">
                          <a:latin typeface="Cambria Math" panose="02040503050406030204" pitchFamily="18" charset="0"/>
                        </a:rPr>
                        <m:t>mΩ</m:t>
                      </m:r>
                    </m:oMath>
                  </m:oMathPara>
                </a14:m>
                <a:endParaRPr lang="fr-FR" b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fr-FR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𝐿</m:t>
                          </m:r>
                        </m:e>
                        <m:sub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=72.9</m:t>
                      </m:r>
                      <m:r>
                        <a:rPr lang="fr-FR" b="0" i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fr-FR" b="0" i="0" smtClean="0">
                          <a:latin typeface="Cambria Math" panose="02040503050406030204" pitchFamily="18" charset="0"/>
                        </a:rPr>
                        <m:t>m</m:t>
                      </m:r>
                    </m:oMath>
                  </m:oMathPara>
                </a14:m>
                <a:endParaRPr lang="fr-FR" b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fr-FR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  <m:sub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=1</m:t>
                      </m:r>
                    </m:oMath>
                  </m:oMathPara>
                </a14:m>
                <a:endParaRPr lang="fr-FR" b="0"/>
              </a:p>
            </p:txBody>
          </p:sp>
        </mc:Choice>
        <mc:Fallback>
          <p:sp>
            <p:nvSpPr>
              <p:cNvPr id="21" name="ZoneTexte 13">
                <a:extLst>
                  <a:ext uri="{FF2B5EF4-FFF2-40B4-BE49-F238E27FC236}">
                    <a16:creationId xmlns:a16="http://schemas.microsoft.com/office/drawing/2014/main" id="{7A23FCED-9C12-4083-A45B-A85D5D65B4B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84000" y="5961041"/>
                <a:ext cx="2276457" cy="92333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2" name="ZoneTexte 15">
                <a:extLst>
                  <a:ext uri="{FF2B5EF4-FFF2-40B4-BE49-F238E27FC236}">
                    <a16:creationId xmlns:a16="http://schemas.microsoft.com/office/drawing/2014/main" id="{EB26F127-C041-48DE-9926-4CED9ADF3DC9}"/>
                  </a:ext>
                </a:extLst>
              </p:cNvPr>
              <p:cNvSpPr txBox="1"/>
              <p:nvPr/>
            </p:nvSpPr>
            <p:spPr>
              <a:xfrm>
                <a:off x="8345135" y="5934670"/>
                <a:ext cx="2507441" cy="923330"/>
              </a:xfrm>
              <a:prstGeom prst="rect">
                <a:avLst/>
              </a:prstGeom>
              <a:noFill/>
            </p:spPr>
            <p:txBody>
              <a:bodyPr wrap="square" numCol="1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fr-FR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𝑠h</m:t>
                          </m:r>
                        </m:sub>
                      </m:sSub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=29. </m:t>
                      </m:r>
                      <m:r>
                        <a:rPr lang="fr-FR" b="0" i="0" smtClean="0">
                          <a:latin typeface="Cambria Math" panose="02040503050406030204" pitchFamily="18" charset="0"/>
                        </a:rPr>
                        <m:t>4</m:t>
                      </m:r>
                      <m:r>
                        <m:rPr>
                          <m:sty m:val="p"/>
                        </m:rPr>
                        <a:rPr lang="fr-FR" b="0" i="0" smtClean="0">
                          <a:latin typeface="Cambria Math" panose="02040503050406030204" pitchFamily="18" charset="0"/>
                        </a:rPr>
                        <m:t>mΩ</m:t>
                      </m:r>
                    </m:oMath>
                  </m:oMathPara>
                </a14:m>
                <a:endParaRPr lang="fr-FR" b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fr-FR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𝐿</m:t>
                          </m:r>
                        </m:e>
                        <m:sub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=152.7 </m:t>
                      </m:r>
                      <m:r>
                        <m:rPr>
                          <m:sty m:val="p"/>
                        </m:rPr>
                        <a:rPr lang="fr-FR" b="0" i="0" smtClean="0">
                          <a:latin typeface="Cambria Math" panose="02040503050406030204" pitchFamily="18" charset="0"/>
                        </a:rPr>
                        <m:t>m</m:t>
                      </m:r>
                    </m:oMath>
                  </m:oMathPara>
                </a14:m>
                <a:endParaRPr lang="fr-FR" b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fr-FR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  <m:sub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=1</m:t>
                      </m:r>
                    </m:oMath>
                  </m:oMathPara>
                </a14:m>
                <a:endParaRPr lang="fr-FR" b="0"/>
              </a:p>
            </p:txBody>
          </p:sp>
        </mc:Choice>
        <mc:Fallback>
          <p:sp>
            <p:nvSpPr>
              <p:cNvPr id="22" name="ZoneTexte 15">
                <a:extLst>
                  <a:ext uri="{FF2B5EF4-FFF2-40B4-BE49-F238E27FC236}">
                    <a16:creationId xmlns:a16="http://schemas.microsoft.com/office/drawing/2014/main" id="{EB26F127-C041-48DE-9926-4CED9ADF3DC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45135" y="5934670"/>
                <a:ext cx="2507441" cy="923330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803307686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Text Box 6"/>
          <p:cNvSpPr txBox="1">
            <a:spLocks noChangeArrowheads="1"/>
          </p:cNvSpPr>
          <p:nvPr/>
        </p:nvSpPr>
        <p:spPr bwMode="auto">
          <a:xfrm>
            <a:off x="2822352" y="90701"/>
            <a:ext cx="9369648" cy="618305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lIns="0" tIns="0" rIns="0" bIns="0"/>
          <a:lstStyle/>
          <a:p>
            <a:pPr>
              <a:tabLst>
                <a:tab pos="34290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r>
              <a:rPr lang="fr-FR" sz="3200">
                <a:solidFill>
                  <a:srgbClr val="0070C0"/>
                </a:solidFill>
                <a:cs typeface="Lucida Sans Unicode" charset="0"/>
              </a:rPr>
              <a:t>3 points significatifs – étude de la charge</a:t>
            </a:r>
          </a:p>
        </p:txBody>
      </p:sp>
      <p:sp>
        <p:nvSpPr>
          <p:cNvPr id="14" name="Espace réservé du pied de page 5">
            <a:extLst>
              <a:ext uri="{FF2B5EF4-FFF2-40B4-BE49-F238E27FC236}">
                <a16:creationId xmlns:a16="http://schemas.microsoft.com/office/drawing/2014/main" id="{88E91374-395C-41F3-B490-889E4A007E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-1695876" y="6461299"/>
            <a:ext cx="6396111" cy="306000"/>
          </a:xfrm>
        </p:spPr>
        <p:txBody>
          <a:bodyPr/>
          <a:lstStyle/>
          <a:p>
            <a:r>
              <a:rPr lang="fr-FR"/>
              <a:t>Propulsion navale </a:t>
            </a:r>
            <a:r>
              <a:rPr lang="fr-FR" err="1"/>
              <a:t>ScPF</a:t>
            </a:r>
            <a:endParaRPr lang="fr-FR"/>
          </a:p>
        </p:txBody>
      </p:sp>
      <p:sp>
        <p:nvSpPr>
          <p:cNvPr id="15" name="Espace réservé du numéro de diapositive 6">
            <a:extLst>
              <a:ext uri="{FF2B5EF4-FFF2-40B4-BE49-F238E27FC236}">
                <a16:creationId xmlns:a16="http://schemas.microsoft.com/office/drawing/2014/main" id="{422D6126-B397-463E-9CFA-749C1917AD84}"/>
              </a:ext>
            </a:extLst>
          </p:cNvPr>
          <p:cNvSpPr txBox="1">
            <a:spLocks/>
          </p:cNvSpPr>
          <p:nvPr/>
        </p:nvSpPr>
        <p:spPr>
          <a:xfrm>
            <a:off x="9598856" y="6552228"/>
            <a:ext cx="1069145" cy="30577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fr-FR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D1E3A3D-12A0-A14A-AD9F-0CE6AFFEFF3B}" type="slidenum">
              <a:rPr lang="fr-FR" smtClean="0"/>
              <a:pPr/>
              <a:t>26</a:t>
            </a:fld>
            <a:endParaRPr lang="fr-FR"/>
          </a:p>
        </p:txBody>
      </p:sp>
      <p:sp>
        <p:nvSpPr>
          <p:cNvPr id="16" name="Espace réservé de la date 4">
            <a:extLst>
              <a:ext uri="{FF2B5EF4-FFF2-40B4-BE49-F238E27FC236}">
                <a16:creationId xmlns:a16="http://schemas.microsoft.com/office/drawing/2014/main" id="{58B91D2B-6059-419E-9D6E-E0564A0B5B8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937384" y="6552228"/>
            <a:ext cx="2133600" cy="306000"/>
          </a:xfrm>
          <a:prstGeom prst="rect">
            <a:avLst/>
          </a:prstGeom>
        </p:spPr>
        <p:txBody>
          <a:bodyPr/>
          <a:lstStyle/>
          <a:p>
            <a:r>
              <a:rPr lang="fr-FR"/>
              <a:t>01-04-2022</a:t>
            </a:r>
          </a:p>
        </p:txBody>
      </p:sp>
      <p:pic>
        <p:nvPicPr>
          <p:cNvPr id="6" name="Picture 5" descr="Chart, line chart, scatter chart, surface chart&#10;&#10;Description automatically generated">
            <a:extLst>
              <a:ext uri="{FF2B5EF4-FFF2-40B4-BE49-F238E27FC236}">
                <a16:creationId xmlns:a16="http://schemas.microsoft.com/office/drawing/2014/main" id="{F1CA6128-5EA5-4432-843B-AC9C6316E17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3527" y="709006"/>
            <a:ext cx="11292142" cy="5315409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17" name="ZoneTexte 6">
                <a:extLst>
                  <a:ext uri="{FF2B5EF4-FFF2-40B4-BE49-F238E27FC236}">
                    <a16:creationId xmlns:a16="http://schemas.microsoft.com/office/drawing/2014/main" id="{529427C9-A266-4785-AD3B-83C7AC6E1FC5}"/>
                  </a:ext>
                </a:extLst>
              </p:cNvPr>
              <p:cNvSpPr txBox="1"/>
              <p:nvPr/>
            </p:nvSpPr>
            <p:spPr>
              <a:xfrm>
                <a:off x="1572992" y="5843969"/>
                <a:ext cx="2646506" cy="923330"/>
              </a:xfrm>
              <a:prstGeom prst="rect">
                <a:avLst/>
              </a:prstGeom>
              <a:noFill/>
            </p:spPr>
            <p:txBody>
              <a:bodyPr wrap="square" numCol="1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fr-FR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𝑠h</m:t>
                          </m:r>
                        </m:sub>
                      </m:sSub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fr-FR" i="1">
                          <a:latin typeface="Cambria Math" panose="02040503050406030204" pitchFamily="18" charset="0"/>
                        </a:rPr>
                        <m:t>31. 1</m:t>
                      </m:r>
                      <m:r>
                        <m:rPr>
                          <m:sty m:val="p"/>
                        </m:rPr>
                        <a:rPr lang="fr-FR">
                          <a:latin typeface="Cambria Math" panose="02040503050406030204" pitchFamily="18" charset="0"/>
                        </a:rPr>
                        <m:t>mΩ</m:t>
                      </m:r>
                    </m:oMath>
                  </m:oMathPara>
                </a14:m>
                <a:endParaRPr lang="fr-FR" b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fr-FR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𝐿</m:t>
                          </m:r>
                        </m:e>
                        <m:sub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=44.55 </m:t>
                      </m:r>
                      <m:r>
                        <m:rPr>
                          <m:sty m:val="p"/>
                        </m:rPr>
                        <a:rPr lang="fr-FR" b="0" i="0" smtClean="0">
                          <a:latin typeface="Cambria Math" panose="02040503050406030204" pitchFamily="18" charset="0"/>
                        </a:rPr>
                        <m:t>m</m:t>
                      </m:r>
                    </m:oMath>
                  </m:oMathPara>
                </a14:m>
                <a:endParaRPr lang="fr-FR" b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fr-FR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  <m:sub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=1</m:t>
                      </m:r>
                    </m:oMath>
                  </m:oMathPara>
                </a14:m>
                <a:endParaRPr lang="fr-FR" b="0"/>
              </a:p>
            </p:txBody>
          </p:sp>
        </mc:Choice>
        <mc:Fallback>
          <p:sp>
            <p:nvSpPr>
              <p:cNvPr id="17" name="ZoneTexte 6">
                <a:extLst>
                  <a:ext uri="{FF2B5EF4-FFF2-40B4-BE49-F238E27FC236}">
                    <a16:creationId xmlns:a16="http://schemas.microsoft.com/office/drawing/2014/main" id="{529427C9-A266-4785-AD3B-83C7AC6E1FC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72992" y="5843969"/>
                <a:ext cx="2646506" cy="92333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8" name="ZoneTexte 13">
                <a:extLst>
                  <a:ext uri="{FF2B5EF4-FFF2-40B4-BE49-F238E27FC236}">
                    <a16:creationId xmlns:a16="http://schemas.microsoft.com/office/drawing/2014/main" id="{76432E50-2C9F-4619-9686-889916C8D10E}"/>
                  </a:ext>
                </a:extLst>
              </p:cNvPr>
              <p:cNvSpPr txBox="1"/>
              <p:nvPr/>
            </p:nvSpPr>
            <p:spPr>
              <a:xfrm>
                <a:off x="5180973" y="5934192"/>
                <a:ext cx="2276457" cy="923330"/>
              </a:xfrm>
              <a:prstGeom prst="rect">
                <a:avLst/>
              </a:prstGeom>
              <a:noFill/>
            </p:spPr>
            <p:txBody>
              <a:bodyPr wrap="square" numCol="1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fr-FR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𝑠h</m:t>
                          </m:r>
                        </m:sub>
                      </m:sSub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=30.7 </m:t>
                      </m:r>
                      <m:r>
                        <m:rPr>
                          <m:sty m:val="p"/>
                        </m:rPr>
                        <a:rPr lang="fr-FR" b="0" i="0" smtClean="0">
                          <a:latin typeface="Cambria Math" panose="02040503050406030204" pitchFamily="18" charset="0"/>
                        </a:rPr>
                        <m:t>mΩ</m:t>
                      </m:r>
                    </m:oMath>
                  </m:oMathPara>
                </a14:m>
                <a:endParaRPr lang="fr-FR" b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fr-FR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𝐿</m:t>
                          </m:r>
                        </m:e>
                        <m:sub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=72.9</m:t>
                      </m:r>
                      <m:r>
                        <a:rPr lang="fr-FR" b="0" i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fr-FR" b="0" i="0" smtClean="0">
                          <a:latin typeface="Cambria Math" panose="02040503050406030204" pitchFamily="18" charset="0"/>
                        </a:rPr>
                        <m:t>m</m:t>
                      </m:r>
                    </m:oMath>
                  </m:oMathPara>
                </a14:m>
                <a:endParaRPr lang="fr-FR" b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fr-FR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  <m:sub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=1</m:t>
                      </m:r>
                    </m:oMath>
                  </m:oMathPara>
                </a14:m>
                <a:endParaRPr lang="fr-FR" b="0"/>
              </a:p>
            </p:txBody>
          </p:sp>
        </mc:Choice>
        <mc:Fallback>
          <p:sp>
            <p:nvSpPr>
              <p:cNvPr id="18" name="ZoneTexte 13">
                <a:extLst>
                  <a:ext uri="{FF2B5EF4-FFF2-40B4-BE49-F238E27FC236}">
                    <a16:creationId xmlns:a16="http://schemas.microsoft.com/office/drawing/2014/main" id="{76432E50-2C9F-4619-9686-889916C8D10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80973" y="5934192"/>
                <a:ext cx="2276457" cy="92333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9" name="ZoneTexte 15">
                <a:extLst>
                  <a:ext uri="{FF2B5EF4-FFF2-40B4-BE49-F238E27FC236}">
                    <a16:creationId xmlns:a16="http://schemas.microsoft.com/office/drawing/2014/main" id="{299C6E06-34E4-4B86-9312-8563B90D44C0}"/>
                  </a:ext>
                </a:extLst>
              </p:cNvPr>
              <p:cNvSpPr txBox="1"/>
              <p:nvPr/>
            </p:nvSpPr>
            <p:spPr>
              <a:xfrm>
                <a:off x="8262673" y="5843969"/>
                <a:ext cx="2507441" cy="923330"/>
              </a:xfrm>
              <a:prstGeom prst="rect">
                <a:avLst/>
              </a:prstGeom>
              <a:noFill/>
            </p:spPr>
            <p:txBody>
              <a:bodyPr wrap="square" numCol="1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fr-FR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𝑠h</m:t>
                          </m:r>
                        </m:sub>
                      </m:sSub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=29. </m:t>
                      </m:r>
                      <m:r>
                        <a:rPr lang="fr-FR" b="0" i="0" smtClean="0">
                          <a:latin typeface="Cambria Math" panose="02040503050406030204" pitchFamily="18" charset="0"/>
                        </a:rPr>
                        <m:t>4</m:t>
                      </m:r>
                      <m:r>
                        <m:rPr>
                          <m:sty m:val="p"/>
                        </m:rPr>
                        <a:rPr lang="fr-FR" b="0" i="0" smtClean="0">
                          <a:latin typeface="Cambria Math" panose="02040503050406030204" pitchFamily="18" charset="0"/>
                        </a:rPr>
                        <m:t>mΩ</m:t>
                      </m:r>
                    </m:oMath>
                  </m:oMathPara>
                </a14:m>
                <a:endParaRPr lang="fr-FR" b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fr-FR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𝐿</m:t>
                          </m:r>
                        </m:e>
                        <m:sub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=152.7 </m:t>
                      </m:r>
                      <m:r>
                        <m:rPr>
                          <m:sty m:val="p"/>
                        </m:rPr>
                        <a:rPr lang="fr-FR" b="0" i="0" smtClean="0">
                          <a:latin typeface="Cambria Math" panose="02040503050406030204" pitchFamily="18" charset="0"/>
                        </a:rPr>
                        <m:t>m</m:t>
                      </m:r>
                    </m:oMath>
                  </m:oMathPara>
                </a14:m>
                <a:endParaRPr lang="fr-FR" b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fr-FR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  <m:sub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=1</m:t>
                      </m:r>
                    </m:oMath>
                  </m:oMathPara>
                </a14:m>
                <a:endParaRPr lang="fr-FR" b="0"/>
              </a:p>
            </p:txBody>
          </p:sp>
        </mc:Choice>
        <mc:Fallback>
          <p:sp>
            <p:nvSpPr>
              <p:cNvPr id="19" name="ZoneTexte 15">
                <a:extLst>
                  <a:ext uri="{FF2B5EF4-FFF2-40B4-BE49-F238E27FC236}">
                    <a16:creationId xmlns:a16="http://schemas.microsoft.com/office/drawing/2014/main" id="{299C6E06-34E4-4B86-9312-8563B90D44C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62673" y="5843969"/>
                <a:ext cx="2507441" cy="923330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455546526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3" name="Text Box 1"/>
          <p:cNvSpPr txBox="1">
            <a:spLocks noChangeArrowheads="1"/>
          </p:cNvSpPr>
          <p:nvPr/>
        </p:nvSpPr>
        <p:spPr bwMode="auto">
          <a:xfrm>
            <a:off x="1776000" y="1892970"/>
            <a:ext cx="8640000" cy="3624262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lIns="90000" tIns="46800" rIns="90000" bIns="46800" anchor="ctr"/>
          <a:lstStyle/>
          <a:p>
            <a:pPr algn="ctr"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r>
              <a:rPr lang="en-US" sz="3200" b="1">
                <a:solidFill>
                  <a:srgbClr val="000000"/>
                </a:solidFill>
                <a:ea typeface="ＭＳ Ｐゴシック" charset="-128"/>
              </a:rPr>
              <a:t>V. </a:t>
            </a:r>
            <a:r>
              <a:rPr lang="en-US" sz="3200" b="1" err="1">
                <a:solidFill>
                  <a:srgbClr val="000000"/>
                </a:solidFill>
                <a:ea typeface="ＭＳ Ｐゴシック" charset="-128"/>
              </a:rPr>
              <a:t>Améliration</a:t>
            </a:r>
            <a:r>
              <a:rPr lang="en-US" sz="3200" b="1">
                <a:solidFill>
                  <a:srgbClr val="000000"/>
                </a:solidFill>
                <a:ea typeface="ＭＳ Ｐゴシック" charset="-128"/>
              </a:rPr>
              <a:t> de la simulation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Propulsion navale </a:t>
            </a:r>
            <a:r>
              <a:rPr lang="fr-FR" err="1"/>
              <a:t>ScPF</a:t>
            </a:r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4294967295"/>
          </p:nvPr>
        </p:nvSpPr>
        <p:spPr>
          <a:xfrm>
            <a:off x="9598856" y="6552228"/>
            <a:ext cx="1069145" cy="305772"/>
          </a:xfrm>
        </p:spPr>
        <p:txBody>
          <a:bodyPr/>
          <a:lstStyle/>
          <a:p>
            <a:fld id="{AD1E3A3D-12A0-A14A-AD9F-0CE6AFFEFF3B}" type="slidenum">
              <a:rPr lang="fr-FR" smtClean="0"/>
              <a:pPr/>
              <a:t>27</a:t>
            </a:fld>
            <a:endParaRPr lang="fr-FR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>
          <a:xfrm>
            <a:off x="8534400" y="6552000"/>
            <a:ext cx="2133600" cy="306000"/>
          </a:xfrm>
          <a:prstGeom prst="rect">
            <a:avLst/>
          </a:prstGeom>
        </p:spPr>
        <p:txBody>
          <a:bodyPr/>
          <a:lstStyle/>
          <a:p>
            <a:r>
              <a:rPr lang="fr-FR"/>
              <a:t>01-04-2022</a:t>
            </a:r>
          </a:p>
        </p:txBody>
      </p:sp>
    </p:spTree>
    <p:extLst>
      <p:ext uri="{BB962C8B-B14F-4D97-AF65-F5344CB8AC3E}">
        <p14:creationId xmlns:p14="http://schemas.microsoft.com/office/powerpoint/2010/main" val="445914986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3" name="Text Box 1"/>
          <p:cNvSpPr txBox="1">
            <a:spLocks noChangeArrowheads="1"/>
          </p:cNvSpPr>
          <p:nvPr/>
        </p:nvSpPr>
        <p:spPr bwMode="auto">
          <a:xfrm>
            <a:off x="1776000" y="1892970"/>
            <a:ext cx="8640000" cy="3624262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lIns="90000" tIns="46800" rIns="90000" bIns="46800" anchor="ctr"/>
          <a:lstStyle/>
          <a:p>
            <a:pPr algn="ctr"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r>
              <a:rPr lang="en-US" sz="2800" b="1">
                <a:solidFill>
                  <a:srgbClr val="000000"/>
                </a:solidFill>
                <a:ea typeface="ＭＳ Ｐゴシック"/>
              </a:rPr>
              <a:t>V.1 </a:t>
            </a:r>
            <a:r>
              <a:rPr lang="en-US" sz="2800" b="1" err="1">
                <a:solidFill>
                  <a:srgbClr val="000000"/>
                </a:solidFill>
                <a:ea typeface="ＭＳ Ｐゴシック"/>
              </a:rPr>
              <a:t>Parallélisation</a:t>
            </a:r>
            <a:endParaRPr lang="en-US" sz="2800" b="1">
              <a:solidFill>
                <a:srgbClr val="000000"/>
              </a:solidFill>
              <a:ea typeface="ＭＳ Ｐゴシック"/>
              <a:cs typeface="Calibri"/>
            </a:endParaRP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Propulsion navale </a:t>
            </a:r>
            <a:r>
              <a:rPr lang="fr-FR" err="1"/>
              <a:t>ScPF</a:t>
            </a:r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4294967295"/>
          </p:nvPr>
        </p:nvSpPr>
        <p:spPr>
          <a:xfrm>
            <a:off x="9598856" y="6552228"/>
            <a:ext cx="1069145" cy="305772"/>
          </a:xfrm>
        </p:spPr>
        <p:txBody>
          <a:bodyPr/>
          <a:lstStyle/>
          <a:p>
            <a:fld id="{AD1E3A3D-12A0-A14A-AD9F-0CE6AFFEFF3B}" type="slidenum">
              <a:rPr lang="fr-FR" smtClean="0"/>
              <a:pPr/>
              <a:t>28</a:t>
            </a:fld>
            <a:endParaRPr lang="fr-FR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>
          <a:xfrm>
            <a:off x="8534400" y="6552000"/>
            <a:ext cx="2133600" cy="306000"/>
          </a:xfrm>
          <a:prstGeom prst="rect">
            <a:avLst/>
          </a:prstGeom>
        </p:spPr>
        <p:txBody>
          <a:bodyPr/>
          <a:lstStyle/>
          <a:p>
            <a:r>
              <a:rPr lang="fr-FR"/>
              <a:t>01-04-2022</a:t>
            </a:r>
          </a:p>
        </p:txBody>
      </p:sp>
    </p:spTree>
    <p:extLst>
      <p:ext uri="{BB962C8B-B14F-4D97-AF65-F5344CB8AC3E}">
        <p14:creationId xmlns:p14="http://schemas.microsoft.com/office/powerpoint/2010/main" val="1963488085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3" name="Text Box 1"/>
          <p:cNvSpPr txBox="1">
            <a:spLocks noChangeArrowheads="1"/>
          </p:cNvSpPr>
          <p:nvPr/>
        </p:nvSpPr>
        <p:spPr bwMode="auto">
          <a:xfrm>
            <a:off x="2028000" y="1877204"/>
            <a:ext cx="8640000" cy="3624262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lIns="90000" tIns="46800" rIns="90000" bIns="46800" anchor="ctr"/>
          <a:lstStyle/>
          <a:p>
            <a:pPr algn="ctr"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endParaRPr lang="en-US" sz="2800" b="1">
              <a:solidFill>
                <a:srgbClr val="000000"/>
              </a:solidFill>
              <a:ea typeface="ＭＳ Ｐゴシック"/>
              <a:cs typeface="Calibri"/>
            </a:endParaRP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Propulsion navale </a:t>
            </a:r>
            <a:r>
              <a:rPr lang="fr-FR" err="1"/>
              <a:t>ScPF</a:t>
            </a:r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4294967295"/>
          </p:nvPr>
        </p:nvSpPr>
        <p:spPr>
          <a:xfrm>
            <a:off x="9598856" y="6552228"/>
            <a:ext cx="1069145" cy="305772"/>
          </a:xfrm>
        </p:spPr>
        <p:txBody>
          <a:bodyPr/>
          <a:lstStyle/>
          <a:p>
            <a:fld id="{AD1E3A3D-12A0-A14A-AD9F-0CE6AFFEFF3B}" type="slidenum">
              <a:rPr lang="fr-FR" smtClean="0"/>
              <a:pPr/>
              <a:t>29</a:t>
            </a:fld>
            <a:endParaRPr lang="fr-FR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>
          <a:xfrm>
            <a:off x="8534400" y="6552000"/>
            <a:ext cx="2133600" cy="306000"/>
          </a:xfrm>
          <a:prstGeom prst="rect">
            <a:avLst/>
          </a:prstGeom>
        </p:spPr>
        <p:txBody>
          <a:bodyPr/>
          <a:lstStyle/>
          <a:p>
            <a:r>
              <a:rPr lang="fr-FR"/>
              <a:t>01-04-2022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8" name="Text Box 6">
                <a:extLst>
                  <a:ext uri="{FF2B5EF4-FFF2-40B4-BE49-F238E27FC236}">
                    <a16:creationId xmlns:a16="http://schemas.microsoft.com/office/drawing/2014/main" id="{145C847C-FD58-4BC8-BEDB-2577921D37C9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298352" y="590307"/>
                <a:ext cx="9369648" cy="5677385"/>
              </a:xfrm>
              <a:prstGeom prst="rect">
                <a:avLst/>
              </a:prstGeom>
              <a:noFill/>
              <a:ln w="9525">
                <a:noFill/>
                <a:round/>
                <a:headEnd/>
                <a:tailEnd/>
              </a:ln>
              <a:effectLst/>
            </p:spPr>
            <p:txBody>
              <a:bodyPr lIns="0" tIns="0" rIns="0" bIns="0"/>
              <a:lstStyle/>
              <a:p>
                <a:pPr>
                  <a:tabLst>
                    <a:tab pos="34290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</a:pPr>
                <a:r>
                  <a:rPr lang="fr-FR" sz="3200">
                    <a:solidFill>
                      <a:srgbClr val="0070C0"/>
                    </a:solidFill>
                    <a:cs typeface="Lucida Sans Unicode" charset="0"/>
                  </a:rPr>
                  <a:t>Problème plus pertinent – Ajout du supraconducteur</a:t>
                </a:r>
              </a:p>
              <a:p>
                <a:pPr>
                  <a:tabLst>
                    <a:tab pos="34290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</a:pPr>
                <a:endParaRPr lang="fr-FR" altLang="ja-JP">
                  <a:solidFill>
                    <a:srgbClr val="000000"/>
                  </a:solidFill>
                  <a:ea typeface="Lucida Sans Unicode" charset="0"/>
                  <a:cs typeface="Lucida Sans Unicode" charset="0"/>
                </a:endParaRPr>
              </a:p>
              <a:p>
                <a:pPr indent="0" algn="ctr">
                  <a:buNone/>
                  <a:tabLst>
                    <a:tab pos="34290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</a:pPr>
                <a:endParaRPr lang="fr-FR" sz="2400">
                  <a:solidFill>
                    <a:srgbClr val="000000"/>
                  </a:solidFill>
                  <a:ea typeface="Lucida Sans Unicode" charset="0"/>
                  <a:cs typeface="Lucida Sans Unicode" charset="0"/>
                </a:endParaRPr>
              </a:p>
              <a:p>
                <a:pPr>
                  <a:tabLst>
                    <a:tab pos="34290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</a:pPr>
                <a:r>
                  <a:rPr lang="fr-FR" altLang="ja-JP" sz="2400">
                    <a:solidFill>
                      <a:srgbClr val="000000"/>
                    </a:solidFill>
                    <a:ea typeface="Lucida Sans Unicode" charset="0"/>
                    <a:cs typeface="Lucida Sans Unicode" charset="0"/>
                  </a:rPr>
                  <a:t>Objectif : minimiser les coûts</a:t>
                </a:r>
              </a:p>
              <a:p>
                <a:pPr>
                  <a:tabLst>
                    <a:tab pos="34290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</a:pPr>
                <a:endParaRPr lang="fr-FR" sz="2400">
                  <a:solidFill>
                    <a:srgbClr val="000000"/>
                  </a:solidFill>
                  <a:latin typeface="Lucida Sans Unicode" charset="0"/>
                  <a:ea typeface="Cambria Math" panose="02040503050406030204" pitchFamily="18" charset="0"/>
                  <a:cs typeface="Lucida Sans Unicode" charset="0"/>
                </a:endParaRPr>
              </a:p>
              <a:p>
                <a:pPr>
                  <a:tabLst>
                    <a:tab pos="34290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fr-FR" sz="1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fr-FR" sz="18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fr-FR" sz="1800" b="0" i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min</m:t>
                              </m:r>
                            </m:e>
                            <m:lim>
                              <m:d>
                                <m:dPr>
                                  <m:ctrlPr>
                                    <a:rPr lang="fr-FR" sz="18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fr-FR" sz="1800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fr-FR" sz="1800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𝑅</m:t>
                                      </m:r>
                                    </m:e>
                                    <m:sub>
                                      <m:r>
                                        <a:rPr lang="fr-FR" sz="1800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𝑆h</m:t>
                                      </m:r>
                                    </m:sub>
                                  </m:sSub>
                                  <m:r>
                                    <a:rPr lang="fr-FR" sz="18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, </m:t>
                                  </m:r>
                                  <m:sSub>
                                    <m:sSubPr>
                                      <m:ctrlPr>
                                        <a:rPr lang="fr-FR" sz="1800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fr-FR" sz="1800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𝐿</m:t>
                                      </m:r>
                                    </m:e>
                                    <m:sub>
                                      <m:r>
                                        <a:rPr lang="fr-FR" sz="1800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𝑡</m:t>
                                      </m:r>
                                    </m:sub>
                                  </m:sSub>
                                  <m:r>
                                    <a:rPr lang="fr-FR" sz="18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, </m:t>
                                  </m:r>
                                  <m:sSub>
                                    <m:sSubPr>
                                      <m:ctrlPr>
                                        <a:rPr lang="fr-FR" sz="1800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fr-FR" sz="1800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𝑛</m:t>
                                      </m:r>
                                    </m:e>
                                    <m:sub>
                                      <m:r>
                                        <a:rPr lang="fr-FR" sz="1800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𝑡</m:t>
                                      </m:r>
                                    </m:sub>
                                  </m:sSub>
                                </m:e>
                              </m:d>
                              <m:r>
                                <a:rPr lang="fr-FR" sz="18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∈</m:t>
                              </m:r>
                              <m:r>
                                <a:rPr lang="fr-FR" sz="18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𝐷𝑜𝑚𝑎𝑖𝑛𝑒</m:t>
                              </m:r>
                            </m:lim>
                          </m:limLow>
                        </m:fName>
                        <m:e>
                          <m:sSub>
                            <m:sSubPr>
                              <m:ctrlPr>
                                <a:rPr lang="fr-FR" sz="18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fr-FR" sz="18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fr-FR" sz="18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𝑠h</m:t>
                              </m:r>
                            </m:sub>
                          </m:sSub>
                          <m:func>
                            <m:funcPr>
                              <m:ctrlPr>
                                <a:rPr lang="fr-FR" sz="18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limLow>
                                <m:limLowPr>
                                  <m:ctrlPr>
                                    <a:rPr lang="fr-FR" sz="18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limLowPr>
                                <m:e>
                                  <m:r>
                                    <m:rPr>
                                      <m:sty m:val="p"/>
                                    </m:rPr>
                                    <a:rPr lang="fr-FR" sz="1800" b="0" i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min</m:t>
                                  </m:r>
                                </m:e>
                                <m:lim>
                                  <m:d>
                                    <m:dPr>
                                      <m:ctrlPr>
                                        <a:rPr lang="fr-FR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fr-FR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fr-FR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𝑅</m:t>
                                          </m:r>
                                        </m:e>
                                        <m:sub>
                                          <m:r>
                                            <a:rPr lang="fr-FR" b="0" i="1" smtClean="0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𝑆</m:t>
                                          </m:r>
                                          <m:r>
                                            <a:rPr lang="fr-FR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h</m:t>
                                          </m:r>
                                        </m:sub>
                                      </m:sSub>
                                      <m:r>
                                        <a:rPr lang="fr-FR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, </m:t>
                                      </m:r>
                                      <m:sSub>
                                        <m:sSubPr>
                                          <m:ctrlPr>
                                            <a:rPr lang="fr-FR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fr-FR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𝐿</m:t>
                                          </m:r>
                                        </m:e>
                                        <m:sub>
                                          <m:r>
                                            <a:rPr lang="fr-FR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𝑡</m:t>
                                          </m:r>
                                        </m:sub>
                                      </m:sSub>
                                      <m:r>
                                        <a:rPr lang="fr-FR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, </m:t>
                                      </m:r>
                                      <m:sSub>
                                        <m:sSubPr>
                                          <m:ctrlPr>
                                            <a:rPr lang="fr-FR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fr-FR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𝑛</m:t>
                                          </m:r>
                                        </m:e>
                                        <m:sub>
                                          <m:r>
                                            <a:rPr lang="fr-FR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𝑡</m:t>
                                          </m:r>
                                        </m:sub>
                                      </m:sSub>
                                    </m:e>
                                  </m:d>
                                  <m:r>
                                    <a:rPr lang="fr-FR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∈</m:t>
                                  </m:r>
                                  <m:r>
                                    <a:rPr lang="fr-FR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𝐷𝑜𝑚𝑎𝑖𝑛𝑒</m:t>
                                  </m:r>
                                </m:lim>
                              </m:limLow>
                            </m:fName>
                            <m:e>
                              <m:sSub>
                                <m:sSubPr>
                                  <m:ctrlPr>
                                    <a:rPr lang="fr-FR" sz="18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fr-FR" sz="18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𝐿</m:t>
                                  </m:r>
                                </m:e>
                                <m:sub>
                                  <m:r>
                                    <a:rPr lang="fr-FR" sz="18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𝑡</m:t>
                                  </m:r>
                                </m:sub>
                              </m:sSub>
                              <m:r>
                                <a:rPr lang="fr-FR" sz="18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.</m:t>
                              </m:r>
                              <m:sSub>
                                <m:sSubPr>
                                  <m:ctrlPr>
                                    <a:rPr lang="fr-FR" sz="18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fr-FR" sz="18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𝑛</m:t>
                                  </m:r>
                                </m:e>
                                <m:sub>
                                  <m:r>
                                    <a:rPr lang="fr-FR" sz="18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𝑡</m:t>
                                  </m:r>
                                </m:sub>
                              </m:sSub>
                            </m:e>
                          </m:func>
                        </m:e>
                      </m:func>
                    </m:oMath>
                  </m:oMathPara>
                </a14:m>
                <a:endParaRPr lang="en-US" sz="1800">
                  <a:solidFill>
                    <a:schemeClr val="tx1"/>
                  </a:solidFill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>
                  <a:tabLst>
                    <a:tab pos="34290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</a:pPr>
                <a:endParaRPr lang="en-US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>
                  <a:spcAft>
                    <a:spcPts val="200"/>
                  </a:spcAft>
                  <a:tabLst>
                    <a:tab pos="34290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</a:pPr>
                <a:r>
                  <a:rPr lang="en-US" err="1">
                    <a:latin typeface="Cambria Math" panose="02040503050406030204" pitchFamily="18" charset="0"/>
                    <a:ea typeface="Cambria Math" panose="02040503050406030204" pitchFamily="18" charset="0"/>
                  </a:rPr>
                  <a:t>s.t.</a:t>
                </a:r>
                <a:r>
                  <a:rPr lang="en-US">
                    <a:latin typeface="Cambria Math" panose="02040503050406030204" pitchFamily="18" charset="0"/>
                    <a:ea typeface="Cambria Math" panose="02040503050406030204" pitchFamily="18" charset="0"/>
                  </a:rPr>
                  <a:t>  </a:t>
                </a:r>
                <a14:m>
                  <m:oMath xmlns:m="http://schemas.openxmlformats.org/officeDocument/2006/math">
                    <m:d>
                      <m:dPr>
                        <m:begChr m:val="{"/>
                        <m:endChr m:val=""/>
                        <m:ctrlPr>
                          <a:rPr lang="en-US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eqArr>
                          <m:eqArrPr>
                            <m:ctrlP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eqArrPr>
                          <m:e>
                            <m:r>
                              <a:rPr lang="fr-FR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1.2</m:t>
                            </m:r>
                            <m:sSub>
                              <m:sSubPr>
                                <m:ctrlPr>
                                  <a:rPr lang="fr-FR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fr-FR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𝑃</m:t>
                                </m:r>
                              </m:e>
                              <m:sub>
                                <m:r>
                                  <a:rPr lang="fr-FR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𝑙𝑖𝑚</m:t>
                                </m:r>
                                <m:r>
                                  <a:rPr lang="fr-FR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0</m:t>
                                </m:r>
                              </m:sub>
                            </m:sSub>
                            <m:r>
                              <a:rPr lang="fr-FR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 −</m:t>
                            </m:r>
                            <m:sSub>
                              <m:sSubPr>
                                <m:ctrlPr>
                                  <a:rPr lang="fr-FR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fr-FR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𝑃</m:t>
                                </m:r>
                              </m:e>
                              <m:sub>
                                <m:r>
                                  <a:rPr lang="fr-FR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𝑙𝑖𝑚</m:t>
                                </m:r>
                              </m:sub>
                            </m:sSub>
                            <m:r>
                              <a:rPr lang="fr-FR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&lt;0</m:t>
                            </m:r>
                          </m:e>
                          <m:e>
                            <m:r>
                              <a:rPr lang="fr-FR" b="0" i="1" smtClean="0">
                                <a:latin typeface="Cambria Math" panose="02040503050406030204" pitchFamily="18" charset="0"/>
                              </a:rPr>
                              <m:t>𝑙𝑒</m:t>
                            </m:r>
                            <m:r>
                              <a:rPr lang="fr-FR" b="0" i="1" smtClean="0"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a:rPr lang="fr-FR" b="0" i="1" smtClean="0">
                                <a:latin typeface="Cambria Math" panose="02040503050406030204" pitchFamily="18" charset="0"/>
                              </a:rPr>
                              <m:t>𝑟</m:t>
                            </m:r>
                            <m:r>
                              <a:rPr lang="fr-FR" b="0" i="1" smtClean="0">
                                <a:latin typeface="Cambria Math" panose="02040503050406030204" pitchFamily="18" charset="0"/>
                              </a:rPr>
                              <m:t>é</m:t>
                            </m:r>
                            <m:r>
                              <a:rPr lang="fr-FR" b="0" i="1" smtClean="0">
                                <a:latin typeface="Cambria Math" panose="02040503050406030204" pitchFamily="18" charset="0"/>
                              </a:rPr>
                              <m:t>𝑔𝑖𝑚𝑒</m:t>
                            </m:r>
                            <m:r>
                              <a:rPr lang="fr-FR" b="0" i="1" smtClean="0"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a:rPr lang="fr-FR" b="0" i="1" smtClean="0">
                                <a:latin typeface="Cambria Math" panose="02040503050406030204" pitchFamily="18" charset="0"/>
                              </a:rPr>
                              <m:t>𝑒𝑠𝑡</m:t>
                            </m:r>
                            <m:r>
                              <a:rPr lang="fr-FR" b="0" i="1" smtClean="0"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a:rPr lang="fr-FR" b="0" i="1" smtClean="0">
                                <a:latin typeface="Cambria Math" panose="02040503050406030204" pitchFamily="18" charset="0"/>
                              </a:rPr>
                              <m:t>𝑠𝑡𝑎𝑏𝑙𝑒</m:t>
                            </m:r>
                          </m:e>
                          <m:e>
                            <m:sSub>
                              <m:sSubPr>
                                <m:ctrlPr>
                                  <a:rPr lang="fr-FR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fr-FR" b="0" i="1" smtClean="0">
                                    <a:latin typeface="Cambria Math" panose="02040503050406030204" pitchFamily="18" charset="0"/>
                                  </a:rPr>
                                  <m:t>𝑇</m:t>
                                </m:r>
                              </m:e>
                              <m:sub>
                                <m:r>
                                  <a:rPr lang="fr-FR" b="0" i="1" smtClean="0">
                                    <a:latin typeface="Cambria Math" panose="02040503050406030204" pitchFamily="18" charset="0"/>
                                  </a:rPr>
                                  <m:t>𝑆𝑐</m:t>
                                </m:r>
                              </m:sub>
                            </m:sSub>
                            <m:r>
                              <a:rPr lang="fr-FR" b="0" i="1" smtClean="0">
                                <a:latin typeface="Cambria Math" panose="02040503050406030204" pitchFamily="18" charset="0"/>
                              </a:rPr>
                              <m:t> −</m:t>
                            </m:r>
                            <m:sSub>
                              <m:sSubPr>
                                <m:ctrlPr>
                                  <a:rPr lang="fr-FR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fr-FR" b="0" i="1" smtClean="0">
                                    <a:latin typeface="Cambria Math" panose="02040503050406030204" pitchFamily="18" charset="0"/>
                                  </a:rPr>
                                  <m:t>𝑇</m:t>
                                </m:r>
                              </m:e>
                              <m:sub>
                                <m:r>
                                  <a:rPr lang="fr-FR" b="0" i="1" smtClean="0">
                                    <a:latin typeface="Cambria Math" panose="02040503050406030204" pitchFamily="18" charset="0"/>
                                  </a:rPr>
                                  <m:t>𝑚𝑎𝑥</m:t>
                                </m:r>
                              </m:sub>
                            </m:sSub>
                            <m:r>
                              <a:rPr lang="fr-FR" b="0" i="1" smtClean="0">
                                <a:latin typeface="Cambria Math" panose="02040503050406030204" pitchFamily="18" charset="0"/>
                              </a:rPr>
                              <m:t>&lt;0</m:t>
                            </m:r>
                          </m:e>
                          <m:e>
                            <m:r>
                              <a:rPr lang="fr-FR" b="0" i="1" smtClean="0">
                                <a:latin typeface="Cambria Math" panose="02040503050406030204" pitchFamily="18" charset="0"/>
                              </a:rPr>
                              <m:t>−10 000 −</m:t>
                            </m:r>
                            <m:sSub>
                              <m:sSubPr>
                                <m:ctrlPr>
                                  <a:rPr lang="fr-FR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fr-FR" b="0" i="1" smtClean="0">
                                    <a:latin typeface="Cambria Math" panose="02040503050406030204" pitchFamily="18" charset="0"/>
                                  </a:rPr>
                                  <m:t>𝑉</m:t>
                                </m:r>
                              </m:e>
                              <m:sub>
                                <m:r>
                                  <a:rPr lang="fr-FR" b="0" i="1" smtClean="0">
                                    <a:latin typeface="Cambria Math" panose="02040503050406030204" pitchFamily="18" charset="0"/>
                                  </a:rPr>
                                  <m:t>𝐶𝑃𝐿</m:t>
                                </m:r>
                              </m:sub>
                            </m:sSub>
                            <m:r>
                              <a:rPr lang="fr-FR" b="0" i="1" smtClean="0">
                                <a:latin typeface="Cambria Math" panose="02040503050406030204" pitchFamily="18" charset="0"/>
                              </a:rPr>
                              <m:t>&lt;0</m:t>
                            </m:r>
                          </m:e>
                          <m:e>
                            <m:sSub>
                              <m:sSubPr>
                                <m:ctrlPr>
                                  <a:rPr lang="fr-FR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fr-FR" b="0" i="1" smtClean="0">
                                    <a:latin typeface="Cambria Math" panose="02040503050406030204" pitchFamily="18" charset="0"/>
                                  </a:rPr>
                                  <m:t>𝑉</m:t>
                                </m:r>
                              </m:e>
                              <m:sub>
                                <m:r>
                                  <a:rPr lang="fr-FR" b="0" i="1" smtClean="0">
                                    <a:latin typeface="Cambria Math" panose="02040503050406030204" pitchFamily="18" charset="0"/>
                                  </a:rPr>
                                  <m:t>𝐶𝑃𝐿</m:t>
                                </m:r>
                              </m:sub>
                            </m:sSub>
                            <m:r>
                              <a:rPr lang="fr-FR" b="0" i="1" smtClean="0">
                                <a:latin typeface="Cambria Math" panose="02040503050406030204" pitchFamily="18" charset="0"/>
                              </a:rPr>
                              <m:t>−20</m:t>
                            </m:r>
                            <m:sSub>
                              <m:sSubPr>
                                <m:ctrlPr>
                                  <a:rPr lang="fr-FR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fr-FR" b="0" i="1" smtClean="0">
                                    <a:latin typeface="Cambria Math" panose="02040503050406030204" pitchFamily="18" charset="0"/>
                                  </a:rPr>
                                  <m:t>𝑉</m:t>
                                </m:r>
                              </m:e>
                              <m:sub>
                                <m:r>
                                  <a:rPr lang="fr-FR" b="0" i="1" smtClean="0">
                                    <a:latin typeface="Cambria Math" panose="02040503050406030204" pitchFamily="18" charset="0"/>
                                  </a:rPr>
                                  <m:t>𝑒</m:t>
                                </m:r>
                              </m:sub>
                            </m:sSub>
                            <m:r>
                              <a:rPr lang="fr-FR" b="0" i="1" smtClean="0">
                                <a:latin typeface="Cambria Math" panose="02040503050406030204" pitchFamily="18" charset="0"/>
                              </a:rPr>
                              <m:t>&lt;0</m:t>
                            </m:r>
                          </m:e>
                          <m:e>
                            <m:sSub>
                              <m:sSubPr>
                                <m:ctrlPr>
                                  <a:rPr lang="fr-FR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fr-FR" b="0" i="1" smtClean="0">
                                    <a:latin typeface="Cambria Math" panose="02040503050406030204" pitchFamily="18" charset="0"/>
                                  </a:rPr>
                                  <m:t>𝐼</m:t>
                                </m:r>
                              </m:e>
                              <m:sub>
                                <m:r>
                                  <a:rPr lang="fr-FR" b="0" i="1" smtClean="0">
                                    <a:latin typeface="Cambria Math" panose="02040503050406030204" pitchFamily="18" charset="0"/>
                                  </a:rPr>
                                  <m:t>𝐶𝑃𝐿</m:t>
                                </m:r>
                              </m:sub>
                            </m:sSub>
                            <m:r>
                              <a:rPr lang="fr-FR" b="0" i="1" smtClean="0">
                                <a:latin typeface="Cambria Math" panose="02040503050406030204" pitchFamily="18" charset="0"/>
                              </a:rPr>
                              <m:t>−10 000&lt;0</m:t>
                            </m:r>
                          </m:e>
                        </m:eqArr>
                      </m:e>
                    </m:d>
                  </m:oMath>
                </a14:m>
                <a:endParaRPr lang="en-US" sz="1800">
                  <a:solidFill>
                    <a:schemeClr val="tx1"/>
                  </a:solidFill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>
                  <a:tabLst>
                    <a:tab pos="34290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</a:pPr>
                <a:endParaRPr lang="fr-FR" altLang="ja-JP">
                  <a:solidFill>
                    <a:srgbClr val="000000"/>
                  </a:solidFill>
                  <a:ea typeface="Lucida Sans Unicode" charset="0"/>
                  <a:cs typeface="Lucida Sans Unicode" charset="0"/>
                </a:endParaRPr>
              </a:p>
              <a:p>
                <a:pPr>
                  <a:tabLst>
                    <a:tab pos="34290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</a:pPr>
                <a:r>
                  <a:rPr lang="fr-FR" altLang="ja-JP">
                    <a:solidFill>
                      <a:srgbClr val="000000"/>
                    </a:solidFill>
                    <a:ea typeface="Lucida Sans Unicode" charset="0"/>
                    <a:cs typeface="Lucida Sans Unicode" charset="0"/>
                  </a:rPr>
                  <a:t>	Domaine :</a:t>
                </a:r>
              </a:p>
              <a:p>
                <a:pPr>
                  <a:tabLst>
                    <a:tab pos="34290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fr-FR" altLang="ja-JP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Lucida Sans Unicode" charset="0"/>
                              <a:cs typeface="Lucida Sans Unicode" charset="0"/>
                            </a:rPr>
                          </m:ctrlPr>
                        </m:sSubPr>
                        <m:e>
                          <m:r>
                            <a:rPr lang="fr-FR" altLang="ja-JP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Lucida Sans Unicode" charset="0"/>
                              <a:cs typeface="Lucida Sans Unicode" charset="0"/>
                            </a:rPr>
                            <m:t>(</m:t>
                          </m:r>
                          <m:r>
                            <a:rPr lang="fr-FR" altLang="ja-JP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Lucida Sans Unicode" charset="0"/>
                              <a:cs typeface="Lucida Sans Unicode" charset="0"/>
                            </a:rPr>
                            <m:t>𝑅</m:t>
                          </m:r>
                        </m:e>
                        <m:sub>
                          <m:r>
                            <a:rPr lang="fr-FR" altLang="ja-JP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Lucida Sans Unicode" charset="0"/>
                              <a:cs typeface="Lucida Sans Unicode" charset="0"/>
                            </a:rPr>
                            <m:t>𝑆h</m:t>
                          </m:r>
                        </m:sub>
                      </m:sSub>
                      <m:r>
                        <a:rPr lang="fr-FR" altLang="ja-JP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Lucida Sans Unicode" charset="0"/>
                          <a:cs typeface="Lucida Sans Unicode" charset="0"/>
                        </a:rPr>
                        <m:t>, </m:t>
                      </m:r>
                      <m:sSub>
                        <m:sSubPr>
                          <m:ctrlPr>
                            <a:rPr lang="fr-FR" altLang="ja-JP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Lucida Sans Unicode" charset="0"/>
                              <a:cs typeface="Lucida Sans Unicode" charset="0"/>
                            </a:rPr>
                          </m:ctrlPr>
                        </m:sSubPr>
                        <m:e>
                          <m:r>
                            <a:rPr lang="fr-FR" altLang="ja-JP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Lucida Sans Unicode" charset="0"/>
                              <a:cs typeface="Lucida Sans Unicode" charset="0"/>
                            </a:rPr>
                            <m:t>𝐿</m:t>
                          </m:r>
                        </m:e>
                        <m:sub>
                          <m:r>
                            <a:rPr lang="fr-FR" altLang="ja-JP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Lucida Sans Unicode" charset="0"/>
                              <a:cs typeface="Lucida Sans Unicode" charset="0"/>
                            </a:rPr>
                            <m:t>𝑡</m:t>
                          </m:r>
                        </m:sub>
                      </m:sSub>
                      <m:r>
                        <a:rPr lang="fr-FR" altLang="ja-JP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Lucida Sans Unicode" charset="0"/>
                          <a:cs typeface="Lucida Sans Unicode" charset="0"/>
                        </a:rPr>
                        <m:t>, </m:t>
                      </m:r>
                      <m:sSub>
                        <m:sSubPr>
                          <m:ctrlPr>
                            <a:rPr lang="fr-FR" altLang="ja-JP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Lucida Sans Unicode" charset="0"/>
                              <a:cs typeface="Lucida Sans Unicode" charset="0"/>
                            </a:rPr>
                          </m:ctrlPr>
                        </m:sSubPr>
                        <m:e>
                          <m:r>
                            <a:rPr lang="fr-FR" altLang="ja-JP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Lucida Sans Unicode" charset="0"/>
                              <a:cs typeface="Lucida Sans Unicode" charset="0"/>
                            </a:rPr>
                            <m:t>𝑛</m:t>
                          </m:r>
                        </m:e>
                        <m:sub>
                          <m:r>
                            <a:rPr lang="fr-FR" altLang="ja-JP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Lucida Sans Unicode" charset="0"/>
                              <a:cs typeface="Lucida Sans Unicode" charset="0"/>
                            </a:rPr>
                            <m:t>𝑡</m:t>
                          </m:r>
                        </m:sub>
                      </m:sSub>
                      <m:r>
                        <a:rPr lang="fr-FR" altLang="ja-JP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Lucida Sans Unicode" charset="0"/>
                          <a:cs typeface="Lucida Sans Unicode" charset="0"/>
                        </a:rPr>
                        <m:t>)∈</m:t>
                      </m:r>
                      <m:d>
                        <m:dPr>
                          <m:begChr m:val="["/>
                          <m:endChr m:val="]"/>
                          <m:ctrlPr>
                            <a:rPr lang="fr-FR" altLang="ja-JP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Lucida Sans Unicode" charset="0"/>
                              <a:cs typeface="Lucida Sans Unicode" charset="0"/>
                            </a:rPr>
                          </m:ctrlPr>
                        </m:dPr>
                        <m:e>
                          <m:r>
                            <a:rPr lang="fr-FR" altLang="ja-JP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Lucida Sans Unicode" charset="0"/>
                              <a:cs typeface="Lucida Sans Unicode" charset="0"/>
                            </a:rPr>
                            <m:t>0.001</m:t>
                          </m:r>
                          <m:r>
                            <m:rPr>
                              <m:sty m:val="p"/>
                            </m:rPr>
                            <a:rPr lang="fr-FR" altLang="ja-JP" b="0" i="0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Lucida Sans Unicode" charset="0"/>
                              <a:cs typeface="Lucida Sans Unicode" charset="0"/>
                            </a:rPr>
                            <m:t>Ω</m:t>
                          </m:r>
                          <m:r>
                            <a:rPr lang="fr-FR" altLang="ja-JP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Lucida Sans Unicode" charset="0"/>
                              <a:cs typeface="Lucida Sans Unicode" charset="0"/>
                            </a:rPr>
                            <m:t>, 1</m:t>
                          </m:r>
                          <m:r>
                            <m:rPr>
                              <m:sty m:val="p"/>
                            </m:rPr>
                            <a:rPr lang="fr-FR" altLang="ja-JP" b="0" i="0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Lucida Sans Unicode" charset="0"/>
                              <a:cs typeface="Lucida Sans Unicode" charset="0"/>
                            </a:rPr>
                            <m:t>Ω</m:t>
                          </m:r>
                        </m:e>
                      </m:d>
                      <m:r>
                        <a:rPr lang="fr-FR" altLang="ja-JP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Lucida Sans Unicode" charset="0"/>
                          <a:cs typeface="Lucida Sans Unicode" charset="0"/>
                        </a:rPr>
                        <m:t>×</m:t>
                      </m:r>
                      <m:d>
                        <m:dPr>
                          <m:begChr m:val="["/>
                          <m:endChr m:val="]"/>
                          <m:ctrlPr>
                            <a:rPr lang="fr-FR" altLang="ja-JP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Lucida Sans Unicode" charset="0"/>
                              <a:cs typeface="Lucida Sans Unicode" charset="0"/>
                            </a:rPr>
                          </m:ctrlPr>
                        </m:dPr>
                        <m:e>
                          <m:r>
                            <a:rPr lang="fr-FR" altLang="ja-JP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Lucida Sans Unicode" charset="0"/>
                              <a:cs typeface="Lucida Sans Unicode" charset="0"/>
                            </a:rPr>
                            <m:t>1</m:t>
                          </m:r>
                          <m:r>
                            <a:rPr lang="fr-FR" altLang="ja-JP" b="0" i="0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Lucida Sans Unicode" charset="0"/>
                              <a:cs typeface="Lucida Sans Unicode" charset="0"/>
                            </a:rPr>
                            <m:t>0</m:t>
                          </m:r>
                          <m:r>
                            <m:rPr>
                              <m:sty m:val="p"/>
                            </m:rPr>
                            <a:rPr lang="fr-FR" altLang="ja-JP" b="0" i="0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Lucida Sans Unicode" charset="0"/>
                              <a:cs typeface="Lucida Sans Unicode" charset="0"/>
                            </a:rPr>
                            <m:t>m</m:t>
                          </m:r>
                          <m:r>
                            <a:rPr lang="fr-FR" altLang="ja-JP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Lucida Sans Unicode" charset="0"/>
                              <a:cs typeface="Lucida Sans Unicode" charset="0"/>
                            </a:rPr>
                            <m:t>, 200</m:t>
                          </m:r>
                          <m:r>
                            <m:rPr>
                              <m:sty m:val="p"/>
                            </m:rPr>
                            <a:rPr lang="fr-FR" altLang="ja-JP" b="0" i="0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Lucida Sans Unicode" charset="0"/>
                              <a:cs typeface="Lucida Sans Unicode" charset="0"/>
                            </a:rPr>
                            <m:t>m</m:t>
                          </m:r>
                        </m:e>
                      </m:d>
                      <m:r>
                        <a:rPr lang="fr-FR" altLang="ja-JP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Lucida Sans Unicode" charset="0"/>
                          <a:cs typeface="Lucida Sans Unicode" charset="0"/>
                        </a:rPr>
                        <m:t>×[1, 10]</m:t>
                      </m:r>
                    </m:oMath>
                  </m:oMathPara>
                </a14:m>
                <a:endParaRPr lang="fr-FR" altLang="ja-JP">
                  <a:solidFill>
                    <a:srgbClr val="000000"/>
                  </a:solidFill>
                  <a:ea typeface="Lucida Sans Unicode" charset="0"/>
                  <a:cs typeface="Lucida Sans Unicode" charset="0"/>
                </a:endParaRPr>
              </a:p>
            </p:txBody>
          </p:sp>
        </mc:Choice>
        <mc:Fallback>
          <p:sp>
            <p:nvSpPr>
              <p:cNvPr id="8" name="Text Box 6">
                <a:extLst>
                  <a:ext uri="{FF2B5EF4-FFF2-40B4-BE49-F238E27FC236}">
                    <a16:creationId xmlns:a16="http://schemas.microsoft.com/office/drawing/2014/main" id="{145C847C-FD58-4BC8-BEDB-2577921D37C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298352" y="590307"/>
                <a:ext cx="9369648" cy="5677385"/>
              </a:xfrm>
              <a:prstGeom prst="rect">
                <a:avLst/>
              </a:prstGeom>
              <a:blipFill>
                <a:blip r:embed="rId3"/>
                <a:stretch>
                  <a:fillRect l="-2668" t="-2256"/>
                </a:stretch>
              </a:blipFill>
              <a:ln w="9525">
                <a:noFill/>
                <a:round/>
                <a:headEnd/>
                <a:tailEnd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3" name="Table 3">
            <a:extLst>
              <a:ext uri="{FF2B5EF4-FFF2-40B4-BE49-F238E27FC236}">
                <a16:creationId xmlns:a16="http://schemas.microsoft.com/office/drawing/2014/main" id="{10C2B243-0694-4AC3-9264-0FFF7DED19D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88173789"/>
              </p:ext>
            </p:extLst>
          </p:nvPr>
        </p:nvGraphicFramePr>
        <p:xfrm>
          <a:off x="6426828" y="2574359"/>
          <a:ext cx="5239656" cy="225920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46552">
                  <a:extLst>
                    <a:ext uri="{9D8B030D-6E8A-4147-A177-3AD203B41FA5}">
                      <a16:colId xmlns:a16="http://schemas.microsoft.com/office/drawing/2014/main" val="1273435015"/>
                    </a:ext>
                  </a:extLst>
                </a:gridCol>
                <a:gridCol w="1746552">
                  <a:extLst>
                    <a:ext uri="{9D8B030D-6E8A-4147-A177-3AD203B41FA5}">
                      <a16:colId xmlns:a16="http://schemas.microsoft.com/office/drawing/2014/main" val="434054028"/>
                    </a:ext>
                  </a:extLst>
                </a:gridCol>
                <a:gridCol w="1746552">
                  <a:extLst>
                    <a:ext uri="{9D8B030D-6E8A-4147-A177-3AD203B41FA5}">
                      <a16:colId xmlns:a16="http://schemas.microsoft.com/office/drawing/2014/main" val="29956220"/>
                    </a:ext>
                  </a:extLst>
                </a:gridCol>
              </a:tblGrid>
              <a:tr h="753067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rgbClr val="0C77C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/>
                        <a:t>temps</a:t>
                      </a:r>
                      <a:endParaRPr lang="en-US"/>
                    </a:p>
                  </a:txBody>
                  <a:tcPr>
                    <a:solidFill>
                      <a:srgbClr val="0C77C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fr-FR"/>
                        <a:t>Utilisation RAM</a:t>
                      </a:r>
                      <a:endParaRPr lang="en-US"/>
                    </a:p>
                  </a:txBody>
                  <a:tcPr>
                    <a:solidFill>
                      <a:srgbClr val="0C77C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18946280"/>
                  </a:ext>
                </a:extLst>
              </a:tr>
              <a:tr h="753067">
                <a:tc>
                  <a:txBody>
                    <a:bodyPr/>
                    <a:lstStyle/>
                    <a:p>
                      <a:r>
                        <a:rPr lang="fr-FR"/>
                        <a:t>Série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/>
                        <a:t>1374 s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/>
                        <a:t>35 %</a:t>
                      </a:r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7511032"/>
                  </a:ext>
                </a:extLst>
              </a:tr>
              <a:tr h="753067">
                <a:tc>
                  <a:txBody>
                    <a:bodyPr/>
                    <a:lstStyle/>
                    <a:p>
                      <a:r>
                        <a:rPr lang="fr-FR"/>
                        <a:t>Parallèle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0" i="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1516 s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/>
                        <a:t>70 %</a:t>
                      </a:r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17132031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1C1758F6-E00F-47D4-8BCE-16EEE5F4BB0F}"/>
              </a:ext>
            </a:extLst>
          </p:cNvPr>
          <p:cNvSpPr txBox="1"/>
          <p:nvPr/>
        </p:nvSpPr>
        <p:spPr>
          <a:xfrm>
            <a:off x="7866993" y="5070984"/>
            <a:ext cx="316361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/>
              <a:t>12 particules</a:t>
            </a:r>
          </a:p>
          <a:p>
            <a:r>
              <a:rPr lang="fr-FR"/>
              <a:t>25 itérations</a:t>
            </a:r>
          </a:p>
          <a:p>
            <a:r>
              <a:rPr lang="fr-FR"/>
              <a:t>4 </a:t>
            </a:r>
            <a:r>
              <a:rPr lang="fr-FR" err="1"/>
              <a:t>workers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0089515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3" name="Text Box 1"/>
          <p:cNvSpPr txBox="1">
            <a:spLocks noChangeArrowheads="1"/>
          </p:cNvSpPr>
          <p:nvPr/>
        </p:nvSpPr>
        <p:spPr bwMode="auto">
          <a:xfrm>
            <a:off x="1776000" y="1892970"/>
            <a:ext cx="8640000" cy="3624262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lIns="90000" tIns="46800" rIns="90000" bIns="46800" anchor="ctr"/>
          <a:lstStyle/>
          <a:p>
            <a:pPr algn="ctr"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r>
              <a:rPr lang="en-US" sz="2800" b="1">
                <a:solidFill>
                  <a:srgbClr val="000000"/>
                </a:solidFill>
                <a:ea typeface="ＭＳ Ｐゴシック"/>
              </a:rPr>
              <a:t>V.2 </a:t>
            </a:r>
            <a:r>
              <a:rPr lang="en-US" sz="2800" b="1" err="1">
                <a:solidFill>
                  <a:srgbClr val="000000"/>
                </a:solidFill>
                <a:ea typeface="ＭＳ Ｐゴシック"/>
              </a:rPr>
              <a:t>Réduction</a:t>
            </a:r>
            <a:r>
              <a:rPr lang="en-US" sz="2800" b="1">
                <a:solidFill>
                  <a:srgbClr val="000000"/>
                </a:solidFill>
                <a:ea typeface="ＭＳ Ｐゴシック"/>
              </a:rPr>
              <a:t> du temps de simulation</a:t>
            </a:r>
            <a:endParaRPr lang="en-US" sz="2800" b="1">
              <a:solidFill>
                <a:srgbClr val="000000"/>
              </a:solidFill>
              <a:ea typeface="ＭＳ Ｐゴシック"/>
              <a:cs typeface="Calibri"/>
            </a:endParaRP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Propulsion navale </a:t>
            </a:r>
            <a:r>
              <a:rPr lang="fr-FR" err="1"/>
              <a:t>ScPF</a:t>
            </a:r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4294967295"/>
          </p:nvPr>
        </p:nvSpPr>
        <p:spPr>
          <a:xfrm>
            <a:off x="9598856" y="6552228"/>
            <a:ext cx="1069145" cy="305772"/>
          </a:xfrm>
        </p:spPr>
        <p:txBody>
          <a:bodyPr/>
          <a:lstStyle/>
          <a:p>
            <a:fld id="{AD1E3A3D-12A0-A14A-AD9F-0CE6AFFEFF3B}" type="slidenum">
              <a:rPr lang="fr-FR" smtClean="0"/>
              <a:pPr/>
              <a:t>30</a:t>
            </a:fld>
            <a:endParaRPr lang="fr-FR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>
          <a:xfrm>
            <a:off x="8534400" y="6552000"/>
            <a:ext cx="2133600" cy="306000"/>
          </a:xfrm>
          <a:prstGeom prst="rect">
            <a:avLst/>
          </a:prstGeom>
        </p:spPr>
        <p:txBody>
          <a:bodyPr/>
          <a:lstStyle/>
          <a:p>
            <a:r>
              <a:rPr lang="fr-FR"/>
              <a:t>01-04-2022</a:t>
            </a:r>
          </a:p>
        </p:txBody>
      </p:sp>
    </p:spTree>
    <p:extLst>
      <p:ext uri="{BB962C8B-B14F-4D97-AF65-F5344CB8AC3E}">
        <p14:creationId xmlns:p14="http://schemas.microsoft.com/office/powerpoint/2010/main" val="3491857242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Text Box 6"/>
          <p:cNvSpPr txBox="1">
            <a:spLocks noChangeArrowheads="1"/>
          </p:cNvSpPr>
          <p:nvPr/>
        </p:nvSpPr>
        <p:spPr bwMode="auto">
          <a:xfrm>
            <a:off x="1129327" y="1027615"/>
            <a:ext cx="9369648" cy="5677385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lIns="0" tIns="0" rIns="0" bIns="0"/>
          <a:lstStyle/>
          <a:p>
            <a:pPr>
              <a:tabLst>
                <a:tab pos="34290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r>
              <a:rPr lang="fr-FR" sz="3200">
                <a:solidFill>
                  <a:srgbClr val="0070C0"/>
                </a:solidFill>
                <a:cs typeface="Lucida Sans Unicode" charset="0"/>
              </a:rPr>
              <a:t>Méthodes de réduction du temps de calcul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Propulsion navale </a:t>
            </a:r>
            <a:r>
              <a:rPr lang="fr-FR" err="1"/>
              <a:t>ScPF</a:t>
            </a:r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4294967295"/>
          </p:nvPr>
        </p:nvSpPr>
        <p:spPr>
          <a:xfrm>
            <a:off x="9598856" y="6552228"/>
            <a:ext cx="1069145" cy="305772"/>
          </a:xfrm>
        </p:spPr>
        <p:txBody>
          <a:bodyPr/>
          <a:lstStyle/>
          <a:p>
            <a:fld id="{AD1E3A3D-12A0-A14A-AD9F-0CE6AFFEFF3B}" type="slidenum">
              <a:rPr lang="fr-FR" smtClean="0"/>
              <a:pPr/>
              <a:t>31</a:t>
            </a:fld>
            <a:endParaRPr lang="fr-FR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>
          <a:xfrm>
            <a:off x="8534400" y="6552000"/>
            <a:ext cx="2133600" cy="306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01-04-2022</a:t>
            </a:r>
            <a:endParaRPr lang="fr-FR"/>
          </a:p>
        </p:txBody>
      </p:sp>
      <p:pic>
        <p:nvPicPr>
          <p:cNvPr id="8" name="Image 7">
            <a:extLst>
              <a:ext uri="{FF2B5EF4-FFF2-40B4-BE49-F238E27FC236}">
                <a16:creationId xmlns:a16="http://schemas.microsoft.com/office/drawing/2014/main" id="{CE22631C-6924-47C9-A37D-F2A8EDEB5BE2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814" t="5557" r="5868" b="1905"/>
          <a:stretch/>
        </p:blipFill>
        <p:spPr>
          <a:xfrm>
            <a:off x="2146282" y="1637606"/>
            <a:ext cx="7899435" cy="3857081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9" name="ZoneTexte 8">
                <a:extLst>
                  <a:ext uri="{FF2B5EF4-FFF2-40B4-BE49-F238E27FC236}">
                    <a16:creationId xmlns:a16="http://schemas.microsoft.com/office/drawing/2014/main" id="{98D4423E-34BC-4FD0-8B6E-AC0B83405CED}"/>
                  </a:ext>
                </a:extLst>
              </p:cNvPr>
              <p:cNvSpPr txBox="1"/>
              <p:nvPr/>
            </p:nvSpPr>
            <p:spPr>
              <a:xfrm>
                <a:off x="423949" y="5602778"/>
                <a:ext cx="10075025" cy="923330"/>
              </a:xfrm>
              <a:prstGeom prst="rect">
                <a:avLst/>
              </a:prstGeom>
              <a:noFill/>
            </p:spPr>
            <p:txBody>
              <a:bodyPr wrap="square" numCol="1" rtlCol="0">
                <a:spAutoFit/>
              </a:bodyPr>
              <a:lstStyle/>
              <a:p>
                <a:pPr algn="l"/>
                <a:r>
                  <a:rPr lang="fr-FR"/>
                  <a:t>Front 1 : 120 particules, 60 itérations à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fr-FR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FR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fr-FR" b="0" i="1" smtClean="0">
                            <a:latin typeface="Cambria Math" panose="02040503050406030204" pitchFamily="18" charset="0"/>
                          </a:rPr>
                          <m:t>𝑠𝑖𝑚</m:t>
                        </m:r>
                      </m:sub>
                    </m:sSub>
                    <m:r>
                      <a:rPr lang="fr-FR" b="0" i="1" smtClean="0">
                        <a:latin typeface="Cambria Math" panose="02040503050406030204" pitchFamily="18" charset="0"/>
                      </a:rPr>
                      <m:t>=0.5</m:t>
                    </m:r>
                    <m:r>
                      <m:rPr>
                        <m:sty m:val="p"/>
                      </m:rPr>
                      <a:rPr lang="fr-FR" b="0" i="0" smtClean="0">
                        <a:latin typeface="Cambria Math" panose="02040503050406030204" pitchFamily="18" charset="0"/>
                      </a:rPr>
                      <m:t>s</m:t>
                    </m:r>
                  </m:oMath>
                </a14:m>
                <a:endParaRPr lang="fr-FR" b="0"/>
              </a:p>
              <a:p>
                <a:r>
                  <a:rPr lang="fr-FR"/>
                  <a:t>Front 2 : 120 particules, 60 itérations à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fr-FR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FR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fr-FR" b="0" i="1" smtClean="0">
                            <a:latin typeface="Cambria Math" panose="02040503050406030204" pitchFamily="18" charset="0"/>
                          </a:rPr>
                          <m:t>𝑠𝑖𝑚</m:t>
                        </m:r>
                      </m:sub>
                    </m:sSub>
                    <m:r>
                      <a:rPr lang="fr-FR" b="0" i="1" smtClean="0">
                        <a:latin typeface="Cambria Math" panose="02040503050406030204" pitchFamily="18" charset="0"/>
                      </a:rPr>
                      <m:t>=0.5</m:t>
                    </m:r>
                    <m:r>
                      <m:rPr>
                        <m:sty m:val="p"/>
                      </m:rPr>
                      <a:rPr lang="fr-FR" b="0" i="0" smtClean="0">
                        <a:latin typeface="Cambria Math" panose="02040503050406030204" pitchFamily="18" charset="0"/>
                      </a:rPr>
                      <m:t>s</m:t>
                    </m:r>
                  </m:oMath>
                </a14:m>
                <a:r>
                  <a:rPr lang="fr-FR" b="0"/>
                  <a:t> puis 5 itérations à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fr-F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FR" i="1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fr-FR" i="1">
                            <a:latin typeface="Cambria Math" panose="02040503050406030204" pitchFamily="18" charset="0"/>
                          </a:rPr>
                          <m:t>𝑠𝑖𝑚</m:t>
                        </m:r>
                      </m:sub>
                    </m:sSub>
                    <m:r>
                      <a:rPr lang="fr-FR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fr-FR" b="0" i="1" smtClean="0">
                        <a:latin typeface="Cambria Math" panose="02040503050406030204" pitchFamily="18" charset="0"/>
                      </a:rPr>
                      <m:t>1</m:t>
                    </m:r>
                    <m:r>
                      <a:rPr lang="fr-FR" i="1">
                        <a:latin typeface="Cambria Math" panose="02040503050406030204" pitchFamily="18" charset="0"/>
                      </a:rPr>
                      <m:t>.5</m:t>
                    </m:r>
                    <m:r>
                      <m:rPr>
                        <m:sty m:val="p"/>
                      </m:rPr>
                      <a:rPr lang="fr-FR">
                        <a:latin typeface="Cambria Math" panose="02040503050406030204" pitchFamily="18" charset="0"/>
                      </a:rPr>
                      <m:t>s</m:t>
                    </m:r>
                  </m:oMath>
                </a14:m>
                <a:endParaRPr lang="fr-FR" b="0"/>
              </a:p>
              <a:p>
                <a:r>
                  <a:rPr lang="fr-FR" b="0"/>
                  <a:t>Front 3 : </a:t>
                </a:r>
                <a:r>
                  <a:rPr lang="fr-FR"/>
                  <a:t>120 particules, </a:t>
                </a:r>
                <a:r>
                  <a:rPr lang="fr-FR" b="0"/>
                  <a:t>60 itérations à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fr-FR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FR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fr-FR" b="0" i="1" smtClean="0">
                            <a:latin typeface="Cambria Math" panose="02040503050406030204" pitchFamily="18" charset="0"/>
                          </a:rPr>
                          <m:t>𝑠𝑖𝑚</m:t>
                        </m:r>
                      </m:sub>
                    </m:sSub>
                    <m:r>
                      <a:rPr lang="fr-FR" b="0" i="1" smtClean="0">
                        <a:latin typeface="Cambria Math" panose="02040503050406030204" pitchFamily="18" charset="0"/>
                      </a:rPr>
                      <m:t>=0.5</m:t>
                    </m:r>
                    <m:r>
                      <m:rPr>
                        <m:sty m:val="p"/>
                      </m:rPr>
                      <a:rPr lang="fr-FR" b="0" i="0" smtClean="0">
                        <a:latin typeface="Cambria Math" panose="02040503050406030204" pitchFamily="18" charset="0"/>
                      </a:rPr>
                      <m:t>s</m:t>
                    </m:r>
                  </m:oMath>
                </a14:m>
                <a:r>
                  <a:rPr lang="fr-FR" b="0"/>
                  <a:t> puis 3 itérations à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fr-F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FR" i="1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fr-FR" i="1">
                            <a:latin typeface="Cambria Math" panose="02040503050406030204" pitchFamily="18" charset="0"/>
                          </a:rPr>
                          <m:t>𝑠𝑖𝑚</m:t>
                        </m:r>
                      </m:sub>
                    </m:sSub>
                    <m:r>
                      <a:rPr lang="fr-FR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fr-FR" b="0" i="1" smtClean="0"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fr-FR" b="0" i="0" smtClean="0">
                        <a:latin typeface="Cambria Math" panose="02040503050406030204" pitchFamily="18" charset="0"/>
                      </a:rPr>
                      <m:t>s</m:t>
                    </m:r>
                  </m:oMath>
                </a14:m>
                <a:endParaRPr lang="fr-FR" b="0"/>
              </a:p>
            </p:txBody>
          </p:sp>
        </mc:Choice>
        <mc:Fallback>
          <p:sp>
            <p:nvSpPr>
              <p:cNvPr id="9" name="ZoneTexte 8">
                <a:extLst>
                  <a:ext uri="{FF2B5EF4-FFF2-40B4-BE49-F238E27FC236}">
                    <a16:creationId xmlns:a16="http://schemas.microsoft.com/office/drawing/2014/main" id="{98D4423E-34BC-4FD0-8B6E-AC0B83405CE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3949" y="5602778"/>
                <a:ext cx="10075025" cy="923330"/>
              </a:xfrm>
              <a:prstGeom prst="rect">
                <a:avLst/>
              </a:prstGeom>
              <a:blipFill>
                <a:blip r:embed="rId4"/>
                <a:stretch>
                  <a:fillRect l="-545" t="-3289" b="-921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534392918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Box 1"/>
          <p:cNvSpPr txBox="1">
            <a:spLocks noChangeArrowheads="1"/>
          </p:cNvSpPr>
          <p:nvPr/>
        </p:nvSpPr>
        <p:spPr bwMode="auto">
          <a:xfrm>
            <a:off x="1776000" y="1892970"/>
            <a:ext cx="8640000" cy="3624262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lIns="90000" tIns="46800" rIns="90000" bIns="46800" anchor="ctr"/>
          <a:lstStyle/>
          <a:p>
            <a:pPr algn="ctr"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r>
              <a:rPr lang="en-US" sz="3200" b="1">
                <a:solidFill>
                  <a:srgbClr val="000000"/>
                </a:solidFill>
                <a:ea typeface="ＭＳ Ｐゴシック" charset="-128"/>
              </a:rPr>
              <a:t>VI. Conclusion et </a:t>
            </a:r>
            <a:r>
              <a:rPr lang="en-US" sz="3200" b="1" err="1">
                <a:solidFill>
                  <a:srgbClr val="000000"/>
                </a:solidFill>
                <a:ea typeface="ＭＳ Ｐゴシック" charset="-128"/>
              </a:rPr>
              <a:t>pistes</a:t>
            </a:r>
            <a:r>
              <a:rPr lang="en-US" sz="3200" b="1">
                <a:solidFill>
                  <a:srgbClr val="000000"/>
                </a:solidFill>
                <a:ea typeface="ＭＳ Ｐゴシック" charset="-128"/>
              </a:rPr>
              <a:t> </a:t>
            </a:r>
            <a:r>
              <a:rPr lang="en-US" sz="3200" b="1" err="1">
                <a:solidFill>
                  <a:srgbClr val="000000"/>
                </a:solidFill>
                <a:ea typeface="ＭＳ Ｐゴシック" charset="-128"/>
              </a:rPr>
              <a:t>d’amélioration</a:t>
            </a:r>
            <a:endParaRPr lang="en-US" sz="3200" b="1">
              <a:solidFill>
                <a:srgbClr val="000000"/>
              </a:solidFill>
              <a:ea typeface="ＭＳ Ｐゴシック" charset="-128"/>
            </a:endParaRPr>
          </a:p>
        </p:txBody>
      </p:sp>
      <p:sp>
        <p:nvSpPr>
          <p:cNvPr id="7" name="Espace réservé du pied de page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Propulsion navale </a:t>
            </a:r>
            <a:r>
              <a:rPr lang="fr-FR" err="1"/>
              <a:t>ScPF</a:t>
            </a:r>
            <a:endParaRPr lang="fr-FR"/>
          </a:p>
        </p:txBody>
      </p:sp>
      <p:sp>
        <p:nvSpPr>
          <p:cNvPr id="8" name="Espace réservé du numéro de diapositive 7"/>
          <p:cNvSpPr>
            <a:spLocks noGrp="1"/>
          </p:cNvSpPr>
          <p:nvPr>
            <p:ph type="sldNum" sz="quarter" idx="4294967295"/>
          </p:nvPr>
        </p:nvSpPr>
        <p:spPr>
          <a:xfrm>
            <a:off x="9598856" y="6552228"/>
            <a:ext cx="1069145" cy="305772"/>
          </a:xfrm>
        </p:spPr>
        <p:txBody>
          <a:bodyPr/>
          <a:lstStyle/>
          <a:p>
            <a:fld id="{AD1E3A3D-12A0-A14A-AD9F-0CE6AFFEFF3B}" type="slidenum">
              <a:rPr lang="fr-FR" smtClean="0"/>
              <a:pPr/>
              <a:t>32</a:t>
            </a:fld>
            <a:endParaRPr lang="fr-FR"/>
          </a:p>
        </p:txBody>
      </p:sp>
      <p:sp>
        <p:nvSpPr>
          <p:cNvPr id="6" name="Espace réservé de la date 5"/>
          <p:cNvSpPr>
            <a:spLocks noGrp="1"/>
          </p:cNvSpPr>
          <p:nvPr>
            <p:ph type="dt" sz="half" idx="10"/>
          </p:nvPr>
        </p:nvSpPr>
        <p:spPr>
          <a:xfrm>
            <a:off x="8534400" y="6552000"/>
            <a:ext cx="2133600" cy="306000"/>
          </a:xfrm>
          <a:prstGeom prst="rect">
            <a:avLst/>
          </a:prstGeom>
        </p:spPr>
        <p:txBody>
          <a:bodyPr/>
          <a:lstStyle/>
          <a:p>
            <a:r>
              <a:rPr lang="fr-FR"/>
              <a:t>01-04-2022</a:t>
            </a:r>
          </a:p>
        </p:txBody>
      </p:sp>
    </p:spTree>
    <p:extLst>
      <p:ext uri="{BB962C8B-B14F-4D97-AF65-F5344CB8AC3E}">
        <p14:creationId xmlns:p14="http://schemas.microsoft.com/office/powerpoint/2010/main" val="2976018367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6"/>
          <p:cNvSpPr txBox="1">
            <a:spLocks noChangeArrowheads="1"/>
          </p:cNvSpPr>
          <p:nvPr/>
        </p:nvSpPr>
        <p:spPr bwMode="auto">
          <a:xfrm>
            <a:off x="2439754" y="755677"/>
            <a:ext cx="2064152" cy="567285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lIns="0" tIns="0" rIns="0" bIns="0"/>
          <a:lstStyle/>
          <a:p>
            <a:pPr>
              <a:tabLst>
                <a:tab pos="34290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r>
              <a:rPr lang="fr-FR" altLang="ja-JP" sz="3200">
                <a:solidFill>
                  <a:srgbClr val="0070C0"/>
                </a:solidFill>
                <a:ea typeface="Lucida Sans Unicode" charset="0"/>
                <a:cs typeface="Lucida Sans Unicode" charset="0"/>
              </a:rPr>
              <a:t>Conclusion</a:t>
            </a:r>
            <a:endParaRPr lang="en-US" altLang="ja-JP" sz="3200">
              <a:solidFill>
                <a:srgbClr val="0070C0"/>
              </a:solidFill>
              <a:ea typeface="Lucida Sans Unicode" charset="0"/>
              <a:cs typeface="Lucida Sans Unicode" charset="0"/>
            </a:endParaRPr>
          </a:p>
          <a:p>
            <a:pPr>
              <a:tabLst>
                <a:tab pos="34290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endParaRPr lang="en-US" altLang="ja-JP">
              <a:solidFill>
                <a:srgbClr val="000000"/>
              </a:solidFill>
              <a:ea typeface="Lucida Sans Unicode" charset="0"/>
              <a:cs typeface="Lucida Sans Unicode" charset="0"/>
            </a:endParaRPr>
          </a:p>
        </p:txBody>
      </p:sp>
      <p:sp>
        <p:nvSpPr>
          <p:cNvPr id="7" name="Espace réservé du pied de page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Propulsion navale </a:t>
            </a:r>
            <a:r>
              <a:rPr lang="fr-FR" err="1"/>
              <a:t>ScPF</a:t>
            </a:r>
            <a:endParaRPr lang="fr-FR"/>
          </a:p>
        </p:txBody>
      </p:sp>
      <p:sp>
        <p:nvSpPr>
          <p:cNvPr id="6" name="Espace réservé de la date 5"/>
          <p:cNvSpPr>
            <a:spLocks noGrp="1"/>
          </p:cNvSpPr>
          <p:nvPr>
            <p:ph type="dt" sz="half" idx="10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fr-FR"/>
              <a:t>01-04-2022</a:t>
            </a:r>
          </a:p>
        </p:txBody>
      </p:sp>
      <p:sp>
        <p:nvSpPr>
          <p:cNvPr id="8" name="Espace réservé du numéro de diapositive 7"/>
          <p:cNvSpPr>
            <a:spLocks noGrp="1"/>
          </p:cNvSpPr>
          <p:nvPr>
            <p:ph type="sldNum" sz="quarter" idx="4294967295"/>
          </p:nvPr>
        </p:nvSpPr>
        <p:spPr>
          <a:xfrm>
            <a:off x="9599614" y="6551614"/>
            <a:ext cx="1068387" cy="306387"/>
          </a:xfrm>
        </p:spPr>
        <p:txBody>
          <a:bodyPr/>
          <a:lstStyle/>
          <a:p>
            <a:fld id="{AD1E3A3D-12A0-A14A-AD9F-0CE6AFFEFF3B}" type="slidenum">
              <a:rPr lang="fr-FR" smtClean="0"/>
              <a:pPr/>
              <a:t>33</a:t>
            </a:fld>
            <a:endParaRPr lang="fr-FR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EDE933A-6A81-426E-AB3E-8AE479EEC5FD}"/>
              </a:ext>
            </a:extLst>
          </p:cNvPr>
          <p:cNvSpPr txBox="1"/>
          <p:nvPr/>
        </p:nvSpPr>
        <p:spPr>
          <a:xfrm>
            <a:off x="729574" y="2436336"/>
            <a:ext cx="9435830" cy="3139321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l"/>
            <a:endParaRPr lang="fr-FR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err="1"/>
              <a:t>Projet</a:t>
            </a:r>
            <a:r>
              <a:rPr lang="en-GB"/>
              <a:t> </a:t>
            </a:r>
            <a:r>
              <a:rPr lang="en-GB" err="1"/>
              <a:t>intéressant</a:t>
            </a:r>
            <a:r>
              <a:rPr lang="en-GB"/>
              <a:t> et </a:t>
            </a:r>
            <a:r>
              <a:rPr lang="en-GB" err="1"/>
              <a:t>formateur</a:t>
            </a:r>
            <a:r>
              <a:rPr lang="en-GB"/>
              <a:t> car </a:t>
            </a:r>
            <a:r>
              <a:rPr lang="en-GB" err="1"/>
              <a:t>c’est</a:t>
            </a:r>
            <a:r>
              <a:rPr lang="en-GB"/>
              <a:t> un </a:t>
            </a:r>
            <a:r>
              <a:rPr lang="en-GB" err="1"/>
              <a:t>problème</a:t>
            </a:r>
            <a:r>
              <a:rPr lang="en-GB"/>
              <a:t> </a:t>
            </a:r>
            <a:r>
              <a:rPr lang="en-GB" err="1"/>
              <a:t>en</a:t>
            </a:r>
            <a:r>
              <a:rPr lang="en-GB"/>
              <a:t> regime </a:t>
            </a:r>
            <a:r>
              <a:rPr lang="en-GB" err="1"/>
              <a:t>transitoire</a:t>
            </a:r>
            <a:r>
              <a:rPr lang="en-GB"/>
              <a:t>, non </a:t>
            </a:r>
            <a:r>
              <a:rPr lang="en-GB" err="1"/>
              <a:t>linéaire</a:t>
            </a:r>
            <a:r>
              <a:rPr lang="en-GB"/>
              <a:t> et sur un </a:t>
            </a:r>
            <a:r>
              <a:rPr lang="en-GB" err="1"/>
              <a:t>sujet</a:t>
            </a:r>
            <a:r>
              <a:rPr lang="en-GB"/>
              <a:t> de pointe =&gt; la </a:t>
            </a:r>
            <a:r>
              <a:rPr lang="en-GB" err="1"/>
              <a:t>vraie</a:t>
            </a:r>
            <a:r>
              <a:rPr lang="en-GB"/>
              <a:t> vie ! </a:t>
            </a:r>
            <a:endParaRPr lang="en-GB">
              <a:cs typeface="Calibri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/>
              <a:t>On </a:t>
            </a:r>
            <a:r>
              <a:rPr lang="en-GB" err="1"/>
              <a:t>est</a:t>
            </a:r>
            <a:r>
              <a:rPr lang="en-GB"/>
              <a:t> </a:t>
            </a:r>
            <a:r>
              <a:rPr lang="en-GB" err="1"/>
              <a:t>néanmoins</a:t>
            </a:r>
            <a:r>
              <a:rPr lang="en-GB"/>
              <a:t> très </a:t>
            </a:r>
            <a:r>
              <a:rPr lang="fr-FR"/>
              <a:t>dépendant</a:t>
            </a:r>
            <a:r>
              <a:rPr lang="en-GB"/>
              <a:t> des performances de </a:t>
            </a:r>
            <a:r>
              <a:rPr lang="en-GB" err="1"/>
              <a:t>nos</a:t>
            </a:r>
            <a:r>
              <a:rPr lang="en-GB"/>
              <a:t> </a:t>
            </a:r>
            <a:r>
              <a:rPr lang="en-GB" err="1"/>
              <a:t>ordinateurs</a:t>
            </a:r>
            <a:r>
              <a:rPr lang="en-GB"/>
              <a:t> </a:t>
            </a:r>
            <a:endParaRPr lang="en-GB">
              <a:cs typeface="Calibri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/>
              <a:t>La simulation </a:t>
            </a:r>
            <a:r>
              <a:rPr lang="en-GB" err="1"/>
              <a:t>nécessite</a:t>
            </a:r>
            <a:r>
              <a:rPr lang="en-GB"/>
              <a:t> </a:t>
            </a:r>
            <a:r>
              <a:rPr lang="en-GB" err="1"/>
              <a:t>une</a:t>
            </a:r>
            <a:r>
              <a:rPr lang="en-GB"/>
              <a:t> bonne </a:t>
            </a:r>
            <a:r>
              <a:rPr lang="en-GB" err="1"/>
              <a:t>compréhension</a:t>
            </a:r>
            <a:r>
              <a:rPr lang="en-GB"/>
              <a:t> du </a:t>
            </a:r>
            <a:r>
              <a:rPr lang="en-GB" err="1"/>
              <a:t>problème</a:t>
            </a:r>
            <a:r>
              <a:rPr lang="en-GB"/>
              <a:t> physique pour </a:t>
            </a:r>
            <a:r>
              <a:rPr lang="en-GB" err="1"/>
              <a:t>être</a:t>
            </a:r>
            <a:r>
              <a:rPr lang="en-GB"/>
              <a:t> </a:t>
            </a:r>
            <a:r>
              <a:rPr lang="en-GB" err="1"/>
              <a:t>optimisée</a:t>
            </a:r>
            <a:r>
              <a:rPr lang="en-GB"/>
              <a:t> et </a:t>
            </a:r>
            <a:r>
              <a:rPr lang="en-GB" err="1"/>
              <a:t>accélérée</a:t>
            </a:r>
            <a:r>
              <a:rPr lang="en-GB"/>
              <a:t> (ex : conditions </a:t>
            </a:r>
            <a:r>
              <a:rPr lang="fr-FR"/>
              <a:t>d’arrêt</a:t>
            </a:r>
            <a:r>
              <a:rPr lang="en-GB"/>
              <a:t> </a:t>
            </a:r>
            <a:r>
              <a:rPr lang="en-GB" err="1"/>
              <a:t>ajoutées</a:t>
            </a:r>
            <a:r>
              <a:rPr lang="en-GB"/>
              <a:t>)</a:t>
            </a:r>
            <a:endParaRPr lang="en-GB">
              <a:cs typeface="Calibri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/>
          </a:p>
          <a:p>
            <a:endParaRPr lang="en-GB"/>
          </a:p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71017113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6"/>
          <p:cNvSpPr txBox="1">
            <a:spLocks noChangeArrowheads="1"/>
          </p:cNvSpPr>
          <p:nvPr/>
        </p:nvSpPr>
        <p:spPr bwMode="auto">
          <a:xfrm>
            <a:off x="1770474" y="762590"/>
            <a:ext cx="8640000" cy="1161336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lIns="0" tIns="0" rIns="0" bIns="0"/>
          <a:lstStyle/>
          <a:p>
            <a:pPr>
              <a:tabLst>
                <a:tab pos="34290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r>
              <a:rPr lang="fr-FR" altLang="ja-JP" sz="3200">
                <a:solidFill>
                  <a:srgbClr val="0070C0"/>
                </a:solidFill>
                <a:ea typeface="Lucida Sans Unicode" charset="0"/>
                <a:cs typeface="Lucida Sans Unicode" charset="0"/>
              </a:rPr>
              <a:t>Pistes d’amélioration </a:t>
            </a:r>
          </a:p>
          <a:p>
            <a:pPr>
              <a:tabLst>
                <a:tab pos="34290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endParaRPr lang="fr-FR" altLang="ja-JP" sz="3200">
              <a:solidFill>
                <a:srgbClr val="0070C0"/>
              </a:solidFill>
              <a:ea typeface="Lucida Sans Unicode" charset="0"/>
              <a:cs typeface="Lucida Sans Unicode" charset="0"/>
            </a:endParaRPr>
          </a:p>
          <a:p>
            <a:pPr>
              <a:tabLst>
                <a:tab pos="34290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endParaRPr lang="en-US" altLang="ja-JP" sz="3200">
              <a:solidFill>
                <a:srgbClr val="0070C0"/>
              </a:solidFill>
              <a:ea typeface="Lucida Sans Unicode" charset="0"/>
              <a:cs typeface="Lucida Sans Unicode" charset="0"/>
            </a:endParaRPr>
          </a:p>
          <a:p>
            <a:pPr>
              <a:tabLst>
                <a:tab pos="34290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endParaRPr lang="en-US" altLang="ja-JP">
              <a:solidFill>
                <a:srgbClr val="000000"/>
              </a:solidFill>
              <a:ea typeface="Lucida Sans Unicode" charset="0"/>
              <a:cs typeface="Lucida Sans Unicode" charset="0"/>
            </a:endParaRPr>
          </a:p>
        </p:txBody>
      </p:sp>
      <p:sp>
        <p:nvSpPr>
          <p:cNvPr id="7" name="Espace réservé du pied de page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propulsion naval </a:t>
            </a:r>
            <a:r>
              <a:rPr lang="fr-FR" err="1"/>
              <a:t>ScPF</a:t>
            </a:r>
            <a:endParaRPr lang="fr-FR"/>
          </a:p>
        </p:txBody>
      </p:sp>
      <p:sp>
        <p:nvSpPr>
          <p:cNvPr id="6" name="Espace réservé de la date 5"/>
          <p:cNvSpPr>
            <a:spLocks noGrp="1"/>
          </p:cNvSpPr>
          <p:nvPr>
            <p:ph type="dt" sz="half" idx="10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fr-FR"/>
              <a:t>01-04-2022</a:t>
            </a:r>
          </a:p>
        </p:txBody>
      </p:sp>
      <p:sp>
        <p:nvSpPr>
          <p:cNvPr id="8" name="Espace réservé du numéro de diapositive 7"/>
          <p:cNvSpPr>
            <a:spLocks noGrp="1"/>
          </p:cNvSpPr>
          <p:nvPr>
            <p:ph type="sldNum" sz="quarter" idx="4294967295"/>
          </p:nvPr>
        </p:nvSpPr>
        <p:spPr>
          <a:xfrm>
            <a:off x="9599614" y="6551614"/>
            <a:ext cx="1068387" cy="306387"/>
          </a:xfrm>
        </p:spPr>
        <p:txBody>
          <a:bodyPr/>
          <a:lstStyle/>
          <a:p>
            <a:fld id="{AD1E3A3D-12A0-A14A-AD9F-0CE6AFFEFF3B}" type="slidenum">
              <a:rPr lang="fr-FR" smtClean="0"/>
              <a:pPr/>
              <a:t>34</a:t>
            </a:fld>
            <a:endParaRPr lang="fr-FR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F988B5D-A1C7-4764-917F-71BF7DE37D48}"/>
              </a:ext>
            </a:extLst>
          </p:cNvPr>
          <p:cNvSpPr txBox="1"/>
          <p:nvPr/>
        </p:nvSpPr>
        <p:spPr>
          <a:xfrm>
            <a:off x="1391055" y="1750979"/>
            <a:ext cx="912454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>
                <a:sym typeface="Wingdings" panose="05000000000000000000" pitchFamily="2" charset="2"/>
              </a:rPr>
              <a:t> Etude du régime transitoire pour la remise à zéro de la résistance du supraconducteur quand excite le système avec un pic de puissance</a:t>
            </a:r>
            <a:endParaRPr lang="en-GB"/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040A6CDF-B221-48E2-8162-9AB8128EC85B}"/>
              </a:ext>
            </a:extLst>
          </p:cNvPr>
          <p:cNvCxnSpPr/>
          <p:nvPr/>
        </p:nvCxnSpPr>
        <p:spPr>
          <a:xfrm>
            <a:off x="1459149" y="4717915"/>
            <a:ext cx="199417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CED55E03-E863-4DAC-AEB8-2923A4BC511C}"/>
              </a:ext>
            </a:extLst>
          </p:cNvPr>
          <p:cNvCxnSpPr>
            <a:cxnSpLocks/>
          </p:cNvCxnSpPr>
          <p:nvPr/>
        </p:nvCxnSpPr>
        <p:spPr>
          <a:xfrm flipV="1">
            <a:off x="1611549" y="3287949"/>
            <a:ext cx="0" cy="158236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350FEC9C-9419-4CB5-9E76-1C76549B7AE5}"/>
              </a:ext>
            </a:extLst>
          </p:cNvPr>
          <p:cNvCxnSpPr/>
          <p:nvPr/>
        </p:nvCxnSpPr>
        <p:spPr>
          <a:xfrm>
            <a:off x="1611549" y="4357991"/>
            <a:ext cx="360000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32C3B12B-5CA1-495F-A235-038CFD7C7B5A}"/>
              </a:ext>
            </a:extLst>
          </p:cNvPr>
          <p:cNvCxnSpPr/>
          <p:nvPr/>
        </p:nvCxnSpPr>
        <p:spPr>
          <a:xfrm flipV="1">
            <a:off x="1971549" y="3745149"/>
            <a:ext cx="0" cy="612842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83916C2A-CEE6-4AB2-8ABB-1AE91AADE114}"/>
              </a:ext>
            </a:extLst>
          </p:cNvPr>
          <p:cNvCxnSpPr/>
          <p:nvPr/>
        </p:nvCxnSpPr>
        <p:spPr>
          <a:xfrm>
            <a:off x="1971549" y="3745149"/>
            <a:ext cx="360000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DB91B62A-D849-4E12-BE78-6C13E8AF2658}"/>
              </a:ext>
            </a:extLst>
          </p:cNvPr>
          <p:cNvCxnSpPr/>
          <p:nvPr/>
        </p:nvCxnSpPr>
        <p:spPr>
          <a:xfrm flipV="1">
            <a:off x="2331549" y="3745149"/>
            <a:ext cx="0" cy="612842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D0A42C54-C1DB-4B4F-9E3F-AC41DDC5B4F4}"/>
              </a:ext>
            </a:extLst>
          </p:cNvPr>
          <p:cNvCxnSpPr>
            <a:cxnSpLocks/>
          </p:cNvCxnSpPr>
          <p:nvPr/>
        </p:nvCxnSpPr>
        <p:spPr>
          <a:xfrm>
            <a:off x="2331549" y="4357991"/>
            <a:ext cx="752119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35D8CC47-C582-4533-8B0C-97C548D50A59}"/>
              </a:ext>
            </a:extLst>
          </p:cNvPr>
          <p:cNvSpPr txBox="1"/>
          <p:nvPr/>
        </p:nvSpPr>
        <p:spPr>
          <a:xfrm>
            <a:off x="1235413" y="2928026"/>
            <a:ext cx="109613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/>
              <a:t>P [W]</a:t>
            </a:r>
            <a:endParaRPr lang="en-GB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EBABE2DE-C2E9-45B0-9899-7DF0435328EC}"/>
              </a:ext>
            </a:extLst>
          </p:cNvPr>
          <p:cNvSpPr txBox="1"/>
          <p:nvPr/>
        </p:nvSpPr>
        <p:spPr>
          <a:xfrm>
            <a:off x="3521413" y="4717915"/>
            <a:ext cx="6809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/>
              <a:t>t [s]</a:t>
            </a:r>
            <a:endParaRPr lang="en-GB"/>
          </a:p>
        </p:txBody>
      </p: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FEB72186-4136-42A3-97A6-B6D76DF3AE98}"/>
              </a:ext>
            </a:extLst>
          </p:cNvPr>
          <p:cNvCxnSpPr/>
          <p:nvPr/>
        </p:nvCxnSpPr>
        <p:spPr>
          <a:xfrm>
            <a:off x="3939702" y="3920247"/>
            <a:ext cx="219600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3C8CB52F-B0D8-4BDE-91A3-DF7AE1316BD1}"/>
              </a:ext>
            </a:extLst>
          </p:cNvPr>
          <p:cNvCxnSpPr/>
          <p:nvPr/>
        </p:nvCxnSpPr>
        <p:spPr>
          <a:xfrm>
            <a:off x="7487056" y="4717915"/>
            <a:ext cx="199417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D8D1FEBD-D6EA-4E41-86CF-938044D3CE6C}"/>
              </a:ext>
            </a:extLst>
          </p:cNvPr>
          <p:cNvCxnSpPr>
            <a:cxnSpLocks/>
          </p:cNvCxnSpPr>
          <p:nvPr/>
        </p:nvCxnSpPr>
        <p:spPr>
          <a:xfrm flipV="1">
            <a:off x="7610272" y="3274978"/>
            <a:ext cx="0" cy="158236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5" name="TextBox 24">
            <a:extLst>
              <a:ext uri="{FF2B5EF4-FFF2-40B4-BE49-F238E27FC236}">
                <a16:creationId xmlns:a16="http://schemas.microsoft.com/office/drawing/2014/main" id="{68019E25-5C77-4D9E-A6ED-504A07AFD8A6}"/>
              </a:ext>
            </a:extLst>
          </p:cNvPr>
          <p:cNvSpPr txBox="1"/>
          <p:nvPr/>
        </p:nvSpPr>
        <p:spPr>
          <a:xfrm>
            <a:off x="9629817" y="4717915"/>
            <a:ext cx="6809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/>
              <a:t>t [s]</a:t>
            </a:r>
            <a:endParaRPr lang="en-GB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5A99F760-847B-4061-9B85-443347396AE3}"/>
                  </a:ext>
                </a:extLst>
              </p:cNvPr>
              <p:cNvSpPr txBox="1"/>
              <p:nvPr/>
            </p:nvSpPr>
            <p:spPr>
              <a:xfrm>
                <a:off x="7062208" y="2845100"/>
                <a:ext cx="1096128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𝑟</m:t>
                          </m:r>
                        </m:e>
                        <m:sub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𝑆𝑐𝑃𝐹</m:t>
                          </m:r>
                        </m:sub>
                      </m:sSub>
                      <m:r>
                        <a:rPr lang="fr-FR" b="0" i="0" smtClean="0">
                          <a:latin typeface="Cambria Math" panose="02040503050406030204" pitchFamily="18" charset="0"/>
                        </a:rPr>
                        <m:t> [</m:t>
                      </m:r>
                      <m:r>
                        <m:rPr>
                          <m:sty m:val="p"/>
                        </m:rPr>
                        <a:rPr lang="el-GR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Ω</m:t>
                      </m:r>
                      <m:r>
                        <a:rPr lang="fr-FR" b="0" i="0" smtClean="0">
                          <a:latin typeface="Cambria Math" panose="02040503050406030204" pitchFamily="18" charset="0"/>
                        </a:rPr>
                        <m:t>]</m:t>
                      </m:r>
                    </m:oMath>
                  </m:oMathPara>
                </a14:m>
                <a:endParaRPr lang="en-GB"/>
              </a:p>
            </p:txBody>
          </p:sp>
        </mc:Choice>
        <mc:Fallback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5A99F760-847B-4061-9B85-443347396AE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62208" y="2845100"/>
                <a:ext cx="1096128" cy="369332"/>
              </a:xfrm>
              <a:prstGeom prst="rect">
                <a:avLst/>
              </a:prstGeom>
              <a:blipFill>
                <a:blip r:embed="rId3"/>
                <a:stretch>
                  <a:fillRect b="-1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61BB4216-F566-4C91-87C6-9E5BC1DBBB2F}"/>
              </a:ext>
            </a:extLst>
          </p:cNvPr>
          <p:cNvCxnSpPr/>
          <p:nvPr/>
        </p:nvCxnSpPr>
        <p:spPr>
          <a:xfrm>
            <a:off x="1611549" y="4046706"/>
            <a:ext cx="1472119" cy="0"/>
          </a:xfrm>
          <a:prstGeom prst="line">
            <a:avLst/>
          </a:prstGeom>
          <a:ln w="9525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4E031D8E-43F5-4A56-B60A-BFBC81129ED2}"/>
                  </a:ext>
                </a:extLst>
              </p:cNvPr>
              <p:cNvSpPr txBox="1"/>
              <p:nvPr/>
            </p:nvSpPr>
            <p:spPr>
              <a:xfrm>
                <a:off x="998631" y="3894466"/>
                <a:ext cx="505838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𝑙𝑖𝑚</m:t>
                          </m:r>
                        </m:sub>
                      </m:sSub>
                    </m:oMath>
                  </m:oMathPara>
                </a14:m>
                <a:endParaRPr lang="en-GB"/>
              </a:p>
            </p:txBody>
          </p:sp>
        </mc:Choice>
        <mc:Fallback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4E031D8E-43F5-4A56-B60A-BFBC81129ED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98631" y="3894466"/>
                <a:ext cx="505838" cy="369332"/>
              </a:xfrm>
              <a:prstGeom prst="rect">
                <a:avLst/>
              </a:prstGeom>
              <a:blipFill>
                <a:blip r:embed="rId4"/>
                <a:stretch>
                  <a:fillRect r="-8434" b="-1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A01ADCD7-804F-459A-B6E2-9046C0E6D297}"/>
                  </a:ext>
                </a:extLst>
              </p:cNvPr>
              <p:cNvSpPr txBox="1"/>
              <p:nvPr/>
            </p:nvSpPr>
            <p:spPr>
              <a:xfrm>
                <a:off x="692172" y="3560483"/>
                <a:ext cx="505838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1,2.</m:t>
                          </m:r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𝑙𝑖𝑚</m:t>
                          </m:r>
                        </m:sub>
                      </m:sSub>
                    </m:oMath>
                  </m:oMathPara>
                </a14:m>
                <a:endParaRPr lang="en-GB"/>
              </a:p>
            </p:txBody>
          </p:sp>
        </mc:Choice>
        <mc:Fallback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A01ADCD7-804F-459A-B6E2-9046C0E6D29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2172" y="3560483"/>
                <a:ext cx="505838" cy="369332"/>
              </a:xfrm>
              <a:prstGeom prst="rect">
                <a:avLst/>
              </a:prstGeom>
              <a:blipFill>
                <a:blip r:embed="rId5"/>
                <a:stretch>
                  <a:fillRect r="-8433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C373E902-AC5F-4C9C-AD8E-C2B683EA7164}"/>
              </a:ext>
            </a:extLst>
          </p:cNvPr>
          <p:cNvCxnSpPr/>
          <p:nvPr/>
        </p:nvCxnSpPr>
        <p:spPr>
          <a:xfrm>
            <a:off x="1971549" y="4847457"/>
            <a:ext cx="359995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CCC40D80-2289-46B9-82A0-D61919249F4C}"/>
                  </a:ext>
                </a:extLst>
              </p:cNvPr>
              <p:cNvSpPr txBox="1"/>
              <p:nvPr/>
            </p:nvSpPr>
            <p:spPr>
              <a:xfrm>
                <a:off x="1770474" y="4922673"/>
                <a:ext cx="796008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l-GR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Δ</m:t>
                      </m:r>
                      <m:r>
                        <a:rPr lang="fr-FR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𝑡</m:t>
                      </m:r>
                    </m:oMath>
                  </m:oMathPara>
                </a14:m>
                <a:endParaRPr lang="en-GB"/>
              </a:p>
            </p:txBody>
          </p:sp>
        </mc:Choice>
        <mc:Fallback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CCC40D80-2289-46B9-82A0-D61919249F4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70474" y="4922673"/>
                <a:ext cx="796008" cy="369332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B96B09A2-CE0A-49EE-892A-41AD260F73FB}"/>
              </a:ext>
            </a:extLst>
          </p:cNvPr>
          <p:cNvCxnSpPr/>
          <p:nvPr/>
        </p:nvCxnSpPr>
        <p:spPr>
          <a:xfrm flipV="1">
            <a:off x="7610272" y="4079132"/>
            <a:ext cx="548064" cy="638783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7" name="Freeform: Shape 36">
            <a:extLst>
              <a:ext uri="{FF2B5EF4-FFF2-40B4-BE49-F238E27FC236}">
                <a16:creationId xmlns:a16="http://schemas.microsoft.com/office/drawing/2014/main" id="{7B7A0B35-151E-4DB6-9F02-C7D8C56D1F2A}"/>
              </a:ext>
            </a:extLst>
          </p:cNvPr>
          <p:cNvSpPr/>
          <p:nvPr/>
        </p:nvSpPr>
        <p:spPr>
          <a:xfrm>
            <a:off x="8151779" y="4074874"/>
            <a:ext cx="632298" cy="662496"/>
          </a:xfrm>
          <a:custGeom>
            <a:avLst/>
            <a:gdLst>
              <a:gd name="connsiteX0" fmla="*/ 0 w 632298"/>
              <a:gd name="connsiteY0" fmla="*/ 10743 h 662496"/>
              <a:gd name="connsiteX1" fmla="*/ 48638 w 632298"/>
              <a:gd name="connsiteY1" fmla="*/ 1015 h 662496"/>
              <a:gd name="connsiteX2" fmla="*/ 136187 w 632298"/>
              <a:gd name="connsiteY2" fmla="*/ 98292 h 662496"/>
              <a:gd name="connsiteX3" fmla="*/ 145915 w 632298"/>
              <a:gd name="connsiteY3" fmla="*/ 146930 h 662496"/>
              <a:gd name="connsiteX4" fmla="*/ 204281 w 632298"/>
              <a:gd name="connsiteY4" fmla="*/ 253935 h 662496"/>
              <a:gd name="connsiteX5" fmla="*/ 233464 w 632298"/>
              <a:gd name="connsiteY5" fmla="*/ 273390 h 662496"/>
              <a:gd name="connsiteX6" fmla="*/ 350195 w 632298"/>
              <a:gd name="connsiteY6" fmla="*/ 292845 h 662496"/>
              <a:gd name="connsiteX7" fmla="*/ 389106 w 632298"/>
              <a:gd name="connsiteY7" fmla="*/ 341483 h 662496"/>
              <a:gd name="connsiteX8" fmla="*/ 408561 w 632298"/>
              <a:gd name="connsiteY8" fmla="*/ 390122 h 662496"/>
              <a:gd name="connsiteX9" fmla="*/ 466927 w 632298"/>
              <a:gd name="connsiteY9" fmla="*/ 448488 h 662496"/>
              <a:gd name="connsiteX10" fmla="*/ 486383 w 632298"/>
              <a:gd name="connsiteY10" fmla="*/ 487398 h 662496"/>
              <a:gd name="connsiteX11" fmla="*/ 544749 w 632298"/>
              <a:gd name="connsiteY11" fmla="*/ 545764 h 662496"/>
              <a:gd name="connsiteX12" fmla="*/ 564204 w 632298"/>
              <a:gd name="connsiteY12" fmla="*/ 574947 h 662496"/>
              <a:gd name="connsiteX13" fmla="*/ 603115 w 632298"/>
              <a:gd name="connsiteY13" fmla="*/ 613858 h 662496"/>
              <a:gd name="connsiteX14" fmla="*/ 632298 w 632298"/>
              <a:gd name="connsiteY14" fmla="*/ 662496 h 6624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632298" h="662496">
                <a:moveTo>
                  <a:pt x="0" y="10743"/>
                </a:moveTo>
                <a:cubicBezTo>
                  <a:pt x="16213" y="7500"/>
                  <a:pt x="32687" y="-3335"/>
                  <a:pt x="48638" y="1015"/>
                </a:cubicBezTo>
                <a:cubicBezTo>
                  <a:pt x="107663" y="17113"/>
                  <a:pt x="112770" y="51459"/>
                  <a:pt x="136187" y="98292"/>
                </a:cubicBezTo>
                <a:cubicBezTo>
                  <a:pt x="139430" y="114505"/>
                  <a:pt x="139288" y="131782"/>
                  <a:pt x="145915" y="146930"/>
                </a:cubicBezTo>
                <a:cubicBezTo>
                  <a:pt x="162200" y="184153"/>
                  <a:pt x="181154" y="220530"/>
                  <a:pt x="204281" y="253935"/>
                </a:cubicBezTo>
                <a:cubicBezTo>
                  <a:pt x="210936" y="263547"/>
                  <a:pt x="222718" y="268785"/>
                  <a:pt x="233464" y="273390"/>
                </a:cubicBezTo>
                <a:cubicBezTo>
                  <a:pt x="259926" y="284731"/>
                  <a:pt x="333041" y="290701"/>
                  <a:pt x="350195" y="292845"/>
                </a:cubicBezTo>
                <a:cubicBezTo>
                  <a:pt x="363165" y="309058"/>
                  <a:pt x="378424" y="323679"/>
                  <a:pt x="389106" y="341483"/>
                </a:cubicBezTo>
                <a:cubicBezTo>
                  <a:pt x="398090" y="356456"/>
                  <a:pt x="398290" y="376000"/>
                  <a:pt x="408561" y="390122"/>
                </a:cubicBezTo>
                <a:cubicBezTo>
                  <a:pt x="424744" y="412374"/>
                  <a:pt x="454622" y="423879"/>
                  <a:pt x="466927" y="448488"/>
                </a:cubicBezTo>
                <a:cubicBezTo>
                  <a:pt x="473412" y="461458"/>
                  <a:pt x="477324" y="476075"/>
                  <a:pt x="486383" y="487398"/>
                </a:cubicBezTo>
                <a:cubicBezTo>
                  <a:pt x="503571" y="508883"/>
                  <a:pt x="526470" y="525200"/>
                  <a:pt x="544749" y="545764"/>
                </a:cubicBezTo>
                <a:cubicBezTo>
                  <a:pt x="552516" y="554502"/>
                  <a:pt x="556596" y="566070"/>
                  <a:pt x="564204" y="574947"/>
                </a:cubicBezTo>
                <a:cubicBezTo>
                  <a:pt x="576141" y="588874"/>
                  <a:pt x="591178" y="599931"/>
                  <a:pt x="603115" y="613858"/>
                </a:cubicBezTo>
                <a:cubicBezTo>
                  <a:pt x="617199" y="630290"/>
                  <a:pt x="623166" y="644234"/>
                  <a:pt x="632298" y="662496"/>
                </a:cubicBezTo>
              </a:path>
            </a:pathLst>
          </a:cu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D71A45AE-15FB-402E-90D6-C856942BC7AE}"/>
              </a:ext>
            </a:extLst>
          </p:cNvPr>
          <p:cNvCxnSpPr/>
          <p:nvPr/>
        </p:nvCxnSpPr>
        <p:spPr>
          <a:xfrm>
            <a:off x="8151779" y="3429000"/>
            <a:ext cx="6557" cy="1288915"/>
          </a:xfrm>
          <a:prstGeom prst="line">
            <a:avLst/>
          </a:prstGeom>
          <a:ln w="9525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0EC755E0-EE9F-4862-B01F-38F0FF351E4C}"/>
              </a:ext>
            </a:extLst>
          </p:cNvPr>
          <p:cNvCxnSpPr/>
          <p:nvPr/>
        </p:nvCxnSpPr>
        <p:spPr>
          <a:xfrm>
            <a:off x="8777520" y="3429000"/>
            <a:ext cx="6557" cy="1288915"/>
          </a:xfrm>
          <a:prstGeom prst="line">
            <a:avLst/>
          </a:prstGeom>
          <a:ln w="9525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41" name="TextBox 40">
            <a:extLst>
              <a:ext uri="{FF2B5EF4-FFF2-40B4-BE49-F238E27FC236}">
                <a16:creationId xmlns:a16="http://schemas.microsoft.com/office/drawing/2014/main" id="{C1D55509-9041-4DD2-AB59-7612E7B342C3}"/>
              </a:ext>
            </a:extLst>
          </p:cNvPr>
          <p:cNvSpPr txBox="1"/>
          <p:nvPr/>
        </p:nvSpPr>
        <p:spPr>
          <a:xfrm>
            <a:off x="8313979" y="3683594"/>
            <a:ext cx="38586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800"/>
              <a:t>?</a:t>
            </a:r>
            <a:endParaRPr lang="en-GB" sz="2800"/>
          </a:p>
        </p:txBody>
      </p: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5D98896C-B33F-4A08-A25A-D0E5F67045E1}"/>
              </a:ext>
            </a:extLst>
          </p:cNvPr>
          <p:cNvCxnSpPr>
            <a:cxnSpLocks/>
          </p:cNvCxnSpPr>
          <p:nvPr/>
        </p:nvCxnSpPr>
        <p:spPr>
          <a:xfrm>
            <a:off x="8198873" y="4902581"/>
            <a:ext cx="585204" cy="20092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4" name="TextBox 43">
            <a:extLst>
              <a:ext uri="{FF2B5EF4-FFF2-40B4-BE49-F238E27FC236}">
                <a16:creationId xmlns:a16="http://schemas.microsoft.com/office/drawing/2014/main" id="{86E061D7-E559-47CF-A57C-42650ACBF3A4}"/>
              </a:ext>
            </a:extLst>
          </p:cNvPr>
          <p:cNvSpPr txBox="1"/>
          <p:nvPr/>
        </p:nvSpPr>
        <p:spPr>
          <a:xfrm>
            <a:off x="8326878" y="4845729"/>
            <a:ext cx="38586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800"/>
              <a:t>?</a:t>
            </a:r>
            <a:endParaRPr lang="en-GB" sz="2800"/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C2D6C932-0FFF-4265-B343-030CDC1DC185}"/>
              </a:ext>
            </a:extLst>
          </p:cNvPr>
          <p:cNvSpPr txBox="1"/>
          <p:nvPr/>
        </p:nvSpPr>
        <p:spPr>
          <a:xfrm>
            <a:off x="1391054" y="5627371"/>
            <a:ext cx="912454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>
                <a:sym typeface="Wingdings" panose="05000000000000000000" pitchFamily="2" charset="2"/>
              </a:rPr>
              <a:t> Pour la parallélisation des calculs penser à utiliser le GPU 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16178799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Box 1"/>
          <p:cNvSpPr txBox="1">
            <a:spLocks noChangeArrowheads="1"/>
          </p:cNvSpPr>
          <p:nvPr/>
        </p:nvSpPr>
        <p:spPr bwMode="auto">
          <a:xfrm>
            <a:off x="2874170" y="4441366"/>
            <a:ext cx="6443663" cy="800100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lIns="90000" tIns="46800" rIns="90000" bIns="46800" anchor="ctr"/>
          <a:lstStyle/>
          <a:p>
            <a:pPr algn="ctr"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r>
              <a:rPr lang="en-US" sz="3200" b="1">
                <a:solidFill>
                  <a:srgbClr val="000000"/>
                </a:solidFill>
                <a:ea typeface="ＭＳ Ｐゴシック" charset="-128"/>
              </a:rPr>
              <a:t>Merci !</a:t>
            </a:r>
          </a:p>
        </p:txBody>
      </p:sp>
      <p:sp>
        <p:nvSpPr>
          <p:cNvPr id="23" name="Espace réservé de la date 22"/>
          <p:cNvSpPr>
            <a:spLocks noGrp="1"/>
          </p:cNvSpPr>
          <p:nvPr>
            <p:ph type="dt" sz="half" idx="10"/>
          </p:nvPr>
        </p:nvSpPr>
        <p:spPr>
          <a:xfrm>
            <a:off x="8534400" y="6552000"/>
            <a:ext cx="2133600" cy="306000"/>
          </a:xfrm>
          <a:prstGeom prst="rect">
            <a:avLst/>
          </a:prstGeom>
        </p:spPr>
        <p:txBody>
          <a:bodyPr/>
          <a:lstStyle/>
          <a:p>
            <a:r>
              <a:rPr lang="fr-FR"/>
              <a:t>01-04-2022</a:t>
            </a:r>
          </a:p>
        </p:txBody>
      </p:sp>
      <p:sp>
        <p:nvSpPr>
          <p:cNvPr id="24" name="Espace réservé du pied de page 2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Propulsion navale </a:t>
            </a:r>
            <a:r>
              <a:rPr lang="fr-FR" err="1"/>
              <a:t>ScPF</a:t>
            </a:r>
            <a:endParaRPr lang="fr-FR"/>
          </a:p>
        </p:txBody>
      </p:sp>
      <p:sp>
        <p:nvSpPr>
          <p:cNvPr id="25" name="Espace réservé du numéro de diapositive 24"/>
          <p:cNvSpPr>
            <a:spLocks noGrp="1"/>
          </p:cNvSpPr>
          <p:nvPr>
            <p:ph type="sldNum" sz="quarter" idx="4294967295"/>
          </p:nvPr>
        </p:nvSpPr>
        <p:spPr>
          <a:xfrm>
            <a:off x="9598856" y="6552228"/>
            <a:ext cx="1069145" cy="305772"/>
          </a:xfrm>
        </p:spPr>
        <p:txBody>
          <a:bodyPr/>
          <a:lstStyle/>
          <a:p>
            <a:fld id="{AD1E3A3D-12A0-A14A-AD9F-0CE6AFFEFF3B}" type="slidenum">
              <a:rPr lang="fr-FR" smtClean="0"/>
              <a:pPr/>
              <a:t>35</a:t>
            </a:fld>
            <a:endParaRPr lang="fr-FR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1" name="Text Box 5"/>
          <p:cNvSpPr txBox="1">
            <a:spLocks noChangeArrowheads="1"/>
          </p:cNvSpPr>
          <p:nvPr/>
        </p:nvSpPr>
        <p:spPr bwMode="auto">
          <a:xfrm>
            <a:off x="1981200" y="1600200"/>
            <a:ext cx="8218488" cy="4514850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anchor="ctr"/>
          <a:lstStyle/>
          <a:p>
            <a:endParaRPr lang="ja-JP" altLang="en-US"/>
          </a:p>
        </p:txBody>
      </p:sp>
      <p:sp>
        <p:nvSpPr>
          <p:cNvPr id="4" name="Text Box 6"/>
          <p:cNvSpPr txBox="1">
            <a:spLocks noChangeArrowheads="1"/>
          </p:cNvSpPr>
          <p:nvPr/>
        </p:nvSpPr>
        <p:spPr bwMode="auto">
          <a:xfrm>
            <a:off x="1776000" y="740229"/>
            <a:ext cx="8640000" cy="5677385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lIns="0" tIns="0" rIns="0" bIns="0"/>
          <a:lstStyle/>
          <a:p>
            <a:pPr>
              <a:tabLst>
                <a:tab pos="34290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r>
              <a:rPr lang="fr-FR" altLang="ja-JP" sz="3200" err="1">
                <a:solidFill>
                  <a:srgbClr val="0070C0"/>
                </a:solidFill>
                <a:ea typeface="Lucida Sans Unicode" charset="0"/>
                <a:cs typeface="Lucida Sans Unicode" charset="0"/>
              </a:rPr>
              <a:t>References</a:t>
            </a:r>
            <a:endParaRPr lang="en-US" altLang="ja-JP" sz="3200">
              <a:solidFill>
                <a:srgbClr val="0070C0"/>
              </a:solidFill>
              <a:ea typeface="Lucida Sans Unicode" charset="0"/>
              <a:cs typeface="Lucida Sans Unicode" charset="0"/>
            </a:endParaRPr>
          </a:p>
          <a:p>
            <a:pPr>
              <a:tabLst>
                <a:tab pos="34290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endParaRPr lang="fr-FR" altLang="ja-JP" sz="2400">
              <a:solidFill>
                <a:srgbClr val="000000"/>
              </a:solidFill>
              <a:ea typeface="Lucida Sans Unicode" charset="0"/>
              <a:cs typeface="Lucida Sans Unicode" charset="0"/>
            </a:endParaRPr>
          </a:p>
          <a:p>
            <a:pPr>
              <a:tabLst>
                <a:tab pos="34290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endParaRPr lang="fr-FR" altLang="ja-JP" sz="2400">
              <a:solidFill>
                <a:srgbClr val="000000"/>
              </a:solidFill>
              <a:ea typeface="Lucida Sans Unicode" charset="0"/>
              <a:cs typeface="Lucida Sans Unicode" charset="0"/>
            </a:endParaRPr>
          </a:p>
        </p:txBody>
      </p:sp>
      <p:graphicFrame>
        <p:nvGraphicFramePr>
          <p:cNvPr id="2" name="Tableau 1"/>
          <p:cNvGraphicFramePr>
            <a:graphicFrameLocks noGrp="1"/>
          </p:cNvGraphicFramePr>
          <p:nvPr/>
        </p:nvGraphicFramePr>
        <p:xfrm>
          <a:off x="1889400" y="1499350"/>
          <a:ext cx="8413200" cy="3515814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57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956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06854">
                <a:tc>
                  <a:txBody>
                    <a:bodyPr/>
                    <a:lstStyle/>
                    <a:p>
                      <a:pPr algn="l"/>
                      <a:r>
                        <a:rPr lang="fr-FR"/>
                        <a:t>[1]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just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ja-JP">
                          <a:solidFill>
                            <a:srgbClr val="000000"/>
                          </a:solidFill>
                          <a:ea typeface="Lucida Sans Unicode" charset="0"/>
                          <a:cs typeface="Lucida Sans Unicode" charset="0"/>
                        </a:rPr>
                        <a:t>P.C. Krause, O. </a:t>
                      </a:r>
                      <a:r>
                        <a:rPr lang="en-US" altLang="ja-JP" err="1">
                          <a:solidFill>
                            <a:srgbClr val="000000"/>
                          </a:solidFill>
                          <a:ea typeface="Lucida Sans Unicode" charset="0"/>
                          <a:cs typeface="Lucida Sans Unicode" charset="0"/>
                        </a:rPr>
                        <a:t>Wasynczuk</a:t>
                      </a:r>
                      <a:r>
                        <a:rPr lang="en-US" altLang="ja-JP">
                          <a:solidFill>
                            <a:srgbClr val="000000"/>
                          </a:solidFill>
                          <a:ea typeface="Lucida Sans Unicode" charset="0"/>
                          <a:cs typeface="Lucida Sans Unicode" charset="0"/>
                        </a:rPr>
                        <a:t>, S.D. </a:t>
                      </a:r>
                      <a:r>
                        <a:rPr lang="en-US" altLang="ja-JP" err="1">
                          <a:solidFill>
                            <a:srgbClr val="000000"/>
                          </a:solidFill>
                          <a:ea typeface="Lucida Sans Unicode" charset="0"/>
                          <a:cs typeface="Lucida Sans Unicode" charset="0"/>
                        </a:rPr>
                        <a:t>Sudhoff</a:t>
                      </a:r>
                      <a:r>
                        <a:rPr lang="en-US" altLang="ja-JP">
                          <a:solidFill>
                            <a:srgbClr val="000000"/>
                          </a:solidFill>
                          <a:ea typeface="Lucida Sans Unicode" charset="0"/>
                          <a:cs typeface="Lucida Sans Unicode" charset="0"/>
                        </a:rPr>
                        <a:t>, </a:t>
                      </a:r>
                      <a:r>
                        <a:rPr lang="en-US" altLang="ja-JP" i="1">
                          <a:solidFill>
                            <a:srgbClr val="000000"/>
                          </a:solidFill>
                          <a:ea typeface="Lucida Sans Unicode" charset="0"/>
                          <a:cs typeface="Lucida Sans Unicode" charset="0"/>
                        </a:rPr>
                        <a:t>Analysis of electric machinery and drive systems</a:t>
                      </a:r>
                      <a:r>
                        <a:rPr lang="en-US" altLang="ja-JP">
                          <a:solidFill>
                            <a:srgbClr val="000000"/>
                          </a:solidFill>
                          <a:ea typeface="Lucida Sans Unicode" charset="0"/>
                          <a:cs typeface="Lucida Sans Unicode" charset="0"/>
                        </a:rPr>
                        <a:t>, IEEE Press, 2002.</a:t>
                      </a:r>
                      <a:endParaRPr lang="fr-FR" altLang="ja-JP">
                        <a:solidFill>
                          <a:srgbClr val="000000"/>
                        </a:solidFill>
                        <a:ea typeface="Lucida Sans Unicode" charset="0"/>
                        <a:cs typeface="Lucida Sans Unicode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6854">
                <a:tc>
                  <a:txBody>
                    <a:bodyPr/>
                    <a:lstStyle/>
                    <a:p>
                      <a:pPr algn="l"/>
                      <a:r>
                        <a:rPr lang="fr-FR"/>
                        <a:t>[2]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just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/>
                        <a:t>L. </a:t>
                      </a:r>
                      <a:r>
                        <a:rPr lang="en-US" err="1"/>
                        <a:t>Quéval</a:t>
                      </a:r>
                      <a:r>
                        <a:rPr lang="en-US"/>
                        <a:t>, H. </a:t>
                      </a:r>
                      <a:r>
                        <a:rPr lang="en-US" err="1"/>
                        <a:t>Ohsaki</a:t>
                      </a:r>
                      <a:r>
                        <a:rPr lang="en-US"/>
                        <a:t>, "Nonlinear </a:t>
                      </a:r>
                      <a:r>
                        <a:rPr lang="en-US" err="1"/>
                        <a:t>abc</a:t>
                      </a:r>
                      <a:r>
                        <a:rPr lang="en-US"/>
                        <a:t>-model for electrical machines using N-D lookup tables," </a:t>
                      </a:r>
                      <a:r>
                        <a:rPr lang="en-US" i="1"/>
                        <a:t>IEEE Transactions on Energy Conversion</a:t>
                      </a:r>
                      <a:r>
                        <a:rPr lang="en-US"/>
                        <a:t>, vol. 30, no. 1, pp. 316-322, March 2015.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6854">
                <a:tc>
                  <a:txBody>
                    <a:bodyPr/>
                    <a:lstStyle/>
                    <a:p>
                      <a:pPr algn="l"/>
                      <a:r>
                        <a:rPr lang="fr-FR"/>
                        <a:t>[3]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just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/>
                        <a:t>L. </a:t>
                      </a:r>
                      <a:r>
                        <a:rPr lang="en-US" err="1"/>
                        <a:t>Quéval</a:t>
                      </a:r>
                      <a:r>
                        <a:rPr lang="en-US"/>
                        <a:t>, A. Coty, L. </a:t>
                      </a:r>
                      <a:r>
                        <a:rPr lang="en-US" err="1"/>
                        <a:t>Vido</a:t>
                      </a:r>
                      <a:r>
                        <a:rPr lang="en-US"/>
                        <a:t>, B. </a:t>
                      </a:r>
                      <a:r>
                        <a:rPr lang="en-US" err="1"/>
                        <a:t>Multon</a:t>
                      </a:r>
                      <a:r>
                        <a:rPr lang="en-US"/>
                        <a:t>, "Photovoltaic motors review, comparison and switched reluctance motor prototype," </a:t>
                      </a:r>
                      <a:r>
                        <a:rPr lang="en-US" i="1"/>
                        <a:t>10</a:t>
                      </a:r>
                      <a:r>
                        <a:rPr lang="en-US" i="1" baseline="30000"/>
                        <a:t>th</a:t>
                      </a:r>
                      <a:r>
                        <a:rPr lang="en-US" i="1"/>
                        <a:t> International Conference on Ecological Vehicles and Renewable Energies (EVER2015)</a:t>
                      </a:r>
                      <a:r>
                        <a:rPr lang="en-US"/>
                        <a:t>, Monaco, April 2015.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6854">
                <a:tc>
                  <a:txBody>
                    <a:bodyPr/>
                    <a:lstStyle/>
                    <a:p>
                      <a:pPr algn="l"/>
                      <a:r>
                        <a:rPr lang="fr-FR"/>
                        <a:t>[4]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just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ja-JP">
                          <a:solidFill>
                            <a:srgbClr val="000000"/>
                          </a:solidFill>
                          <a:ea typeface="Lucida Sans Unicode" charset="0"/>
                          <a:cs typeface="Lucida Sans Unicode" charset="0"/>
                        </a:rPr>
                        <a:t>L. </a:t>
                      </a:r>
                      <a:r>
                        <a:rPr lang="en-US" altLang="ja-JP" err="1">
                          <a:solidFill>
                            <a:srgbClr val="000000"/>
                          </a:solidFill>
                          <a:ea typeface="Lucida Sans Unicode" charset="0"/>
                          <a:cs typeface="Lucida Sans Unicode" charset="0"/>
                        </a:rPr>
                        <a:t>Quéval</a:t>
                      </a:r>
                      <a:r>
                        <a:rPr lang="en-US" altLang="ja-JP">
                          <a:solidFill>
                            <a:srgbClr val="000000"/>
                          </a:solidFill>
                          <a:ea typeface="Lucida Sans Unicode" charset="0"/>
                          <a:cs typeface="Lucida Sans Unicode" charset="0"/>
                        </a:rPr>
                        <a:t>, </a:t>
                      </a:r>
                      <a:r>
                        <a:rPr lang="en-US"/>
                        <a:t>"</a:t>
                      </a:r>
                      <a:r>
                        <a:rPr lang="en-US" altLang="ja-JP">
                          <a:solidFill>
                            <a:srgbClr val="000000"/>
                          </a:solidFill>
                          <a:ea typeface="Lucida Sans Unicode" charset="0"/>
                          <a:cs typeface="Lucida Sans Unicode" charset="0"/>
                        </a:rPr>
                        <a:t>Modeling and simulation of grid-connected superconducting wind turbine generators,</a:t>
                      </a:r>
                      <a:r>
                        <a:rPr lang="en-US"/>
                        <a:t>"</a:t>
                      </a:r>
                      <a:r>
                        <a:rPr lang="en-US" altLang="ja-JP">
                          <a:solidFill>
                            <a:srgbClr val="000000"/>
                          </a:solidFill>
                          <a:ea typeface="Lucida Sans Unicode" charset="0"/>
                          <a:cs typeface="Lucida Sans Unicode" charset="0"/>
                        </a:rPr>
                        <a:t> PhD thesis, The University of Tokyo, Tokyo, Japan, 2013.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06854">
                <a:tc>
                  <a:txBody>
                    <a:bodyPr/>
                    <a:lstStyle/>
                    <a:p>
                      <a:pPr algn="l"/>
                      <a:r>
                        <a:rPr lang="fr-FR"/>
                        <a:t>[5]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just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/>
                        <a:t>"</a:t>
                      </a:r>
                      <a:r>
                        <a:rPr lang="en-US" sz="1800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COMSOL Multiphysics version 4.3a</a:t>
                      </a:r>
                      <a:r>
                        <a:rPr lang="en-US"/>
                        <a:t>"</a:t>
                      </a:r>
                      <a:r>
                        <a:rPr lang="en-US" sz="1800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[Online]. Available: www.comsol.com.</a:t>
                      </a:r>
                      <a:endParaRPr lang="en-US" altLang="ja-JP">
                        <a:solidFill>
                          <a:srgbClr val="000000"/>
                        </a:solidFill>
                        <a:ea typeface="Lucida Sans Unicode" charset="0"/>
                        <a:cs typeface="Lucida Sans Unicode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Propulsion navale </a:t>
            </a:r>
            <a:r>
              <a:rPr lang="fr-FR" err="1"/>
              <a:t>ScPF</a:t>
            </a:r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294967295"/>
          </p:nvPr>
        </p:nvSpPr>
        <p:spPr>
          <a:xfrm>
            <a:off x="9598856" y="6552228"/>
            <a:ext cx="1069145" cy="305772"/>
          </a:xfrm>
        </p:spPr>
        <p:txBody>
          <a:bodyPr/>
          <a:lstStyle/>
          <a:p>
            <a:fld id="{AD1E3A3D-12A0-A14A-AD9F-0CE6AFFEFF3B}" type="slidenum">
              <a:rPr lang="fr-FR" smtClean="0"/>
              <a:pPr/>
              <a:t>36</a:t>
            </a:fld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>
          <a:xfrm>
            <a:off x="8534400" y="6552000"/>
            <a:ext cx="2133600" cy="306000"/>
          </a:xfrm>
          <a:prstGeom prst="rect">
            <a:avLst/>
          </a:prstGeom>
        </p:spPr>
        <p:txBody>
          <a:bodyPr/>
          <a:lstStyle/>
          <a:p>
            <a:r>
              <a:rPr lang="fr-FR"/>
              <a:t>01-04-2022</a:t>
            </a:r>
          </a:p>
        </p:txBody>
      </p:sp>
    </p:spTree>
    <p:extLst>
      <p:ext uri="{BB962C8B-B14F-4D97-AF65-F5344CB8AC3E}">
        <p14:creationId xmlns:p14="http://schemas.microsoft.com/office/powerpoint/2010/main" val="1746474584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>
        <a:noFill/>
      </a:spPr>
      <a:bodyPr wrap="square" rtlCol="0">
        <a:spAutoFit/>
      </a:bodyPr>
      <a:lstStyle>
        <a:defPPr algn="l">
          <a:defRPr dirty="0"/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69CDF837C2D214AA6FED8D1FBBE80F5" ma:contentTypeVersion="12" ma:contentTypeDescription="Crée un document." ma:contentTypeScope="" ma:versionID="403eec7c5d4d7a5491f766f77aec365b">
  <xsd:schema xmlns:xsd="http://www.w3.org/2001/XMLSchema" xmlns:xs="http://www.w3.org/2001/XMLSchema" xmlns:p="http://schemas.microsoft.com/office/2006/metadata/properties" xmlns:ns2="672bba71-449e-4571-99fd-c3bee28b3c2b" xmlns:ns3="3347f374-512c-4c81-9c8a-b24f5e1576a8" targetNamespace="http://schemas.microsoft.com/office/2006/metadata/properties" ma:root="true" ma:fieldsID="ef16f0c3a8136a113a5cde00006b90bb" ns2:_="" ns3:_="">
    <xsd:import namespace="672bba71-449e-4571-99fd-c3bee28b3c2b"/>
    <xsd:import namespace="3347f374-512c-4c81-9c8a-b24f5e1576a8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72bba71-449e-4571-99fd-c3bee28b3c2b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DateTaken" ma:index="12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7" nillable="true" ma:taxonomy="true" ma:internalName="lcf76f155ced4ddcb4097134ff3c332f" ma:taxonomyFieldName="MediaServiceImageTags" ma:displayName="Balises d’images" ma:readOnly="false" ma:fieldId="{5cf76f15-5ced-4ddc-b409-7134ff3c332f}" ma:taxonomyMulti="true" ma:sspId="b74adcb9-9639-454f-bd53-a051c6bc3430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9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347f374-512c-4c81-9c8a-b24f5e1576a8" elementFormDefault="qualified">
    <xsd:import namespace="http://schemas.microsoft.com/office/2006/documentManagement/types"/>
    <xsd:import namespace="http://schemas.microsoft.com/office/infopath/2007/PartnerControls"/>
    <xsd:element name="TaxCatchAll" ma:index="18" nillable="true" ma:displayName="Taxonomy Catch All Column" ma:hidden="true" ma:list="{e72fa494-0a1a-4d61-93ad-243054af59fa}" ma:internalName="TaxCatchAll" ma:showField="CatchAllData" ma:web="3347f374-512c-4c81-9c8a-b24f5e1576a8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ype de contenu"/>
        <xsd:element ref="dc:title" minOccurs="0" maxOccurs="1" ma:index="4" ma:displayName="Titr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672bba71-449e-4571-99fd-c3bee28b3c2b">
      <Terms xmlns="http://schemas.microsoft.com/office/infopath/2007/PartnerControls"/>
    </lcf76f155ced4ddcb4097134ff3c332f>
    <TaxCatchAll xmlns="3347f374-512c-4c81-9c8a-b24f5e1576a8" xsi:nil="true"/>
  </documentManagement>
</p:properties>
</file>

<file path=customXml/itemProps1.xml><?xml version="1.0" encoding="utf-8"?>
<ds:datastoreItem xmlns:ds="http://schemas.openxmlformats.org/officeDocument/2006/customXml" ds:itemID="{62A0791C-6E00-429F-BF31-563B24A44A26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57BEBA0A-33D1-46E0-A9E6-4669D6E6B6E5}"/>
</file>

<file path=customXml/itemProps3.xml><?xml version="1.0" encoding="utf-8"?>
<ds:datastoreItem xmlns:ds="http://schemas.openxmlformats.org/officeDocument/2006/customXml" ds:itemID="{30D1704D-9C14-4147-BAB9-6A4C28E9D6E7}">
  <ds:schemaRefs>
    <ds:schemaRef ds:uri="dba726d3-9bb0-4a6c-82fb-7da00d27a883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Widescreen</PresentationFormat>
  <Slides>36</Slides>
  <Notes>34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36</vt:i4>
      </vt:variant>
    </vt:vector>
  </HeadingPairs>
  <TitlesOfParts>
    <vt:vector size="37" baseType="lpstr">
      <vt:lpstr>Thème Office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Présentation PowerPoint</dc:title>
  <dc:creator/>
  <cp:revision>1</cp:revision>
  <dcterms:created xsi:type="dcterms:W3CDTF">2022-03-31T07:52:31Z</dcterms:created>
  <dcterms:modified xsi:type="dcterms:W3CDTF">2022-04-01T06:26:34Z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0x010100769CDF837C2D214AA6FED8D1FBBE80F5</vt:lpwstr>
  </property>
</Properties>
</file>