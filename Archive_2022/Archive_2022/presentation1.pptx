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7" r:id="rId5"/>
    <p:sldId id="290" r:id="rId6"/>
    <p:sldId id="291" r:id="rId7"/>
    <p:sldId id="292" r:id="rId8"/>
    <p:sldId id="317" r:id="rId9"/>
    <p:sldId id="324" r:id="rId10"/>
    <p:sldId id="296" r:id="rId11"/>
    <p:sldId id="319" r:id="rId12"/>
    <p:sldId id="333" r:id="rId13"/>
    <p:sldId id="297" r:id="rId14"/>
    <p:sldId id="323" r:id="rId15"/>
    <p:sldId id="320" r:id="rId16"/>
    <p:sldId id="321" r:id="rId17"/>
    <p:sldId id="327" r:id="rId18"/>
    <p:sldId id="326" r:id="rId19"/>
    <p:sldId id="322" r:id="rId20"/>
    <p:sldId id="340" r:id="rId21"/>
    <p:sldId id="344" r:id="rId22"/>
    <p:sldId id="328" r:id="rId23"/>
    <p:sldId id="341" r:id="rId24"/>
    <p:sldId id="347" r:id="rId25"/>
    <p:sldId id="348" r:id="rId26"/>
    <p:sldId id="349" r:id="rId27"/>
    <p:sldId id="350" r:id="rId28"/>
    <p:sldId id="342" r:id="rId29"/>
    <p:sldId id="332" r:id="rId30"/>
    <p:sldId id="338" r:id="rId31"/>
    <p:sldId id="294" r:id="rId32"/>
    <p:sldId id="337" r:id="rId33"/>
    <p:sldId id="267" r:id="rId34"/>
    <p:sldId id="295" r:id="rId35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B5A69-0229-4517-82F5-536D93AF1EC1}" v="2451" dt="2022-04-01T08:19:58.786"/>
    <p1510:client id="{3601F20F-5153-4F11-A381-620ED3EE98F7}" v="4" dt="2022-04-01T13:19:48.898"/>
    <p1510:client id="{36A3653A-01B0-4EE6-8F5D-EB93D242EC0E}" v="115" dt="2023-03-29T19:33:26.435"/>
    <p1510:client id="{5F32F83E-169F-4BF4-B644-097B3AF4D670}" v="480" dt="2022-04-01T12:24:59.919"/>
    <p1510:client id="{F8E6E274-464E-40BD-BF02-B2B0359EF3FF}" v="1115" vWet="1117" dt="2022-04-01T12:21:12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Chardin (Student at CentraleSupelec)" userId="1e9df768-930c-44c8-a30e-4b7b14495681" providerId="ADAL" clId="{5F32F83E-169F-4BF4-B644-097B3AF4D670}"/>
    <pc:docChg chg="undo custSel addSld delSld modSld sldOrd">
      <pc:chgData name="Hugues Chardin (Student at CentraleSupelec)" userId="1e9df768-930c-44c8-a30e-4b7b14495681" providerId="ADAL" clId="{5F32F83E-169F-4BF4-B644-097B3AF4D670}" dt="2022-04-01T12:24:59.919" v="480" actId="1076"/>
      <pc:docMkLst>
        <pc:docMk/>
      </pc:docMkLst>
      <pc:sldChg chg="addSp delSp modSp mod">
        <pc:chgData name="Hugues Chardin (Student at CentraleSupelec)" userId="1e9df768-930c-44c8-a30e-4b7b14495681" providerId="ADAL" clId="{5F32F83E-169F-4BF4-B644-097B3AF4D670}" dt="2022-04-01T12:24:59.919" v="480" actId="1076"/>
        <pc:sldMkLst>
          <pc:docMk/>
          <pc:sldMk cId="960771001" sldId="332"/>
        </pc:sldMkLst>
        <pc:spChg chg="mod topLvl">
          <ac:chgData name="Hugues Chardin (Student at CentraleSupelec)" userId="1e9df768-930c-44c8-a30e-4b7b14495681" providerId="ADAL" clId="{5F32F83E-169F-4BF4-B644-097B3AF4D670}" dt="2022-04-01T12:24:57.271" v="478" actId="164"/>
          <ac:spMkLst>
            <pc:docMk/>
            <pc:sldMk cId="960771001" sldId="332"/>
            <ac:spMk id="17" creationId="{45E2487E-3027-4D23-9160-3513CF701936}"/>
          </ac:spMkLst>
        </pc:spChg>
        <pc:spChg chg="mod topLvl">
          <ac:chgData name="Hugues Chardin (Student at CentraleSupelec)" userId="1e9df768-930c-44c8-a30e-4b7b14495681" providerId="ADAL" clId="{5F32F83E-169F-4BF4-B644-097B3AF4D670}" dt="2022-04-01T12:24:57.271" v="478" actId="164"/>
          <ac:spMkLst>
            <pc:docMk/>
            <pc:sldMk cId="960771001" sldId="332"/>
            <ac:spMk id="18" creationId="{60F317E7-4531-4672-8F42-3483DA002751}"/>
          </ac:spMkLst>
        </pc:spChg>
        <pc:spChg chg="mod topLvl">
          <ac:chgData name="Hugues Chardin (Student at CentraleSupelec)" userId="1e9df768-930c-44c8-a30e-4b7b14495681" providerId="ADAL" clId="{5F32F83E-169F-4BF4-B644-097B3AF4D670}" dt="2022-04-01T12:24:57.271" v="478" actId="164"/>
          <ac:spMkLst>
            <pc:docMk/>
            <pc:sldMk cId="960771001" sldId="332"/>
            <ac:spMk id="29" creationId="{A8DD3EBD-748C-4B10-ADC4-821A6008B172}"/>
          </ac:spMkLst>
        </pc:spChg>
        <pc:spChg chg="mod">
          <ac:chgData name="Hugues Chardin (Student at CentraleSupelec)" userId="1e9df768-930c-44c8-a30e-4b7b14495681" providerId="ADAL" clId="{5F32F83E-169F-4BF4-B644-097B3AF4D670}" dt="2022-03-30T07:57:06.270" v="221" actId="20577"/>
          <ac:spMkLst>
            <pc:docMk/>
            <pc:sldMk cId="960771001" sldId="332"/>
            <ac:spMk id="101" creationId="{00000000-0000-0000-0000-000000000000}"/>
          </ac:spMkLst>
        </pc:spChg>
        <pc:grpChg chg="add mod">
          <ac:chgData name="Hugues Chardin (Student at CentraleSupelec)" userId="1e9df768-930c-44c8-a30e-4b7b14495681" providerId="ADAL" clId="{5F32F83E-169F-4BF4-B644-097B3AF4D670}" dt="2022-04-01T12:24:59.919" v="480" actId="1076"/>
          <ac:grpSpMkLst>
            <pc:docMk/>
            <pc:sldMk cId="960771001" sldId="332"/>
            <ac:grpSpMk id="2" creationId="{15A78CFD-399E-4D8B-B6AA-E52D25BE28DC}"/>
          </ac:grpSpMkLst>
        </pc:grpChg>
        <pc:grpChg chg="add del">
          <ac:chgData name="Hugues Chardin (Student at CentraleSupelec)" userId="1e9df768-930c-44c8-a30e-4b7b14495681" providerId="ADAL" clId="{5F32F83E-169F-4BF4-B644-097B3AF4D670}" dt="2022-04-01T12:24:53.737" v="477" actId="165"/>
          <ac:grpSpMkLst>
            <pc:docMk/>
            <pc:sldMk cId="960771001" sldId="332"/>
            <ac:grpSpMk id="39" creationId="{617BE134-ADA9-4844-9B7D-C7B151D54376}"/>
          </ac:grpSpMkLst>
        </pc:grpChg>
        <pc:picChg chg="add del">
          <ac:chgData name="Hugues Chardin (Student at CentraleSupelec)" userId="1e9df768-930c-44c8-a30e-4b7b14495681" providerId="ADAL" clId="{5F32F83E-169F-4BF4-B644-097B3AF4D670}" dt="2022-04-01T07:37:47.351" v="388" actId="478"/>
          <ac:picMkLst>
            <pc:docMk/>
            <pc:sldMk cId="960771001" sldId="332"/>
            <ac:picMk id="31" creationId="{49EE1E43-97A1-4146-8C5E-4A54AA15EF99}"/>
          </ac:picMkLst>
        </pc:picChg>
        <pc:picChg chg="mod topLvl">
          <ac:chgData name="Hugues Chardin (Student at CentraleSupelec)" userId="1e9df768-930c-44c8-a30e-4b7b14495681" providerId="ADAL" clId="{5F32F83E-169F-4BF4-B644-097B3AF4D670}" dt="2022-04-01T12:24:57.271" v="478" actId="164"/>
          <ac:picMkLst>
            <pc:docMk/>
            <pc:sldMk cId="960771001" sldId="332"/>
            <ac:picMk id="38" creationId="{E05D54A5-F91E-4861-B006-E5E528B69866}"/>
          </ac:picMkLst>
        </pc:picChg>
        <pc:picChg chg="add del mod">
          <ac:chgData name="Hugues Chardin (Student at CentraleSupelec)" userId="1e9df768-930c-44c8-a30e-4b7b14495681" providerId="ADAL" clId="{5F32F83E-169F-4BF4-B644-097B3AF4D670}" dt="2022-04-01T07:37:50.268" v="394" actId="22"/>
          <ac:picMkLst>
            <pc:docMk/>
            <pc:sldMk cId="960771001" sldId="332"/>
            <ac:picMk id="41" creationId="{11F39694-00C4-4514-8134-EABBE3BC7463}"/>
          </ac:picMkLst>
        </pc:picChg>
      </pc:sldChg>
      <pc:sldChg chg="addSp delSp modSp add mod ord addAnim delAnim modAnim">
        <pc:chgData name="Hugues Chardin (Student at CentraleSupelec)" userId="1e9df768-930c-44c8-a30e-4b7b14495681" providerId="ADAL" clId="{5F32F83E-169F-4BF4-B644-097B3AF4D670}" dt="2022-04-01T12:20:17.600" v="466" actId="1076"/>
        <pc:sldMkLst>
          <pc:docMk/>
          <pc:sldMk cId="135843239" sldId="340"/>
        </pc:sldMkLst>
        <pc:spChg chg="add del mod topLvl">
          <ac:chgData name="Hugues Chardin (Student at CentraleSupelec)" userId="1e9df768-930c-44c8-a30e-4b7b14495681" providerId="ADAL" clId="{5F32F83E-169F-4BF4-B644-097B3AF4D670}" dt="2022-03-30T08:02:08.915" v="224" actId="478"/>
          <ac:spMkLst>
            <pc:docMk/>
            <pc:sldMk cId="135843239" sldId="340"/>
            <ac:spMk id="4" creationId="{A6A48280-566F-4530-8EF6-4DB54E992D74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8:02:07.785" v="223" actId="478"/>
          <ac:spMkLst>
            <pc:docMk/>
            <pc:sldMk cId="135843239" sldId="340"/>
            <ac:spMk id="8" creationId="{CBCD0F80-CC1D-4974-A026-C10DE516F761}"/>
          </ac:spMkLst>
        </pc:spChg>
        <pc:spChg chg="del">
          <ac:chgData name="Hugues Chardin (Student at CentraleSupelec)" userId="1e9df768-930c-44c8-a30e-4b7b14495681" providerId="ADAL" clId="{5F32F83E-169F-4BF4-B644-097B3AF4D670}" dt="2022-03-30T07:37:43.990" v="18" actId="478"/>
          <ac:spMkLst>
            <pc:docMk/>
            <pc:sldMk cId="135843239" sldId="340"/>
            <ac:spMk id="10" creationId="{C6E1F1A0-241C-4E8F-BC5F-70FC4C91B3B9}"/>
          </ac:spMkLst>
        </pc:spChg>
        <pc:spChg chg="add del">
          <ac:chgData name="Hugues Chardin (Student at CentraleSupelec)" userId="1e9df768-930c-44c8-a30e-4b7b14495681" providerId="ADAL" clId="{5F32F83E-169F-4BF4-B644-097B3AF4D670}" dt="2022-03-30T07:39:18.510" v="47" actId="478"/>
          <ac:spMkLst>
            <pc:docMk/>
            <pc:sldMk cId="135843239" sldId="340"/>
            <ac:spMk id="11" creationId="{C763B501-57F9-45F3-86BB-322E12DF6CA0}"/>
          </ac:spMkLst>
        </pc:spChg>
        <pc:spChg chg="del">
          <ac:chgData name="Hugues Chardin (Student at CentraleSupelec)" userId="1e9df768-930c-44c8-a30e-4b7b14495681" providerId="ADAL" clId="{5F32F83E-169F-4BF4-B644-097B3AF4D670}" dt="2022-03-30T07:37:48.751" v="20" actId="478"/>
          <ac:spMkLst>
            <pc:docMk/>
            <pc:sldMk cId="135843239" sldId="340"/>
            <ac:spMk id="12" creationId="{76593734-1C2A-4785-8CA5-6D6C5F538CA5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12" creationId="{91E79736-E5BF-473F-BEFB-26A1FAFAA3D8}"/>
          </ac:spMkLst>
        </pc:spChg>
        <pc:spChg chg="del mod">
          <ac:chgData name="Hugues Chardin (Student at CentraleSupelec)" userId="1e9df768-930c-44c8-a30e-4b7b14495681" providerId="ADAL" clId="{5F32F83E-169F-4BF4-B644-097B3AF4D670}" dt="2022-03-30T07:37:48.751" v="22"/>
          <ac:spMkLst>
            <pc:docMk/>
            <pc:sldMk cId="135843239" sldId="340"/>
            <ac:spMk id="13" creationId="{E4B4D979-94B0-424C-A085-0827337D04FC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7:38:02.928" v="33" actId="47"/>
          <ac:spMkLst>
            <pc:docMk/>
            <pc:sldMk cId="135843239" sldId="340"/>
            <ac:spMk id="14" creationId="{6E31029C-E3E8-4674-9EAA-B4CFD610AB9C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7:37:53.606" v="30" actId="47"/>
          <ac:spMkLst>
            <pc:docMk/>
            <pc:sldMk cId="135843239" sldId="340"/>
            <ac:spMk id="15" creationId="{7B5F7BA8-DA19-42C2-B382-326BF71320BD}"/>
          </ac:spMkLst>
        </pc:spChg>
        <pc:spChg chg="mod">
          <ac:chgData name="Hugues Chardin (Student at CentraleSupelec)" userId="1e9df768-930c-44c8-a30e-4b7b14495681" providerId="ADAL" clId="{5F32F83E-169F-4BF4-B644-097B3AF4D670}" dt="2022-03-30T07:39:30.566" v="49" actId="1076"/>
          <ac:spMkLst>
            <pc:docMk/>
            <pc:sldMk cId="135843239" sldId="340"/>
            <ac:spMk id="16" creationId="{06565AE5-02CB-4264-859A-52CFBB6AFBC1}"/>
          </ac:spMkLst>
        </pc:spChg>
        <pc:spChg chg="add del mod topLvl">
          <ac:chgData name="Hugues Chardin (Student at CentraleSupelec)" userId="1e9df768-930c-44c8-a30e-4b7b14495681" providerId="ADAL" clId="{5F32F83E-169F-4BF4-B644-097B3AF4D670}" dt="2022-03-30T08:02:13.815" v="226" actId="478"/>
          <ac:spMkLst>
            <pc:docMk/>
            <pc:sldMk cId="135843239" sldId="340"/>
            <ac:spMk id="17" creationId="{0E9F7794-0305-4CE4-A89A-74295355D58D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17" creationId="{1562F5A7-03C7-4B09-B0A9-C527D6AA98C9}"/>
          </ac:spMkLst>
        </pc:spChg>
        <pc:spChg chg="add mod topLvl">
          <ac:chgData name="Hugues Chardin (Student at CentraleSupelec)" userId="1e9df768-930c-44c8-a30e-4b7b14495681" providerId="ADAL" clId="{5F32F83E-169F-4BF4-B644-097B3AF4D670}" dt="2022-03-30T08:02:05.568" v="222" actId="165"/>
          <ac:spMkLst>
            <pc:docMk/>
            <pc:sldMk cId="135843239" sldId="340"/>
            <ac:spMk id="18" creationId="{6542CB3C-3D24-4875-A1EE-6B0FB67CCF0A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18" creationId="{F196B855-551A-4279-8BB8-4A1FE3A725C7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19" creationId="{15BAAB2F-C03D-4149-A3EF-6D394704E215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8:02:11.736" v="225" actId="478"/>
          <ac:spMkLst>
            <pc:docMk/>
            <pc:sldMk cId="135843239" sldId="340"/>
            <ac:spMk id="19" creationId="{71F7EF38-B32B-4B1A-8221-832E42450931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20" creationId="{8ECA71E1-FBB0-4E87-B3E1-0071628A1F7C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8:02:19.886" v="231"/>
          <ac:spMkLst>
            <pc:docMk/>
            <pc:sldMk cId="135843239" sldId="340"/>
            <ac:spMk id="20" creationId="{91D1CF41-7046-4726-B526-9689F56B1FF0}"/>
          </ac:spMkLst>
        </pc:spChg>
        <pc:spChg chg="add mod">
          <ac:chgData name="Hugues Chardin (Student at CentraleSupelec)" userId="1e9df768-930c-44c8-a30e-4b7b14495681" providerId="ADAL" clId="{5F32F83E-169F-4BF4-B644-097B3AF4D670}" dt="2022-03-30T07:44:15.227" v="82" actId="20577"/>
          <ac:spMkLst>
            <pc:docMk/>
            <pc:sldMk cId="135843239" sldId="340"/>
            <ac:spMk id="21" creationId="{732D4174-B80A-4C6D-A406-A46DA76FCD32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21" creationId="{9048E279-F7E4-4FFA-98B5-DD39F697018D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0:04.037" v="464" actId="164"/>
          <ac:spMkLst>
            <pc:docMk/>
            <pc:sldMk cId="135843239" sldId="340"/>
            <ac:spMk id="22" creationId="{B6218AFB-D4B6-4426-90E5-5C7AEDBA4871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7:52:58.653" v="134"/>
          <ac:spMkLst>
            <pc:docMk/>
            <pc:sldMk cId="135843239" sldId="340"/>
            <ac:spMk id="24" creationId="{94E64DBC-08CE-4384-AA9F-BE5F318F8F14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8:02:19.886" v="229" actId="478"/>
          <ac:spMkLst>
            <pc:docMk/>
            <pc:sldMk cId="135843239" sldId="340"/>
            <ac:spMk id="25" creationId="{7BB14064-3AA6-4C56-80B2-51B5A545C64F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0T08:02:21.385" v="232" actId="478"/>
          <ac:spMkLst>
            <pc:docMk/>
            <pc:sldMk cId="135843239" sldId="340"/>
            <ac:spMk id="26" creationId="{D9DC2DA5-A479-4441-885F-947B87EFE5A6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29" creationId="{932A583B-79FF-4E81-BD58-0DBF08C72C03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31" creationId="{480F5180-2626-4BCD-A03C-7B1839735806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37" creationId="{7AB73B37-3B7A-4BC8-8249-DAD9AEC82C31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38" creationId="{148ABC5B-4FF3-4045-B7B9-C791BA287B8F}"/>
          </ac:spMkLst>
        </pc:spChg>
        <pc:spChg chg="mod">
          <ac:chgData name="Hugues Chardin (Student at CentraleSupelec)" userId="1e9df768-930c-44c8-a30e-4b7b14495681" providerId="ADAL" clId="{5F32F83E-169F-4BF4-B644-097B3AF4D670}" dt="2022-03-30T08:34:09.824" v="233" actId="164"/>
          <ac:spMkLst>
            <pc:docMk/>
            <pc:sldMk cId="135843239" sldId="340"/>
            <ac:spMk id="41" creationId="{BFE6CB74-DD7D-4E64-A9A4-E93786153F60}"/>
          </ac:spMkLst>
        </pc:spChg>
        <pc:spChg chg="add del mod">
          <ac:chgData name="Hugues Chardin (Student at CentraleSupelec)" userId="1e9df768-930c-44c8-a30e-4b7b14495681" providerId="ADAL" clId="{5F32F83E-169F-4BF4-B644-097B3AF4D670}" dt="2022-03-31T07:54:46.869" v="262" actId="1076"/>
          <ac:spMkLst>
            <pc:docMk/>
            <pc:sldMk cId="135843239" sldId="340"/>
            <ac:spMk id="101" creationId="{00000000-0000-0000-0000-000000000000}"/>
          </ac:spMkLst>
        </pc:spChg>
        <pc:grpChg chg="add mod">
          <ac:chgData name="Hugues Chardin (Student at CentraleSupelec)" userId="1e9df768-930c-44c8-a30e-4b7b14495681" providerId="ADAL" clId="{5F32F83E-169F-4BF4-B644-097B3AF4D670}" dt="2022-04-01T12:20:17.600" v="466" actId="1076"/>
          <ac:grpSpMkLst>
            <pc:docMk/>
            <pc:sldMk cId="135843239" sldId="340"/>
            <ac:grpSpMk id="2" creationId="{E9C54025-CA6A-435E-AC54-F51C7EAD2203}"/>
          </ac:grpSpMkLst>
        </pc:grpChg>
        <pc:grpChg chg="add del mod">
          <ac:chgData name="Hugues Chardin (Student at CentraleSupelec)" userId="1e9df768-930c-44c8-a30e-4b7b14495681" providerId="ADAL" clId="{5F32F83E-169F-4BF4-B644-097B3AF4D670}" dt="2022-03-30T08:02:05.568" v="222" actId="165"/>
          <ac:grpSpMkLst>
            <pc:docMk/>
            <pc:sldMk cId="135843239" sldId="340"/>
            <ac:grpSpMk id="22" creationId="{0E88164E-9715-4523-AF83-015D847C20DA}"/>
          </ac:grpSpMkLst>
        </pc:grpChg>
        <pc:grpChg chg="add del mod">
          <ac:chgData name="Hugues Chardin (Student at CentraleSupelec)" userId="1e9df768-930c-44c8-a30e-4b7b14495681" providerId="ADAL" clId="{5F32F83E-169F-4BF4-B644-097B3AF4D670}" dt="2022-03-31T07:32:38.576" v="237" actId="478"/>
          <ac:grpSpMkLst>
            <pc:docMk/>
            <pc:sldMk cId="135843239" sldId="340"/>
            <ac:grpSpMk id="30" creationId="{1C46A1B8-1942-4BA0-92A2-ED5AB3805737}"/>
          </ac:grpSpMkLst>
        </pc:grpChg>
        <pc:picChg chg="add mod topLvl modCrop">
          <ac:chgData name="Hugues Chardin (Student at CentraleSupelec)" userId="1e9df768-930c-44c8-a30e-4b7b14495681" providerId="ADAL" clId="{5F32F83E-169F-4BF4-B644-097B3AF4D670}" dt="2022-03-30T08:34:09.824" v="233" actId="164"/>
          <ac:picMkLst>
            <pc:docMk/>
            <pc:sldMk cId="135843239" sldId="340"/>
            <ac:picMk id="3" creationId="{358FBFD3-85F8-4DC2-9F4C-8C4F5DDC496E}"/>
          </ac:picMkLst>
        </pc:picChg>
        <pc:picChg chg="add del mod">
          <ac:chgData name="Hugues Chardin (Student at CentraleSupelec)" userId="1e9df768-930c-44c8-a30e-4b7b14495681" providerId="ADAL" clId="{5F32F83E-169F-4BF4-B644-097B3AF4D670}" dt="2022-03-31T07:34:53.748" v="243" actId="478"/>
          <ac:picMkLst>
            <pc:docMk/>
            <pc:sldMk cId="135843239" sldId="340"/>
            <ac:picMk id="4" creationId="{F01C5B61-3627-4F5E-A0D2-A13745912C5D}"/>
          </ac:picMkLst>
        </pc:picChg>
        <pc:picChg chg="mod">
          <ac:chgData name="Hugues Chardin (Student at CentraleSupelec)" userId="1e9df768-930c-44c8-a30e-4b7b14495681" providerId="ADAL" clId="{5F32F83E-169F-4BF4-B644-097B3AF4D670}" dt="2022-04-01T12:20:04.037" v="464" actId="164"/>
          <ac:picMkLst>
            <pc:docMk/>
            <pc:sldMk cId="135843239" sldId="340"/>
            <ac:picMk id="8" creationId="{AA008BE5-90A0-449E-BC1D-4151B876CD12}"/>
          </ac:picMkLst>
        </pc:picChg>
        <pc:picChg chg="del mod">
          <ac:chgData name="Hugues Chardin (Student at CentraleSupelec)" userId="1e9df768-930c-44c8-a30e-4b7b14495681" providerId="ADAL" clId="{5F32F83E-169F-4BF4-B644-097B3AF4D670}" dt="2022-03-30T07:37:40.776" v="17" actId="478"/>
          <ac:picMkLst>
            <pc:docMk/>
            <pc:sldMk cId="135843239" sldId="340"/>
            <ac:picMk id="9" creationId="{B90D3483-BFC1-4100-A92D-181A21B57D8D}"/>
          </ac:picMkLst>
        </pc:picChg>
        <pc:picChg chg="add mod ord">
          <ac:chgData name="Hugues Chardin (Student at CentraleSupelec)" userId="1e9df768-930c-44c8-a30e-4b7b14495681" providerId="ADAL" clId="{5F32F83E-169F-4BF4-B644-097B3AF4D670}" dt="2022-03-31T07:36:17.103" v="259" actId="1076"/>
          <ac:picMkLst>
            <pc:docMk/>
            <pc:sldMk cId="135843239" sldId="340"/>
            <ac:picMk id="9" creationId="{EB0D4989-9A5A-44FE-8610-0C0C6C6AD239}"/>
          </ac:picMkLst>
        </pc:picChg>
        <pc:picChg chg="add del mod">
          <ac:chgData name="Hugues Chardin (Student at CentraleSupelec)" userId="1e9df768-930c-44c8-a30e-4b7b14495681" providerId="ADAL" clId="{5F32F83E-169F-4BF4-B644-097B3AF4D670}" dt="2022-03-30T07:52:58.653" v="134"/>
          <ac:picMkLst>
            <pc:docMk/>
            <pc:sldMk cId="135843239" sldId="340"/>
            <ac:picMk id="23" creationId="{A0316AE7-391C-433F-B7EF-C6C1A549343E}"/>
          </ac:picMkLst>
        </pc:picChg>
        <pc:cxnChg chg="mod">
          <ac:chgData name="Hugues Chardin (Student at CentraleSupelec)" userId="1e9df768-930c-44c8-a30e-4b7b14495681" providerId="ADAL" clId="{5F32F83E-169F-4BF4-B644-097B3AF4D670}" dt="2022-03-30T08:34:09.824" v="233" actId="164"/>
          <ac:cxnSpMkLst>
            <pc:docMk/>
            <pc:sldMk cId="135843239" sldId="340"/>
            <ac:cxnSpMk id="27" creationId="{955C88B4-A5D6-477B-AFE6-FF7FC1446616}"/>
          </ac:cxnSpMkLst>
        </pc:cxnChg>
        <pc:cxnChg chg="mod">
          <ac:chgData name="Hugues Chardin (Student at CentraleSupelec)" userId="1e9df768-930c-44c8-a30e-4b7b14495681" providerId="ADAL" clId="{5F32F83E-169F-4BF4-B644-097B3AF4D670}" dt="2022-03-30T08:34:09.824" v="233" actId="164"/>
          <ac:cxnSpMkLst>
            <pc:docMk/>
            <pc:sldMk cId="135843239" sldId="340"/>
            <ac:cxnSpMk id="32" creationId="{35E7063C-7A56-4CB7-AABE-B51F391464E1}"/>
          </ac:cxnSpMkLst>
        </pc:cxnChg>
        <pc:cxnChg chg="mod">
          <ac:chgData name="Hugues Chardin (Student at CentraleSupelec)" userId="1e9df768-930c-44c8-a30e-4b7b14495681" providerId="ADAL" clId="{5F32F83E-169F-4BF4-B644-097B3AF4D670}" dt="2022-03-30T08:34:09.824" v="233" actId="164"/>
          <ac:cxnSpMkLst>
            <pc:docMk/>
            <pc:sldMk cId="135843239" sldId="340"/>
            <ac:cxnSpMk id="39" creationId="{A96116F3-7EE1-48EC-82C9-E72239068C41}"/>
          </ac:cxnSpMkLst>
        </pc:cxnChg>
      </pc:sldChg>
      <pc:sldChg chg="add">
        <pc:chgData name="Hugues Chardin (Student at CentraleSupelec)" userId="1e9df768-930c-44c8-a30e-4b7b14495681" providerId="ADAL" clId="{5F32F83E-169F-4BF4-B644-097B3AF4D670}" dt="2022-03-30T07:56:56.635" v="205" actId="2890"/>
        <pc:sldMkLst>
          <pc:docMk/>
          <pc:sldMk cId="185327214" sldId="341"/>
        </pc:sldMkLst>
      </pc:sldChg>
      <pc:sldChg chg="add del">
        <pc:chgData name="Hugues Chardin (Student at CentraleSupelec)" userId="1e9df768-930c-44c8-a30e-4b7b14495681" providerId="ADAL" clId="{5F32F83E-169F-4BF4-B644-097B3AF4D670}" dt="2022-03-30T07:40:41.524" v="56" actId="47"/>
        <pc:sldMkLst>
          <pc:docMk/>
          <pc:sldMk cId="2815838515" sldId="341"/>
        </pc:sldMkLst>
      </pc:sldChg>
      <pc:sldChg chg="addSp modSp mod">
        <pc:chgData name="Hugues Chardin (Student at CentraleSupelec)" userId="1e9df768-930c-44c8-a30e-4b7b14495681" providerId="ADAL" clId="{5F32F83E-169F-4BF4-B644-097B3AF4D670}" dt="2022-04-01T12:24:08.306" v="476" actId="1076"/>
        <pc:sldMkLst>
          <pc:docMk/>
          <pc:sldMk cId="644609347" sldId="342"/>
        </pc:sldMkLst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8" creationId="{1F151B67-3EEE-4E61-91F5-BC70228BA786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9" creationId="{612923D0-FD26-4D39-85C1-6D0E164C9931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10" creationId="{5E4F4F90-3267-461E-B82E-0A2EC3A6E12B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11" creationId="{6ED568DA-DAD6-4D43-AE1B-D17F2DAC3FFE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12" creationId="{A3BFD03E-CD29-4FB5-B36D-8598E17C2D58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4:03.886" v="474" actId="164"/>
          <ac:spMkLst>
            <pc:docMk/>
            <pc:sldMk cId="644609347" sldId="342"/>
            <ac:spMk id="13" creationId="{1BF95E3B-D166-43D0-BF6A-9C973ED54A9E}"/>
          </ac:spMkLst>
        </pc:spChg>
        <pc:grpChg chg="add mod">
          <ac:chgData name="Hugues Chardin (Student at CentraleSupelec)" userId="1e9df768-930c-44c8-a30e-4b7b14495681" providerId="ADAL" clId="{5F32F83E-169F-4BF4-B644-097B3AF4D670}" dt="2022-04-01T12:24:08.306" v="476" actId="1076"/>
          <ac:grpSpMkLst>
            <pc:docMk/>
            <pc:sldMk cId="644609347" sldId="342"/>
            <ac:grpSpMk id="2" creationId="{5EA04DC1-509E-4CAD-A869-480FC2357BCE}"/>
          </ac:grpSpMkLst>
        </pc:grpChg>
        <pc:picChg chg="mod">
          <ac:chgData name="Hugues Chardin (Student at CentraleSupelec)" userId="1e9df768-930c-44c8-a30e-4b7b14495681" providerId="ADAL" clId="{5F32F83E-169F-4BF4-B644-097B3AF4D670}" dt="2022-04-01T12:24:03.886" v="474" actId="164"/>
          <ac:picMkLst>
            <pc:docMk/>
            <pc:sldMk cId="644609347" sldId="342"/>
            <ac:picMk id="4" creationId="{6C94FF96-4B25-4A2A-BCB3-3A5E64FF0543}"/>
          </ac:picMkLst>
        </pc:picChg>
      </pc:sldChg>
      <pc:sldChg chg="addSp modSp mod">
        <pc:chgData name="Hugues Chardin (Student at CentraleSupelec)" userId="1e9df768-930c-44c8-a30e-4b7b14495681" providerId="ADAL" clId="{5F32F83E-169F-4BF4-B644-097B3AF4D670}" dt="2022-04-01T12:22:05.446" v="469" actId="1076"/>
        <pc:sldMkLst>
          <pc:docMk/>
          <pc:sldMk cId="3561774659" sldId="344"/>
        </pc:sldMkLst>
        <pc:spChg chg="mod">
          <ac:chgData name="Hugues Chardin (Student at CentraleSupelec)" userId="1e9df768-930c-44c8-a30e-4b7b14495681" providerId="ADAL" clId="{5F32F83E-169F-4BF4-B644-097B3AF4D670}" dt="2022-04-01T12:22:01.015" v="467" actId="164"/>
          <ac:spMkLst>
            <pc:docMk/>
            <pc:sldMk cId="3561774659" sldId="344"/>
            <ac:spMk id="16" creationId="{467FBA5A-3E4F-4902-97DF-478C3424F8F6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2:01.015" v="467" actId="164"/>
          <ac:spMkLst>
            <pc:docMk/>
            <pc:sldMk cId="3561774659" sldId="344"/>
            <ac:spMk id="17" creationId="{38B0CF34-1A88-4379-8626-4746D18A9D85}"/>
          </ac:spMkLst>
        </pc:spChg>
        <pc:spChg chg="mod">
          <ac:chgData name="Hugues Chardin (Student at CentraleSupelec)" userId="1e9df768-930c-44c8-a30e-4b7b14495681" providerId="ADAL" clId="{5F32F83E-169F-4BF4-B644-097B3AF4D670}" dt="2022-04-01T12:22:01.015" v="467" actId="164"/>
          <ac:spMkLst>
            <pc:docMk/>
            <pc:sldMk cId="3561774659" sldId="344"/>
            <ac:spMk id="18" creationId="{99CDE7B5-AC63-4803-9DB9-0171983F4C74}"/>
          </ac:spMkLst>
        </pc:spChg>
        <pc:grpChg chg="add mod">
          <ac:chgData name="Hugues Chardin (Student at CentraleSupelec)" userId="1e9df768-930c-44c8-a30e-4b7b14495681" providerId="ADAL" clId="{5F32F83E-169F-4BF4-B644-097B3AF4D670}" dt="2022-04-01T12:22:05.446" v="469" actId="1076"/>
          <ac:grpSpMkLst>
            <pc:docMk/>
            <pc:sldMk cId="3561774659" sldId="344"/>
            <ac:grpSpMk id="2" creationId="{1B385311-8939-49DA-B95F-8811F2B2F068}"/>
          </ac:grpSpMkLst>
        </pc:grpChg>
        <pc:picChg chg="mod">
          <ac:chgData name="Hugues Chardin (Student at CentraleSupelec)" userId="1e9df768-930c-44c8-a30e-4b7b14495681" providerId="ADAL" clId="{5F32F83E-169F-4BF4-B644-097B3AF4D670}" dt="2022-04-01T12:22:01.015" v="467" actId="164"/>
          <ac:picMkLst>
            <pc:docMk/>
            <pc:sldMk cId="3561774659" sldId="344"/>
            <ac:picMk id="11" creationId="{3A698BBE-63C8-4B02-8B4A-88C2738A2084}"/>
          </ac:picMkLst>
        </pc:picChg>
      </pc:sldChg>
      <pc:sldChg chg="addSp delSp modSp mod">
        <pc:chgData name="Hugues Chardin (Student at CentraleSupelec)" userId="1e9df768-930c-44c8-a30e-4b7b14495681" providerId="ADAL" clId="{5F32F83E-169F-4BF4-B644-097B3AF4D670}" dt="2022-04-01T12:23:11.075" v="471" actId="1076"/>
        <pc:sldMkLst>
          <pc:docMk/>
          <pc:sldMk cId="2861462673" sldId="348"/>
        </pc:sldMkLst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2" creationId="{95BA2C13-AD22-43EB-BC9F-BBFEA3CF7FCB}"/>
          </ac:spMkLst>
        </pc:spChg>
        <pc:spChg chg="add del mod">
          <ac:chgData name="Hugues Chardin (Student at CentraleSupelec)" userId="1e9df768-930c-44c8-a30e-4b7b14495681" providerId="ADAL" clId="{5F32F83E-169F-4BF4-B644-097B3AF4D670}" dt="2022-04-01T07:41:22.382" v="451" actId="478"/>
          <ac:spMkLst>
            <pc:docMk/>
            <pc:sldMk cId="2861462673" sldId="348"/>
            <ac:spMk id="3" creationId="{2ED7103E-5625-470E-BFF6-FA219C019A15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10" creationId="{CE23AA21-9F68-4E3C-86B5-85B1BDD6D5CF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11" creationId="{567E2A0B-72DB-4752-9262-5CDF24B8B0E4}"/>
          </ac:spMkLst>
        </pc:spChg>
        <pc:spChg chg="add del mod">
          <ac:chgData name="Hugues Chardin (Student at CentraleSupelec)" userId="1e9df768-930c-44c8-a30e-4b7b14495681" providerId="ADAL" clId="{5F32F83E-169F-4BF4-B644-097B3AF4D670}" dt="2022-04-01T07:39:04.761" v="417" actId="478"/>
          <ac:spMkLst>
            <pc:docMk/>
            <pc:sldMk cId="2861462673" sldId="348"/>
            <ac:spMk id="12" creationId="{B0A5ABC6-9E7D-4C0B-A878-5E3EB324AE35}"/>
          </ac:spMkLst>
        </pc:spChg>
        <pc:spChg chg="add del mod">
          <ac:chgData name="Hugues Chardin (Student at CentraleSupelec)" userId="1e9df768-930c-44c8-a30e-4b7b14495681" providerId="ADAL" clId="{5F32F83E-169F-4BF4-B644-097B3AF4D670}" dt="2022-04-01T07:38:47.405" v="408" actId="478"/>
          <ac:spMkLst>
            <pc:docMk/>
            <pc:sldMk cId="2861462673" sldId="348"/>
            <ac:spMk id="13" creationId="{E02235C8-7B6A-4973-9F92-0E6D3FA3E8BA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14" creationId="{B874B0DE-E1F6-431A-8A54-04DC5B0F7771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15" creationId="{1C7C371B-8E60-4176-A9D5-15D7299AF1C6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20.340" v="450" actId="1076"/>
          <ac:spMkLst>
            <pc:docMk/>
            <pc:sldMk cId="2861462673" sldId="348"/>
            <ac:spMk id="16" creationId="{CF969C42-F8B5-41E3-B578-383D763AB370}"/>
          </ac:spMkLst>
        </pc:spChg>
        <pc:spChg chg="add del mod">
          <ac:chgData name="Hugues Chardin (Student at CentraleSupelec)" userId="1e9df768-930c-44c8-a30e-4b7b14495681" providerId="ADAL" clId="{5F32F83E-169F-4BF4-B644-097B3AF4D670}" dt="2022-04-01T07:40:28.117" v="441"/>
          <ac:spMkLst>
            <pc:docMk/>
            <pc:sldMk cId="2861462673" sldId="348"/>
            <ac:spMk id="17" creationId="{F84E6EF0-0675-4ACB-9E8C-55E2CE12763C}"/>
          </ac:spMkLst>
        </pc:spChg>
        <pc:spChg chg="mod">
          <ac:chgData name="Hugues Chardin (Student at CentraleSupelec)" userId="1e9df768-930c-44c8-a30e-4b7b14495681" providerId="ADAL" clId="{5F32F83E-169F-4BF4-B644-097B3AF4D670}" dt="2022-04-01T07:19:12.458" v="359" actId="20577"/>
          <ac:spMkLst>
            <pc:docMk/>
            <pc:sldMk cId="2861462673" sldId="348"/>
            <ac:spMk id="101" creationId="{00000000-0000-0000-0000-000000000000}"/>
          </ac:spMkLst>
        </pc:spChg>
        <pc:picChg chg="mod">
          <ac:chgData name="Hugues Chardin (Student at CentraleSupelec)" userId="1e9df768-930c-44c8-a30e-4b7b14495681" providerId="ADAL" clId="{5F32F83E-169F-4BF4-B644-097B3AF4D670}" dt="2022-04-01T12:23:11.075" v="471" actId="1076"/>
          <ac:picMkLst>
            <pc:docMk/>
            <pc:sldMk cId="2861462673" sldId="348"/>
            <ac:picMk id="9" creationId="{8F2A788E-0298-44BB-9DA3-11D5DD06122B}"/>
          </ac:picMkLst>
        </pc:picChg>
      </pc:sldChg>
      <pc:sldChg chg="addSp delSp modSp add mod ord">
        <pc:chgData name="Hugues Chardin (Student at CentraleSupelec)" userId="1e9df768-930c-44c8-a30e-4b7b14495681" providerId="ADAL" clId="{5F32F83E-169F-4BF4-B644-097B3AF4D670}" dt="2022-04-01T07:42:08.272" v="461" actId="1076"/>
        <pc:sldMkLst>
          <pc:docMk/>
          <pc:sldMk cId="1310551011" sldId="349"/>
        </pc:sldMkLst>
        <pc:spChg chg="del">
          <ac:chgData name="Hugues Chardin (Student at CentraleSupelec)" userId="1e9df768-930c-44c8-a30e-4b7b14495681" providerId="ADAL" clId="{5F32F83E-169F-4BF4-B644-097B3AF4D670}" dt="2022-04-01T07:40:54.204" v="445" actId="478"/>
          <ac:spMkLst>
            <pc:docMk/>
            <pc:sldMk cId="1310551011" sldId="349"/>
            <ac:spMk id="32" creationId="{BB1E8565-553F-4C90-BCBF-B208AE62F173}"/>
          </ac:spMkLst>
        </pc:spChg>
        <pc:spChg chg="del">
          <ac:chgData name="Hugues Chardin (Student at CentraleSupelec)" userId="1e9df768-930c-44c8-a30e-4b7b14495681" providerId="ADAL" clId="{5F32F83E-169F-4BF4-B644-097B3AF4D670}" dt="2022-04-01T07:40:53.338" v="444" actId="478"/>
          <ac:spMkLst>
            <pc:docMk/>
            <pc:sldMk cId="1310551011" sldId="349"/>
            <ac:spMk id="33" creationId="{4865B97C-9FEB-4439-A684-6EEDA0AB9A07}"/>
          </ac:spMkLst>
        </pc:spChg>
        <pc:spChg chg="del">
          <ac:chgData name="Hugues Chardin (Student at CentraleSupelec)" userId="1e9df768-930c-44c8-a30e-4b7b14495681" providerId="ADAL" clId="{5F32F83E-169F-4BF4-B644-097B3AF4D670}" dt="2022-04-01T07:40:51.005" v="443" actId="478"/>
          <ac:spMkLst>
            <pc:docMk/>
            <pc:sldMk cId="1310551011" sldId="349"/>
            <ac:spMk id="34" creationId="{B1C5D953-38DE-41C4-9B0D-942EC8F4ABDA}"/>
          </ac:spMkLst>
        </pc:spChg>
        <pc:spChg chg="del">
          <ac:chgData name="Hugues Chardin (Student at CentraleSupelec)" userId="1e9df768-930c-44c8-a30e-4b7b14495681" providerId="ADAL" clId="{5F32F83E-169F-4BF4-B644-097B3AF4D670}" dt="2022-04-01T07:40:55.602" v="446" actId="478"/>
          <ac:spMkLst>
            <pc:docMk/>
            <pc:sldMk cId="1310551011" sldId="349"/>
            <ac:spMk id="35" creationId="{E5EC4889-E03E-49E8-90A3-99D7D3587E28}"/>
          </ac:spMkLst>
        </pc:spChg>
        <pc:spChg chg="del">
          <ac:chgData name="Hugues Chardin (Student at CentraleSupelec)" userId="1e9df768-930c-44c8-a30e-4b7b14495681" providerId="ADAL" clId="{5F32F83E-169F-4BF4-B644-097B3AF4D670}" dt="2022-04-01T07:40:56.795" v="447" actId="478"/>
          <ac:spMkLst>
            <pc:docMk/>
            <pc:sldMk cId="1310551011" sldId="349"/>
            <ac:spMk id="36" creationId="{25413C3E-4ECA-4F23-A355-B06076B44298}"/>
          </ac:spMkLst>
        </pc:spChg>
        <pc:spChg chg="del">
          <ac:chgData name="Hugues Chardin (Student at CentraleSupelec)" userId="1e9df768-930c-44c8-a30e-4b7b14495681" providerId="ADAL" clId="{5F32F83E-169F-4BF4-B644-097B3AF4D670}" dt="2022-04-01T07:40:57.689" v="448" actId="478"/>
          <ac:spMkLst>
            <pc:docMk/>
            <pc:sldMk cId="1310551011" sldId="349"/>
            <ac:spMk id="37" creationId="{CCD47E5A-3454-4C48-8EB0-FFD4B5A64829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0" creationId="{33E7D6BA-E00D-4B19-BFC3-210297C33165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1" creationId="{D8E05151-9AC1-4593-B9BB-7355904B50F7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2" creationId="{6BAC9604-43B1-42DB-82B3-AFA5581F24A8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3" creationId="{CF18BB20-BDDA-4978-A6C8-9F40606B6D09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4" creationId="{71D7885E-B59F-4E8C-BCB7-30A3949EC49B}"/>
          </ac:spMkLst>
        </pc:spChg>
        <pc:spChg chg="add mod">
          <ac:chgData name="Hugues Chardin (Student at CentraleSupelec)" userId="1e9df768-930c-44c8-a30e-4b7b14495681" providerId="ADAL" clId="{5F32F83E-169F-4BF4-B644-097B3AF4D670}" dt="2022-04-01T07:41:51.235" v="455" actId="164"/>
          <ac:spMkLst>
            <pc:docMk/>
            <pc:sldMk cId="1310551011" sldId="349"/>
            <ac:spMk id="45" creationId="{A0C7782E-00CB-423E-9D41-E8EA62339429}"/>
          </ac:spMkLst>
        </pc:spChg>
        <pc:grpChg chg="add mod">
          <ac:chgData name="Hugues Chardin (Student at CentraleSupelec)" userId="1e9df768-930c-44c8-a30e-4b7b14495681" providerId="ADAL" clId="{5F32F83E-169F-4BF4-B644-097B3AF4D670}" dt="2022-04-01T07:42:08.272" v="461" actId="1076"/>
          <ac:grpSpMkLst>
            <pc:docMk/>
            <pc:sldMk cId="1310551011" sldId="349"/>
            <ac:grpSpMk id="9" creationId="{10B2DAB0-A554-4198-8A68-E531824F3DB9}"/>
          </ac:grpSpMkLst>
        </pc:grpChg>
        <pc:grpChg chg="del">
          <ac:chgData name="Hugues Chardin (Student at CentraleSupelec)" userId="1e9df768-930c-44c8-a30e-4b7b14495681" providerId="ADAL" clId="{5F32F83E-169F-4BF4-B644-097B3AF4D670}" dt="2022-04-01T07:35:51.983" v="372" actId="478"/>
          <ac:grpSpMkLst>
            <pc:docMk/>
            <pc:sldMk cId="1310551011" sldId="349"/>
            <ac:grpSpMk id="39" creationId="{617BE134-ADA9-4844-9B7D-C7B151D54376}"/>
          </ac:grpSpMkLst>
        </pc:grpChg>
        <pc:picChg chg="add del mod ord">
          <ac:chgData name="Hugues Chardin (Student at CentraleSupelec)" userId="1e9df768-930c-44c8-a30e-4b7b14495681" providerId="ADAL" clId="{5F32F83E-169F-4BF4-B644-097B3AF4D670}" dt="2022-04-01T07:38:27.007" v="406" actId="478"/>
          <ac:picMkLst>
            <pc:docMk/>
            <pc:sldMk cId="1310551011" sldId="349"/>
            <ac:picMk id="3" creationId="{DC718B47-04BB-4ACA-B133-F91A9874B5DB}"/>
          </ac:picMkLst>
        </pc:picChg>
        <pc:picChg chg="add mod">
          <ac:chgData name="Hugues Chardin (Student at CentraleSupelec)" userId="1e9df768-930c-44c8-a30e-4b7b14495681" providerId="ADAL" clId="{5F32F83E-169F-4BF4-B644-097B3AF4D670}" dt="2022-04-01T07:38:24.468" v="405" actId="1076"/>
          <ac:picMkLst>
            <pc:docMk/>
            <pc:sldMk cId="1310551011" sldId="349"/>
            <ac:picMk id="8" creationId="{9AE77A64-336D-40BF-95B4-E78ECD51D91B}"/>
          </ac:picMkLst>
        </pc:picChg>
        <pc:picChg chg="add mod">
          <ac:chgData name="Hugues Chardin (Student at CentraleSupelec)" userId="1e9df768-930c-44c8-a30e-4b7b14495681" providerId="ADAL" clId="{5F32F83E-169F-4BF4-B644-097B3AF4D670}" dt="2022-04-01T07:41:51.235" v="455" actId="164"/>
          <ac:picMkLst>
            <pc:docMk/>
            <pc:sldMk cId="1310551011" sldId="349"/>
            <ac:picMk id="30" creationId="{6473EE6D-91DC-4DE9-996A-18896DA95B54}"/>
          </ac:picMkLst>
        </pc:picChg>
        <pc:picChg chg="del">
          <ac:chgData name="Hugues Chardin (Student at CentraleSupelec)" userId="1e9df768-930c-44c8-a30e-4b7b14495681" providerId="ADAL" clId="{5F32F83E-169F-4BF4-B644-097B3AF4D670}" dt="2022-04-01T07:38:34.328" v="407" actId="478"/>
          <ac:picMkLst>
            <pc:docMk/>
            <pc:sldMk cId="1310551011" sldId="349"/>
            <ac:picMk id="31" creationId="{49EE1E43-97A1-4146-8C5E-4A54AA15EF99}"/>
          </ac:picMkLst>
        </pc:picChg>
      </pc:sldChg>
    </pc:docChg>
  </pc:docChgLst>
  <pc:docChgLst>
    <pc:chgData name="Pierre Boujard (Student at CentraleSupelec)" userId="7e1b5e27-5455-4754-b6f8-ff16537ef3c5" providerId="ADAL" clId="{D8AE39DC-F37A-4998-8173-FF83BDF24264}"/>
    <pc:docChg chg="undo custSel addSld delSld modSld sldOrd">
      <pc:chgData name="Pierre Boujard (Student at CentraleSupelec)" userId="7e1b5e27-5455-4754-b6f8-ff16537ef3c5" providerId="ADAL" clId="{D8AE39DC-F37A-4998-8173-FF83BDF24264}" dt="2021-04-07T20:14:33.827" v="3025" actId="1076"/>
      <pc:docMkLst>
        <pc:docMk/>
      </pc:docMkLst>
      <pc:sldChg chg="modSp mod">
        <pc:chgData name="Pierre Boujard (Student at CentraleSupelec)" userId="7e1b5e27-5455-4754-b6f8-ff16537ef3c5" providerId="ADAL" clId="{D8AE39DC-F37A-4998-8173-FF83BDF24264}" dt="2021-04-07T07:32:06.517" v="30"/>
        <pc:sldMkLst>
          <pc:docMk/>
          <pc:sldMk cId="3827946629" sldId="257"/>
        </pc:sldMkLst>
        <pc:spChg chg="mod">
          <ac:chgData name="Pierre Boujard (Student at CentraleSupelec)" userId="7e1b5e27-5455-4754-b6f8-ff16537ef3c5" providerId="ADAL" clId="{D8AE39DC-F37A-4998-8173-FF83BDF24264}" dt="2021-04-07T07:32:06.517" v="30"/>
          <ac:spMkLst>
            <pc:docMk/>
            <pc:sldMk cId="3827946629" sldId="257"/>
            <ac:spMk id="9" creationId="{B4A20818-90E1-4DC5-91A9-9E50724A7166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28.043" v="21"/>
        <pc:sldMkLst>
          <pc:docMk/>
          <pc:sldMk cId="0" sldId="267"/>
        </pc:sldMkLst>
        <pc:spChg chg="mod">
          <ac:chgData name="Pierre Boujard (Student at CentraleSupelec)" userId="7e1b5e27-5455-4754-b6f8-ff16537ef3c5" providerId="ADAL" clId="{D8AE39DC-F37A-4998-8173-FF83BDF24264}" dt="2021-04-07T07:31:28.043" v="21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2:02.167" v="29"/>
        <pc:sldMkLst>
          <pc:docMk/>
          <pc:sldMk cId="2940396715" sldId="290"/>
        </pc:sldMkLst>
        <pc:spChg chg="mod">
          <ac:chgData name="Pierre Boujard (Student at CentraleSupelec)" userId="7e1b5e27-5455-4754-b6f8-ff16537ef3c5" providerId="ADAL" clId="{D8AE39DC-F37A-4998-8173-FF83BDF24264}" dt="2021-04-07T07:31:59.904" v="28" actId="1076"/>
          <ac:spMkLst>
            <pc:docMk/>
            <pc:sldMk cId="2940396715" sldId="290"/>
            <ac:spMk id="3" creationId="{00000000-0000-0000-0000-000000000000}"/>
          </ac:spMkLst>
        </pc:spChg>
        <pc:spChg chg="mod">
          <ac:chgData name="Pierre Boujard (Student at CentraleSupelec)" userId="7e1b5e27-5455-4754-b6f8-ff16537ef3c5" providerId="ADAL" clId="{D8AE39DC-F37A-4998-8173-FF83BDF24264}" dt="2021-04-07T07:32:02.167" v="29"/>
          <ac:spMkLst>
            <pc:docMk/>
            <pc:sldMk cId="2940396715" sldId="290"/>
            <ac:spMk id="9" creationId="{0A3B7D00-8584-43D9-A78F-93B7CFF1270F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54.049" v="26"/>
        <pc:sldMkLst>
          <pc:docMk/>
          <pc:sldMk cId="709355255" sldId="291"/>
        </pc:sldMkLst>
        <pc:spChg chg="mod">
          <ac:chgData name="Pierre Boujard (Student at CentraleSupelec)" userId="7e1b5e27-5455-4754-b6f8-ff16537ef3c5" providerId="ADAL" clId="{D8AE39DC-F37A-4998-8173-FF83BDF24264}" dt="2021-04-07T07:31:54.049" v="26"/>
          <ac:spMkLst>
            <pc:docMk/>
            <pc:sldMk cId="709355255" sldId="291"/>
            <ac:spMk id="6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48.346" v="25"/>
        <pc:sldMkLst>
          <pc:docMk/>
          <pc:sldMk cId="336249700" sldId="292"/>
        </pc:sldMkLst>
        <pc:spChg chg="mod">
          <ac:chgData name="Pierre Boujard (Student at CentraleSupelec)" userId="7e1b5e27-5455-4754-b6f8-ff16537ef3c5" providerId="ADAL" clId="{D8AE39DC-F37A-4998-8173-FF83BDF24264}" dt="2021-04-07T07:31:48.346" v="25"/>
          <ac:spMkLst>
            <pc:docMk/>
            <pc:sldMk cId="336249700" sldId="292"/>
            <ac:spMk id="8" creationId="{A3D2FE7B-17E1-40DC-9D3E-5E071BADEBA1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35.823" v="23"/>
        <pc:sldMkLst>
          <pc:docMk/>
          <pc:sldMk cId="2976018367" sldId="293"/>
        </pc:sldMkLst>
        <pc:spChg chg="mod">
          <ac:chgData name="Pierre Boujard (Student at CentraleSupelec)" userId="7e1b5e27-5455-4754-b6f8-ff16537ef3c5" providerId="ADAL" clId="{D8AE39DC-F37A-4998-8173-FF83BDF24264}" dt="2021-04-07T07:31:35.823" v="23"/>
          <ac:spMkLst>
            <pc:docMk/>
            <pc:sldMk cId="2976018367" sldId="293"/>
            <ac:spMk id="7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9:16:24.350" v="2833" actId="313"/>
        <pc:sldMkLst>
          <pc:docMk/>
          <pc:sldMk cId="4271017113" sldId="294"/>
        </pc:sldMkLst>
        <pc:spChg chg="mod">
          <ac:chgData name="Pierre Boujard (Student at CentraleSupelec)" userId="7e1b5e27-5455-4754-b6f8-ff16537ef3c5" providerId="ADAL" clId="{D8AE39DC-F37A-4998-8173-FF83BDF24264}" dt="2021-04-07T09:16:24.350" v="2833" actId="313"/>
          <ac:spMkLst>
            <pc:docMk/>
            <pc:sldMk cId="4271017113" sldId="294"/>
            <ac:spMk id="2" creationId="{24F027D7-0AE6-4018-9F51-0375A682ACED}"/>
          </ac:spMkLst>
        </pc:spChg>
        <pc:spChg chg="mod">
          <ac:chgData name="Pierre Boujard (Student at CentraleSupelec)" userId="7e1b5e27-5455-4754-b6f8-ff16537ef3c5" providerId="ADAL" clId="{D8AE39DC-F37A-4998-8173-FF83BDF24264}" dt="2021-04-07T07:31:31.667" v="22"/>
          <ac:spMkLst>
            <pc:docMk/>
            <pc:sldMk cId="4271017113" sldId="294"/>
            <ac:spMk id="7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24.174" v="20"/>
        <pc:sldMkLst>
          <pc:docMk/>
          <pc:sldMk cId="1746474584" sldId="295"/>
        </pc:sldMkLst>
        <pc:spChg chg="mod">
          <ac:chgData name="Pierre Boujard (Student at CentraleSupelec)" userId="7e1b5e27-5455-4754-b6f8-ff16537ef3c5" providerId="ADAL" clId="{D8AE39DC-F37A-4998-8173-FF83BDF24264}" dt="2021-04-07T07:31:24.174" v="20"/>
          <ac:spMkLst>
            <pc:docMk/>
            <pc:sldMk cId="1746474584" sldId="295"/>
            <ac:spMk id="5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1:42.367" v="24"/>
        <pc:sldMkLst>
          <pc:docMk/>
          <pc:sldMk cId="2784012643" sldId="296"/>
        </pc:sldMkLst>
        <pc:spChg chg="mod">
          <ac:chgData name="Pierre Boujard (Student at CentraleSupelec)" userId="7e1b5e27-5455-4754-b6f8-ff16537ef3c5" providerId="ADAL" clId="{D8AE39DC-F37A-4998-8173-FF83BDF24264}" dt="2021-04-07T07:31:42.367" v="24"/>
          <ac:spMkLst>
            <pc:docMk/>
            <pc:sldMk cId="2784012643" sldId="296"/>
            <ac:spMk id="6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7:32:13.198" v="31"/>
        <pc:sldMkLst>
          <pc:docMk/>
          <pc:sldMk cId="1577472643" sldId="297"/>
        </pc:sldMkLst>
        <pc:spChg chg="mod">
          <ac:chgData name="Pierre Boujard (Student at CentraleSupelec)" userId="7e1b5e27-5455-4754-b6f8-ff16537ef3c5" providerId="ADAL" clId="{D8AE39DC-F37A-4998-8173-FF83BDF24264}" dt="2021-04-07T07:32:13.198" v="31"/>
          <ac:spMkLst>
            <pc:docMk/>
            <pc:sldMk cId="1577472643" sldId="297"/>
            <ac:spMk id="6" creationId="{00000000-0000-0000-0000-000000000000}"/>
          </ac:spMkLst>
        </pc:spChg>
      </pc:sldChg>
      <pc:sldChg chg="modSp add mod ord">
        <pc:chgData name="Pierre Boujard (Student at CentraleSupelec)" userId="7e1b5e27-5455-4754-b6f8-ff16537ef3c5" providerId="ADAL" clId="{D8AE39DC-F37A-4998-8173-FF83BDF24264}" dt="2021-04-07T07:30:58.274" v="19" actId="20577"/>
        <pc:sldMkLst>
          <pc:docMk/>
          <pc:sldMk cId="118383265" sldId="316"/>
        </pc:sldMkLst>
        <pc:spChg chg="mod">
          <ac:chgData name="Pierre Boujard (Student at CentraleSupelec)" userId="7e1b5e27-5455-4754-b6f8-ff16537ef3c5" providerId="ADAL" clId="{D8AE39DC-F37A-4998-8173-FF83BDF24264}" dt="2021-04-07T07:30:58.274" v="19" actId="20577"/>
          <ac:spMkLst>
            <pc:docMk/>
            <pc:sldMk cId="118383265" sldId="316"/>
            <ac:spMk id="6" creationId="{00000000-0000-0000-0000-000000000000}"/>
          </ac:spMkLst>
        </pc:spChg>
      </pc:sldChg>
      <pc:sldChg chg="modSp add mod">
        <pc:chgData name="Pierre Boujard (Student at CentraleSupelec)" userId="7e1b5e27-5455-4754-b6f8-ff16537ef3c5" providerId="ADAL" clId="{D8AE39DC-F37A-4998-8173-FF83BDF24264}" dt="2021-04-07T07:41:51.548" v="79" actId="20577"/>
        <pc:sldMkLst>
          <pc:docMk/>
          <pc:sldMk cId="3243181642" sldId="317"/>
        </pc:sldMkLst>
        <pc:spChg chg="mod">
          <ac:chgData name="Pierre Boujard (Student at CentraleSupelec)" userId="7e1b5e27-5455-4754-b6f8-ff16537ef3c5" providerId="ADAL" clId="{D8AE39DC-F37A-4998-8173-FF83BDF24264}" dt="2021-04-07T07:41:51.548" v="79" actId="20577"/>
          <ac:spMkLst>
            <pc:docMk/>
            <pc:sldMk cId="3243181642" sldId="317"/>
            <ac:spMk id="101" creationId="{00000000-0000-0000-0000-000000000000}"/>
          </ac:spMkLst>
        </pc:spChg>
      </pc:sldChg>
      <pc:sldChg chg="modSp mod">
        <pc:chgData name="Pierre Boujard (Student at CentraleSupelec)" userId="7e1b5e27-5455-4754-b6f8-ff16537ef3c5" providerId="ADAL" clId="{D8AE39DC-F37A-4998-8173-FF83BDF24264}" dt="2021-04-07T09:17:46.429" v="2843" actId="27636"/>
        <pc:sldMkLst>
          <pc:docMk/>
          <pc:sldMk cId="1220683999" sldId="318"/>
        </pc:sldMkLst>
        <pc:spChg chg="mod">
          <ac:chgData name="Pierre Boujard (Student at CentraleSupelec)" userId="7e1b5e27-5455-4754-b6f8-ff16537ef3c5" providerId="ADAL" clId="{D8AE39DC-F37A-4998-8173-FF83BDF24264}" dt="2021-04-07T09:17:46.429" v="2843" actId="27636"/>
          <ac:spMkLst>
            <pc:docMk/>
            <pc:sldMk cId="1220683999" sldId="318"/>
            <ac:spMk id="13" creationId="{8EFA6197-2447-4E84-A476-1CD8FEBE3BD7}"/>
          </ac:spMkLst>
        </pc:spChg>
      </pc:sldChg>
      <pc:sldChg chg="addSp delSp modSp add mod">
        <pc:chgData name="Pierre Boujard (Student at CentraleSupelec)" userId="7e1b5e27-5455-4754-b6f8-ff16537ef3c5" providerId="ADAL" clId="{D8AE39DC-F37A-4998-8173-FF83BDF24264}" dt="2021-04-07T07:53:32.043" v="303" actId="1076"/>
        <pc:sldMkLst>
          <pc:docMk/>
          <pc:sldMk cId="3790064070" sldId="319"/>
        </pc:sldMkLst>
        <pc:spChg chg="add mod">
          <ac:chgData name="Pierre Boujard (Student at CentraleSupelec)" userId="7e1b5e27-5455-4754-b6f8-ff16537ef3c5" providerId="ADAL" clId="{D8AE39DC-F37A-4998-8173-FF83BDF24264}" dt="2021-04-07T07:53:32.043" v="303" actId="1076"/>
          <ac:spMkLst>
            <pc:docMk/>
            <pc:sldMk cId="3790064070" sldId="319"/>
            <ac:spMk id="8" creationId="{49F3D3B3-6A72-4CC4-9612-5912735801E4}"/>
          </ac:spMkLst>
        </pc:spChg>
        <pc:spChg chg="mod">
          <ac:chgData name="Pierre Boujard (Student at CentraleSupelec)" userId="7e1b5e27-5455-4754-b6f8-ff16537ef3c5" providerId="ADAL" clId="{D8AE39DC-F37A-4998-8173-FF83BDF24264}" dt="2021-04-07T07:44:35.271" v="119" actId="1076"/>
          <ac:spMkLst>
            <pc:docMk/>
            <pc:sldMk cId="3790064070" sldId="319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7:53:17.184" v="301" actId="1076"/>
          <ac:picMkLst>
            <pc:docMk/>
            <pc:sldMk cId="3790064070" sldId="319"/>
            <ac:picMk id="1026" creationId="{E093C913-3102-4FFF-A961-EEEA57B102D6}"/>
          </ac:picMkLst>
        </pc:picChg>
        <pc:picChg chg="add del">
          <ac:chgData name="Pierre Boujard (Student at CentraleSupelec)" userId="7e1b5e27-5455-4754-b6f8-ff16537ef3c5" providerId="ADAL" clId="{D8AE39DC-F37A-4998-8173-FF83BDF24264}" dt="2021-04-07T07:45:21.073" v="124"/>
          <ac:picMkLst>
            <pc:docMk/>
            <pc:sldMk cId="3790064070" sldId="319"/>
            <ac:picMk id="1028" creationId="{EBD47260-D77A-4A27-885B-E6F4377CA54A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7:57:24.392" v="373" actId="1076"/>
        <pc:sldMkLst>
          <pc:docMk/>
          <pc:sldMk cId="410236147" sldId="320"/>
        </pc:sldMkLst>
        <pc:spChg chg="add del mod">
          <ac:chgData name="Pierre Boujard (Student at CentraleSupelec)" userId="7e1b5e27-5455-4754-b6f8-ff16537ef3c5" providerId="ADAL" clId="{D8AE39DC-F37A-4998-8173-FF83BDF24264}" dt="2021-04-07T07:52:17.788" v="298"/>
          <ac:spMkLst>
            <pc:docMk/>
            <pc:sldMk cId="410236147" sldId="320"/>
            <ac:spMk id="2" creationId="{7DD9CDCA-CC12-4E5A-B8A9-C7A69176BC62}"/>
          </ac:spMkLst>
        </pc:spChg>
        <pc:spChg chg="mod">
          <ac:chgData name="Pierre Boujard (Student at CentraleSupelec)" userId="7e1b5e27-5455-4754-b6f8-ff16537ef3c5" providerId="ADAL" clId="{D8AE39DC-F37A-4998-8173-FF83BDF24264}" dt="2021-04-07T07:52:27.468" v="300" actId="20577"/>
          <ac:spMkLst>
            <pc:docMk/>
            <pc:sldMk cId="410236147" sldId="320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7:57:24.392" v="373" actId="1076"/>
          <ac:picMkLst>
            <pc:docMk/>
            <pc:sldMk cId="410236147" sldId="320"/>
            <ac:picMk id="4" creationId="{D400F269-6EE9-4015-AAC5-79628FD3E1DC}"/>
          </ac:picMkLst>
        </pc:picChg>
        <pc:picChg chg="add del mod modCrop">
          <ac:chgData name="Pierre Boujard (Student at CentraleSupelec)" userId="7e1b5e27-5455-4754-b6f8-ff16537ef3c5" providerId="ADAL" clId="{D8AE39DC-F37A-4998-8173-FF83BDF24264}" dt="2021-04-07T07:57:05.538" v="371" actId="478"/>
          <ac:picMkLst>
            <pc:docMk/>
            <pc:sldMk cId="410236147" sldId="320"/>
            <ac:picMk id="8" creationId="{1983E39F-8910-48DD-B172-D0525367675E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7:58:58.763" v="392" actId="20577"/>
        <pc:sldMkLst>
          <pc:docMk/>
          <pc:sldMk cId="1850155625" sldId="321"/>
        </pc:sldMkLst>
        <pc:spChg chg="mod">
          <ac:chgData name="Pierre Boujard (Student at CentraleSupelec)" userId="7e1b5e27-5455-4754-b6f8-ff16537ef3c5" providerId="ADAL" clId="{D8AE39DC-F37A-4998-8173-FF83BDF24264}" dt="2021-04-07T07:58:58.763" v="392" actId="20577"/>
          <ac:spMkLst>
            <pc:docMk/>
            <pc:sldMk cId="1850155625" sldId="321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7:58:52.339" v="390" actId="1076"/>
          <ac:picMkLst>
            <pc:docMk/>
            <pc:sldMk cId="1850155625" sldId="321"/>
            <ac:picMk id="3" creationId="{8AE93456-718E-4AD2-A2E9-876A28F607A1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7:58:55.910" v="391" actId="1076"/>
          <ac:picMkLst>
            <pc:docMk/>
            <pc:sldMk cId="1850155625" sldId="321"/>
            <ac:picMk id="8" creationId="{C904416D-3471-41F1-8FB4-36D4415F14E3}"/>
          </ac:picMkLst>
        </pc:picChg>
        <pc:picChg chg="add del mod">
          <ac:chgData name="Pierre Boujard (Student at CentraleSupelec)" userId="7e1b5e27-5455-4754-b6f8-ff16537ef3c5" providerId="ADAL" clId="{D8AE39DC-F37A-4998-8173-FF83BDF24264}" dt="2021-04-07T07:58:45.996" v="387" actId="21"/>
          <ac:picMkLst>
            <pc:docMk/>
            <pc:sldMk cId="1850155625" sldId="321"/>
            <ac:picMk id="10" creationId="{23F22505-9EC8-4662-A8F9-E42BC065C599}"/>
          </ac:picMkLst>
        </pc:picChg>
      </pc:sldChg>
      <pc:sldChg chg="modSp mod">
        <pc:chgData name="Pierre Boujard (Student at CentraleSupelec)" userId="7e1b5e27-5455-4754-b6f8-ff16537ef3c5" providerId="ADAL" clId="{D8AE39DC-F37A-4998-8173-FF83BDF24264}" dt="2021-04-07T09:20:30.311" v="2947" actId="20577"/>
        <pc:sldMkLst>
          <pc:docMk/>
          <pc:sldMk cId="1273777140" sldId="322"/>
        </pc:sldMkLst>
        <pc:spChg chg="mod">
          <ac:chgData name="Pierre Boujard (Student at CentraleSupelec)" userId="7e1b5e27-5455-4754-b6f8-ff16537ef3c5" providerId="ADAL" clId="{D8AE39DC-F37A-4998-8173-FF83BDF24264}" dt="2021-04-07T09:20:30.311" v="2947" actId="20577"/>
          <ac:spMkLst>
            <pc:docMk/>
            <pc:sldMk cId="1273777140" sldId="322"/>
            <ac:spMk id="2" creationId="{389B4ECC-CE09-4B58-87EB-5CBD0E2145A1}"/>
          </ac:spMkLst>
        </pc:spChg>
      </pc:sldChg>
      <pc:sldChg chg="addSp modSp add mod">
        <pc:chgData name="Pierre Boujard (Student at CentraleSupelec)" userId="7e1b5e27-5455-4754-b6f8-ff16537ef3c5" providerId="ADAL" clId="{D8AE39DC-F37A-4998-8173-FF83BDF24264}" dt="2021-04-07T08:00:14.756" v="416" actId="20577"/>
        <pc:sldMkLst>
          <pc:docMk/>
          <pc:sldMk cId="2727488387" sldId="326"/>
        </pc:sldMkLst>
        <pc:spChg chg="add mod">
          <ac:chgData name="Pierre Boujard (Student at CentraleSupelec)" userId="7e1b5e27-5455-4754-b6f8-ff16537ef3c5" providerId="ADAL" clId="{D8AE39DC-F37A-4998-8173-FF83BDF24264}" dt="2021-04-07T07:59:49.954" v="401" actId="14861"/>
          <ac:spMkLst>
            <pc:docMk/>
            <pc:sldMk cId="2727488387" sldId="326"/>
            <ac:spMk id="2" creationId="{E8211883-A458-4093-985E-8AF02380FFE6}"/>
          </ac:spMkLst>
        </pc:spChg>
        <pc:spChg chg="mod">
          <ac:chgData name="Pierre Boujard (Student at CentraleSupelec)" userId="7e1b5e27-5455-4754-b6f8-ff16537ef3c5" providerId="ADAL" clId="{D8AE39DC-F37A-4998-8173-FF83BDF24264}" dt="2021-04-07T08:00:14.756" v="416" actId="20577"/>
          <ac:spMkLst>
            <pc:docMk/>
            <pc:sldMk cId="2727488387" sldId="326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7:59:24.771" v="396" actId="1076"/>
          <ac:picMkLst>
            <pc:docMk/>
            <pc:sldMk cId="2727488387" sldId="326"/>
            <ac:picMk id="8" creationId="{73D07112-2624-49FE-8711-B61BA21D37AB}"/>
          </ac:picMkLst>
        </pc:picChg>
      </pc:sldChg>
      <pc:sldChg chg="addSp modSp add mod">
        <pc:chgData name="Pierre Boujard (Student at CentraleSupelec)" userId="7e1b5e27-5455-4754-b6f8-ff16537ef3c5" providerId="ADAL" clId="{D8AE39DC-F37A-4998-8173-FF83BDF24264}" dt="2021-04-07T08:18:41.923" v="931" actId="1035"/>
        <pc:sldMkLst>
          <pc:docMk/>
          <pc:sldMk cId="683013247" sldId="327"/>
        </pc:sldMkLst>
        <pc:spChg chg="mod">
          <ac:chgData name="Pierre Boujard (Student at CentraleSupelec)" userId="7e1b5e27-5455-4754-b6f8-ff16537ef3c5" providerId="ADAL" clId="{D8AE39DC-F37A-4998-8173-FF83BDF24264}" dt="2021-04-07T08:18:23.495" v="908" actId="14100"/>
          <ac:spMkLst>
            <pc:docMk/>
            <pc:sldMk cId="683013247" sldId="327"/>
            <ac:spMk id="101" creationId="{00000000-0000-0000-0000-000000000000}"/>
          </ac:spMkLst>
        </pc:spChg>
        <pc:picChg chg="add mod ord">
          <ac:chgData name="Pierre Boujard (Student at CentraleSupelec)" userId="7e1b5e27-5455-4754-b6f8-ff16537ef3c5" providerId="ADAL" clId="{D8AE39DC-F37A-4998-8173-FF83BDF24264}" dt="2021-04-07T08:18:41.923" v="931" actId="1035"/>
          <ac:picMkLst>
            <pc:docMk/>
            <pc:sldMk cId="683013247" sldId="327"/>
            <ac:picMk id="3" creationId="{CFBD832D-6A75-4569-B85C-A1FBF04A491A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17:54.136" v="901" actId="1076"/>
          <ac:picMkLst>
            <pc:docMk/>
            <pc:sldMk cId="683013247" sldId="327"/>
            <ac:picMk id="8" creationId="{81C2ECDD-9CA8-4021-BDF7-A5CD0DB8E17B}"/>
          </ac:picMkLst>
        </pc:picChg>
      </pc:sldChg>
      <pc:sldChg chg="add del">
        <pc:chgData name="Pierre Boujard (Student at CentraleSupelec)" userId="7e1b5e27-5455-4754-b6f8-ff16537ef3c5" providerId="ADAL" clId="{D8AE39DC-F37A-4998-8173-FF83BDF24264}" dt="2021-04-07T07:58:43.774" v="385"/>
        <pc:sldMkLst>
          <pc:docMk/>
          <pc:sldMk cId="3001187761" sldId="327"/>
        </pc:sldMkLst>
      </pc:sldChg>
      <pc:sldChg chg="modSp add mod">
        <pc:chgData name="Pierre Boujard (Student at CentraleSupelec)" userId="7e1b5e27-5455-4754-b6f8-ff16537ef3c5" providerId="ADAL" clId="{D8AE39DC-F37A-4998-8173-FF83BDF24264}" dt="2021-04-07T08:08:41.114" v="557" actId="20577"/>
        <pc:sldMkLst>
          <pc:docMk/>
          <pc:sldMk cId="2221448016" sldId="328"/>
        </pc:sldMkLst>
        <pc:spChg chg="mod">
          <ac:chgData name="Pierre Boujard (Student at CentraleSupelec)" userId="7e1b5e27-5455-4754-b6f8-ff16537ef3c5" providerId="ADAL" clId="{D8AE39DC-F37A-4998-8173-FF83BDF24264}" dt="2021-04-07T08:08:41.114" v="557" actId="20577"/>
          <ac:spMkLst>
            <pc:docMk/>
            <pc:sldMk cId="2221448016" sldId="328"/>
            <ac:spMk id="3073" creationId="{00000000-0000-0000-0000-000000000000}"/>
          </ac:spMkLst>
        </pc:spChg>
      </pc:sldChg>
      <pc:sldChg chg="addSp delSp modSp add mod modAnim">
        <pc:chgData name="Pierre Boujard (Student at CentraleSupelec)" userId="7e1b5e27-5455-4754-b6f8-ff16537ef3c5" providerId="ADAL" clId="{D8AE39DC-F37A-4998-8173-FF83BDF24264}" dt="2021-04-07T08:14:29.633" v="813"/>
        <pc:sldMkLst>
          <pc:docMk/>
          <pc:sldMk cId="47497372" sldId="329"/>
        </pc:sldMkLst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0" creationId="{C6E1F1A0-241C-4E8F-BC5F-70FC4C91B3B9}"/>
          </ac:spMkLst>
        </pc:spChg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1" creationId="{C763B501-57F9-45F3-86BB-322E12DF6CA0}"/>
          </ac:spMkLst>
        </pc:spChg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2" creationId="{76593734-1C2A-4785-8CA5-6D6C5F538CA5}"/>
          </ac:spMkLst>
        </pc:spChg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3" creationId="{E4B4D979-94B0-424C-A085-0827337D04FC}"/>
          </ac:spMkLst>
        </pc:spChg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4" creationId="{6E31029C-E3E8-4674-9EAA-B4CFD610AB9C}"/>
          </ac:spMkLst>
        </pc:spChg>
        <pc:spChg chg="mod topLvl">
          <ac:chgData name="Pierre Boujard (Student at CentraleSupelec)" userId="7e1b5e27-5455-4754-b6f8-ff16537ef3c5" providerId="ADAL" clId="{D8AE39DC-F37A-4998-8173-FF83BDF24264}" dt="2021-04-07T08:14:25.584" v="812" actId="165"/>
          <ac:spMkLst>
            <pc:docMk/>
            <pc:sldMk cId="47497372" sldId="329"/>
            <ac:spMk id="15" creationId="{7B5F7BA8-DA19-42C2-B382-326BF71320BD}"/>
          </ac:spMkLst>
        </pc:spChg>
        <pc:spChg chg="mod">
          <ac:chgData name="Pierre Boujard (Student at CentraleSupelec)" userId="7e1b5e27-5455-4754-b6f8-ff16537ef3c5" providerId="ADAL" clId="{D8AE39DC-F37A-4998-8173-FF83BDF24264}" dt="2021-04-07T08:11:28.689" v="805" actId="20577"/>
          <ac:spMkLst>
            <pc:docMk/>
            <pc:sldMk cId="47497372" sldId="329"/>
            <ac:spMk id="101" creationId="{00000000-0000-0000-0000-000000000000}"/>
          </ac:spMkLst>
        </pc:spChg>
        <pc:grpChg chg="add del mod">
          <ac:chgData name="Pierre Boujard (Student at CentraleSupelec)" userId="7e1b5e27-5455-4754-b6f8-ff16537ef3c5" providerId="ADAL" clId="{D8AE39DC-F37A-4998-8173-FF83BDF24264}" dt="2021-04-07T08:14:25.584" v="812" actId="165"/>
          <ac:grpSpMkLst>
            <pc:docMk/>
            <pc:sldMk cId="47497372" sldId="329"/>
            <ac:grpSpMk id="8" creationId="{D8CE64C7-E960-4B4C-A46E-8D44847CDF38}"/>
          </ac:grpSpMkLst>
        </pc:grpChg>
        <pc:picChg chg="mod topLvl">
          <ac:chgData name="Pierre Boujard (Student at CentraleSupelec)" userId="7e1b5e27-5455-4754-b6f8-ff16537ef3c5" providerId="ADAL" clId="{D8AE39DC-F37A-4998-8173-FF83BDF24264}" dt="2021-04-07T08:14:25.584" v="812" actId="165"/>
          <ac:picMkLst>
            <pc:docMk/>
            <pc:sldMk cId="47497372" sldId="329"/>
            <ac:picMk id="9" creationId="{B90D3483-BFC1-4100-A92D-181A21B57D8D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8:38:52.862" v="1395" actId="478"/>
        <pc:sldMkLst>
          <pc:docMk/>
          <pc:sldMk cId="306127276" sldId="330"/>
        </pc:sldMkLst>
        <pc:spChg chg="add del mod">
          <ac:chgData name="Pierre Boujard (Student at CentraleSupelec)" userId="7e1b5e27-5455-4754-b6f8-ff16537ef3c5" providerId="ADAL" clId="{D8AE39DC-F37A-4998-8173-FF83BDF24264}" dt="2021-04-07T08:38:52.862" v="1395" actId="478"/>
          <ac:spMkLst>
            <pc:docMk/>
            <pc:sldMk cId="306127276" sldId="330"/>
            <ac:spMk id="11" creationId="{7E4E71DB-D4AA-499D-B9C4-760B680C988D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8:48.742" v="1394" actId="20577"/>
          <ac:spMkLst>
            <pc:docMk/>
            <pc:sldMk cId="306127276" sldId="330"/>
            <ac:spMk id="12" creationId="{0148303D-4475-48F8-BAB4-57599017B8DB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1:11.185" v="1103" actId="20577"/>
          <ac:spMkLst>
            <pc:docMk/>
            <pc:sldMk cId="306127276" sldId="330"/>
            <ac:spMk id="13" creationId="{6643E5E7-E63A-499C-A2CB-2DB3457FCF55}"/>
          </ac:spMkLst>
        </pc:spChg>
        <pc:spChg chg="mod">
          <ac:chgData name="Pierre Boujard (Student at CentraleSupelec)" userId="7e1b5e27-5455-4754-b6f8-ff16537ef3c5" providerId="ADAL" clId="{D8AE39DC-F37A-4998-8173-FF83BDF24264}" dt="2021-04-07T08:23:18.831" v="970" actId="1076"/>
          <ac:spMkLst>
            <pc:docMk/>
            <pc:sldMk cId="306127276" sldId="330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8:23:47.769" v="977" actId="1076"/>
          <ac:picMkLst>
            <pc:docMk/>
            <pc:sldMk cId="306127276" sldId="330"/>
            <ac:picMk id="3" creationId="{FF006C33-B9F2-47A3-86F4-D091D0B76515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3:47.769" v="977" actId="1076"/>
          <ac:picMkLst>
            <pc:docMk/>
            <pc:sldMk cId="306127276" sldId="330"/>
            <ac:picMk id="8" creationId="{104CFE59-9521-4944-8CC6-1B0B1262F739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3:47.769" v="977" actId="1076"/>
          <ac:picMkLst>
            <pc:docMk/>
            <pc:sldMk cId="306127276" sldId="330"/>
            <ac:picMk id="10" creationId="{2A46FD33-CE8D-4881-894F-97821B49A448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8:39:09.294" v="1403" actId="478"/>
        <pc:sldMkLst>
          <pc:docMk/>
          <pc:sldMk cId="4164775671" sldId="331"/>
        </pc:sldMkLst>
        <pc:spChg chg="add del mod">
          <ac:chgData name="Pierre Boujard (Student at CentraleSupelec)" userId="7e1b5e27-5455-4754-b6f8-ff16537ef3c5" providerId="ADAL" clId="{D8AE39DC-F37A-4998-8173-FF83BDF24264}" dt="2021-04-07T08:39:09.294" v="1403" actId="478"/>
          <ac:spMkLst>
            <pc:docMk/>
            <pc:sldMk cId="4164775671" sldId="331"/>
            <ac:spMk id="18" creationId="{500498EC-99C4-44B9-8CB2-526064C1153E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2:04.273" v="1126" actId="20577"/>
          <ac:spMkLst>
            <pc:docMk/>
            <pc:sldMk cId="4164775671" sldId="331"/>
            <ac:spMk id="19" creationId="{91FDE31E-2B57-4F8C-8988-79B1BF7882D9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8:55.286" v="1396"/>
          <ac:spMkLst>
            <pc:docMk/>
            <pc:sldMk cId="4164775671" sldId="331"/>
            <ac:spMk id="20" creationId="{B8894113-F88C-461C-980B-46C82192A987}"/>
          </ac:spMkLst>
        </pc:spChg>
        <pc:spChg chg="add del mod">
          <ac:chgData name="Pierre Boujard (Student at CentraleSupelec)" userId="7e1b5e27-5455-4754-b6f8-ff16537ef3c5" providerId="ADAL" clId="{D8AE39DC-F37A-4998-8173-FF83BDF24264}" dt="2021-04-07T08:39:07.297" v="1402" actId="478"/>
          <ac:spMkLst>
            <pc:docMk/>
            <pc:sldMk cId="4164775671" sldId="331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8:25:56.887" v="1011" actId="1076"/>
          <ac:picMkLst>
            <pc:docMk/>
            <pc:sldMk cId="4164775671" sldId="331"/>
            <ac:picMk id="3" creationId="{1E863896-2B2C-4AE2-A2EB-DF83F6D758BF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54.436" v="1010" actId="1076"/>
          <ac:picMkLst>
            <pc:docMk/>
            <pc:sldMk cId="4164775671" sldId="331"/>
            <ac:picMk id="8" creationId="{E392D991-232A-49EC-BBC3-FFEDC7842BCA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6:01.160" v="1013" actId="1076"/>
          <ac:picMkLst>
            <pc:docMk/>
            <pc:sldMk cId="4164775671" sldId="331"/>
            <ac:picMk id="10" creationId="{48447E57-DEDA-4C71-B202-9F81C0C290BA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6.265" v="995" actId="571"/>
          <ac:picMkLst>
            <pc:docMk/>
            <pc:sldMk cId="4164775671" sldId="331"/>
            <ac:picMk id="12" creationId="{A5A887E9-B069-494E-A8CC-277B11AE8419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6.265" v="995" actId="571"/>
          <ac:picMkLst>
            <pc:docMk/>
            <pc:sldMk cId="4164775671" sldId="331"/>
            <ac:picMk id="13" creationId="{487C5D38-094E-43B4-A6D8-61095CB1A9D9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6.006" v="994" actId="571"/>
          <ac:picMkLst>
            <pc:docMk/>
            <pc:sldMk cId="4164775671" sldId="331"/>
            <ac:picMk id="14" creationId="{9A8EBD72-117A-49A4-BD90-9ED4F7D68D3B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6.006" v="994" actId="571"/>
          <ac:picMkLst>
            <pc:docMk/>
            <pc:sldMk cId="4164775671" sldId="331"/>
            <ac:picMk id="15" creationId="{11D76832-A8B2-48F2-B249-B2306584F35D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5.662" v="993" actId="571"/>
          <ac:picMkLst>
            <pc:docMk/>
            <pc:sldMk cId="4164775671" sldId="331"/>
            <ac:picMk id="16" creationId="{16510835-D645-4A07-B860-1BA83EF8CF89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5:15.662" v="993" actId="571"/>
          <ac:picMkLst>
            <pc:docMk/>
            <pc:sldMk cId="4164775671" sldId="331"/>
            <ac:picMk id="17" creationId="{32C22001-1A40-41D5-9D8E-402CA9BF3B9E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8:38:59.878" v="1398" actId="478"/>
        <pc:sldMkLst>
          <pc:docMk/>
          <pc:sldMk cId="960771001" sldId="332"/>
        </pc:sldMkLst>
        <pc:spChg chg="add del mod">
          <ac:chgData name="Pierre Boujard (Student at CentraleSupelec)" userId="7e1b5e27-5455-4754-b6f8-ff16537ef3c5" providerId="ADAL" clId="{D8AE39DC-F37A-4998-8173-FF83BDF24264}" dt="2021-04-07T08:38:59.878" v="1398" actId="478"/>
          <ac:spMkLst>
            <pc:docMk/>
            <pc:sldMk cId="960771001" sldId="332"/>
            <ac:spMk id="8" creationId="{FB1AAE70-A68E-4F1E-9376-3355D0DA39AD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2:31.389" v="1145" actId="20577"/>
          <ac:spMkLst>
            <pc:docMk/>
            <pc:sldMk cId="960771001" sldId="332"/>
            <ac:spMk id="12" creationId="{DEEE8FEA-548B-4F42-8F5B-10B347A37C83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38:56.770" v="1397"/>
          <ac:spMkLst>
            <pc:docMk/>
            <pc:sldMk cId="960771001" sldId="332"/>
            <ac:spMk id="14" creationId="{93FB4E2D-5ECA-4881-AA3D-2E6F76C23E15}"/>
          </ac:spMkLst>
        </pc:spChg>
        <pc:spChg chg="mod">
          <ac:chgData name="Pierre Boujard (Student at CentraleSupelec)" userId="7e1b5e27-5455-4754-b6f8-ff16537ef3c5" providerId="ADAL" clId="{D8AE39DC-F37A-4998-8173-FF83BDF24264}" dt="2021-04-07T08:27:01.207" v="1015" actId="20577"/>
          <ac:spMkLst>
            <pc:docMk/>
            <pc:sldMk cId="960771001" sldId="332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8:28:01.702" v="1030" actId="1076"/>
          <ac:picMkLst>
            <pc:docMk/>
            <pc:sldMk cId="960771001" sldId="332"/>
            <ac:picMk id="3" creationId="{4D53BF2E-101C-4DCC-9E80-FB59208A3780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7:55.932" v="1028" actId="14100"/>
          <ac:picMkLst>
            <pc:docMk/>
            <pc:sldMk cId="960771001" sldId="332"/>
            <ac:picMk id="9" creationId="{390CDA64-9A81-4D6C-B72E-437CDF7EA3CD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27:55.932" v="1028" actId="14100"/>
          <ac:picMkLst>
            <pc:docMk/>
            <pc:sldMk cId="960771001" sldId="332"/>
            <ac:picMk id="11" creationId="{B0FD5600-525A-44DA-9170-B2E168BB4DA1}"/>
          </ac:picMkLst>
        </pc:picChg>
      </pc:sldChg>
      <pc:sldChg chg="addSp delSp modSp add mod">
        <pc:chgData name="Pierre Boujard (Student at CentraleSupelec)" userId="7e1b5e27-5455-4754-b6f8-ff16537ef3c5" providerId="ADAL" clId="{D8AE39DC-F37A-4998-8173-FF83BDF24264}" dt="2021-04-07T08:42:19.949" v="1758" actId="478"/>
        <pc:sldMkLst>
          <pc:docMk/>
          <pc:sldMk cId="856140611" sldId="335"/>
        </pc:sldMkLst>
        <pc:spChg chg="add del mod">
          <ac:chgData name="Pierre Boujard (Student at CentraleSupelec)" userId="7e1b5e27-5455-4754-b6f8-ff16537ef3c5" providerId="ADAL" clId="{D8AE39DC-F37A-4998-8173-FF83BDF24264}" dt="2021-04-07T08:35:51.607" v="1201"/>
          <ac:spMkLst>
            <pc:docMk/>
            <pc:sldMk cId="856140611" sldId="335"/>
            <ac:spMk id="11" creationId="{63475408-064E-47ED-ACFD-F76BFB3B974D}"/>
          </ac:spMkLst>
        </pc:spChg>
        <pc:spChg chg="add del mod">
          <ac:chgData name="Pierre Boujard (Student at CentraleSupelec)" userId="7e1b5e27-5455-4754-b6f8-ff16537ef3c5" providerId="ADAL" clId="{D8AE39DC-F37A-4998-8173-FF83BDF24264}" dt="2021-04-07T08:42:19.949" v="1758" actId="478"/>
          <ac:spMkLst>
            <pc:docMk/>
            <pc:sldMk cId="856140611" sldId="335"/>
            <ac:spMk id="12" creationId="{8950506F-43E2-4025-9FBB-4FC89D36C088}"/>
          </ac:spMkLst>
        </pc:spChg>
        <pc:spChg chg="add mod">
          <ac:chgData name="Pierre Boujard (Student at CentraleSupelec)" userId="7e1b5e27-5455-4754-b6f8-ff16537ef3c5" providerId="ADAL" clId="{D8AE39DC-F37A-4998-8173-FF83BDF24264}" dt="2021-04-07T08:42:08.626" v="1757" actId="14100"/>
          <ac:spMkLst>
            <pc:docMk/>
            <pc:sldMk cId="856140611" sldId="335"/>
            <ac:spMk id="13" creationId="{4B9638B4-47E6-432A-8E6E-ACFEAE5C69B6}"/>
          </ac:spMkLst>
        </pc:spChg>
        <pc:spChg chg="mod">
          <ac:chgData name="Pierre Boujard (Student at CentraleSupelec)" userId="7e1b5e27-5455-4754-b6f8-ff16537ef3c5" providerId="ADAL" clId="{D8AE39DC-F37A-4998-8173-FF83BDF24264}" dt="2021-04-07T08:33:39.691" v="1180" actId="20577"/>
          <ac:spMkLst>
            <pc:docMk/>
            <pc:sldMk cId="856140611" sldId="335"/>
            <ac:spMk id="101" creationId="{00000000-0000-0000-0000-000000000000}"/>
          </ac:spMkLst>
        </pc:spChg>
        <pc:picChg chg="add mod">
          <ac:chgData name="Pierre Boujard (Student at CentraleSupelec)" userId="7e1b5e27-5455-4754-b6f8-ff16537ef3c5" providerId="ADAL" clId="{D8AE39DC-F37A-4998-8173-FF83BDF24264}" dt="2021-04-07T08:35:35.983" v="1196" actId="1076"/>
          <ac:picMkLst>
            <pc:docMk/>
            <pc:sldMk cId="856140611" sldId="335"/>
            <ac:picMk id="3" creationId="{2600245A-C769-41FF-B9E7-9FF8F51754A8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35:29.424" v="1195" actId="1076"/>
          <ac:picMkLst>
            <pc:docMk/>
            <pc:sldMk cId="856140611" sldId="335"/>
            <ac:picMk id="8" creationId="{DA4A03DF-4925-44E0-9233-B5B693ECAAF0}"/>
          </ac:picMkLst>
        </pc:picChg>
        <pc:picChg chg="add mod">
          <ac:chgData name="Pierre Boujard (Student at CentraleSupelec)" userId="7e1b5e27-5455-4754-b6f8-ff16537ef3c5" providerId="ADAL" clId="{D8AE39DC-F37A-4998-8173-FF83BDF24264}" dt="2021-04-07T08:35:40.920" v="1197" actId="1076"/>
          <ac:picMkLst>
            <pc:docMk/>
            <pc:sldMk cId="856140611" sldId="335"/>
            <ac:picMk id="10" creationId="{37C84560-F28A-49FB-A216-EDD616E945B8}"/>
          </ac:picMkLst>
        </pc:picChg>
      </pc:sldChg>
      <pc:sldChg chg="add del">
        <pc:chgData name="Pierre Boujard (Student at CentraleSupelec)" userId="7e1b5e27-5455-4754-b6f8-ff16537ef3c5" providerId="ADAL" clId="{D8AE39DC-F37A-4998-8173-FF83BDF24264}" dt="2021-04-07T08:33:26.398" v="1162" actId="47"/>
        <pc:sldMkLst>
          <pc:docMk/>
          <pc:sldMk cId="136256144" sldId="336"/>
        </pc:sldMkLst>
      </pc:sldChg>
      <pc:sldChg chg="modSp add mod">
        <pc:chgData name="Pierre Boujard (Student at CentraleSupelec)" userId="7e1b5e27-5455-4754-b6f8-ff16537ef3c5" providerId="ADAL" clId="{D8AE39DC-F37A-4998-8173-FF83BDF24264}" dt="2021-04-07T08:58:47.670" v="2386" actId="313"/>
        <pc:sldMkLst>
          <pc:docMk/>
          <pc:sldMk cId="1847112608" sldId="336"/>
        </pc:sldMkLst>
        <pc:spChg chg="mod">
          <ac:chgData name="Pierre Boujard (Student at CentraleSupelec)" userId="7e1b5e27-5455-4754-b6f8-ff16537ef3c5" providerId="ADAL" clId="{D8AE39DC-F37A-4998-8173-FF83BDF24264}" dt="2021-04-07T08:58:47.670" v="2386" actId="313"/>
          <ac:spMkLst>
            <pc:docMk/>
            <pc:sldMk cId="1847112608" sldId="336"/>
            <ac:spMk id="3073" creationId="{00000000-0000-0000-0000-000000000000}"/>
          </ac:spMkLst>
        </pc:spChg>
      </pc:sldChg>
      <pc:sldChg chg="add del">
        <pc:chgData name="Pierre Boujard (Student at CentraleSupelec)" userId="7e1b5e27-5455-4754-b6f8-ff16537ef3c5" providerId="ADAL" clId="{D8AE39DC-F37A-4998-8173-FF83BDF24264}" dt="2021-04-07T08:35:56.143" v="1202" actId="47"/>
        <pc:sldMkLst>
          <pc:docMk/>
          <pc:sldMk cId="2661995686" sldId="336"/>
        </pc:sldMkLst>
      </pc:sldChg>
      <pc:sldChg chg="modSp add mod">
        <pc:chgData name="Pierre Boujard (Student at CentraleSupelec)" userId="7e1b5e27-5455-4754-b6f8-ff16537ef3c5" providerId="ADAL" clId="{D8AE39DC-F37A-4998-8173-FF83BDF24264}" dt="2021-04-07T09:02:49.770" v="2723" actId="20577"/>
        <pc:sldMkLst>
          <pc:docMk/>
          <pc:sldMk cId="1967546647" sldId="337"/>
        </pc:sldMkLst>
        <pc:spChg chg="mod">
          <ac:chgData name="Pierre Boujard (Student at CentraleSupelec)" userId="7e1b5e27-5455-4754-b6f8-ff16537ef3c5" providerId="ADAL" clId="{D8AE39DC-F37A-4998-8173-FF83BDF24264}" dt="2021-04-07T09:02:49.770" v="2723" actId="20577"/>
          <ac:spMkLst>
            <pc:docMk/>
            <pc:sldMk cId="1967546647" sldId="337"/>
            <ac:spMk id="101" creationId="{00000000-0000-0000-0000-000000000000}"/>
          </ac:spMkLst>
        </pc:spChg>
      </pc:sldChg>
      <pc:sldChg chg="addSp delSp modSp mod">
        <pc:chgData name="Pierre Boujard (Student at CentraleSupelec)" userId="7e1b5e27-5455-4754-b6f8-ff16537ef3c5" providerId="ADAL" clId="{D8AE39DC-F37A-4998-8173-FF83BDF24264}" dt="2021-04-07T20:14:33.827" v="3025" actId="1076"/>
        <pc:sldMkLst>
          <pc:docMk/>
          <pc:sldMk cId="1644866606" sldId="339"/>
        </pc:sldMkLst>
        <pc:spChg chg="mod">
          <ac:chgData name="Pierre Boujard (Student at CentraleSupelec)" userId="7e1b5e27-5455-4754-b6f8-ff16537ef3c5" providerId="ADAL" clId="{D8AE39DC-F37A-4998-8173-FF83BDF24264}" dt="2021-04-07T20:11:59.659" v="2995" actId="1076"/>
          <ac:spMkLst>
            <pc:docMk/>
            <pc:sldMk cId="1644866606" sldId="339"/>
            <ac:spMk id="101" creationId="{00000000-0000-0000-0000-000000000000}"/>
          </ac:spMkLst>
        </pc:spChg>
        <pc:graphicFrameChg chg="add mod modGraphic">
          <ac:chgData name="Pierre Boujard (Student at CentraleSupelec)" userId="7e1b5e27-5455-4754-b6f8-ff16537ef3c5" providerId="ADAL" clId="{D8AE39DC-F37A-4998-8173-FF83BDF24264}" dt="2021-04-07T20:14:33.827" v="3025" actId="1076"/>
          <ac:graphicFrameMkLst>
            <pc:docMk/>
            <pc:sldMk cId="1644866606" sldId="339"/>
            <ac:graphicFrameMk id="2" creationId="{455E52A3-8E50-4720-951F-9C1A09A4F469}"/>
          </ac:graphicFrameMkLst>
        </pc:graphicFrameChg>
        <pc:graphicFrameChg chg="del modGraphic">
          <ac:chgData name="Pierre Boujard (Student at CentraleSupelec)" userId="7e1b5e27-5455-4754-b6f8-ff16537ef3c5" providerId="ADAL" clId="{D8AE39DC-F37A-4998-8173-FF83BDF24264}" dt="2021-04-07T20:08:21.109" v="2949" actId="478"/>
          <ac:graphicFrameMkLst>
            <pc:docMk/>
            <pc:sldMk cId="1644866606" sldId="339"/>
            <ac:graphicFrameMk id="3" creationId="{DABEA9A2-CB58-44B3-AE21-A5404AB5D29E}"/>
          </ac:graphicFrameMkLst>
        </pc:graphicFrameChg>
        <pc:graphicFrameChg chg="add del mod modGraphic">
          <ac:chgData name="Pierre Boujard (Student at CentraleSupelec)" userId="7e1b5e27-5455-4754-b6f8-ff16537ef3c5" providerId="ADAL" clId="{D8AE39DC-F37A-4998-8173-FF83BDF24264}" dt="2021-04-07T20:10:47.898" v="2981"/>
          <ac:graphicFrameMkLst>
            <pc:docMk/>
            <pc:sldMk cId="1644866606" sldId="339"/>
            <ac:graphicFrameMk id="4" creationId="{51BC29F0-ECF5-4921-A4DB-ECD8A3F633D4}"/>
          </ac:graphicFrameMkLst>
        </pc:graphicFrameChg>
        <pc:graphicFrameChg chg="add mod modGraphic">
          <ac:chgData name="Pierre Boujard (Student at CentraleSupelec)" userId="7e1b5e27-5455-4754-b6f8-ff16537ef3c5" providerId="ADAL" clId="{D8AE39DC-F37A-4998-8173-FF83BDF24264}" dt="2021-04-07T20:14:33.827" v="3025" actId="1076"/>
          <ac:graphicFrameMkLst>
            <pc:docMk/>
            <pc:sldMk cId="1644866606" sldId="339"/>
            <ac:graphicFrameMk id="8" creationId="{6F9BF005-73DF-445D-888F-2D755CF8E55C}"/>
          </ac:graphicFrameMkLst>
        </pc:graphicFrameChg>
        <pc:graphicFrameChg chg="add del mod">
          <ac:chgData name="Pierre Boujard (Student at CentraleSupelec)" userId="7e1b5e27-5455-4754-b6f8-ff16537ef3c5" providerId="ADAL" clId="{D8AE39DC-F37A-4998-8173-FF83BDF24264}" dt="2021-04-07T20:13:04.585" v="3002"/>
          <ac:graphicFrameMkLst>
            <pc:docMk/>
            <pc:sldMk cId="1644866606" sldId="339"/>
            <ac:graphicFrameMk id="9" creationId="{13675F6A-A1AE-4692-BB78-036C8DEEB523}"/>
          </ac:graphicFrameMkLst>
        </pc:graphicFrameChg>
      </pc:sldChg>
    </pc:docChg>
  </pc:docChgLst>
  <pc:docChgLst>
    <pc:chgData name="Clara Rieffel (Student at CentraleSupelec)" userId="S::clara.rieffel@student-cs.fr::609eab90-a11f-454d-85b3-da143d315af6" providerId="AD" clId="Web-{2F97D2A4-4C4F-4C3D-830D-8904AD3AA203}"/>
    <pc:docChg chg="modSld">
      <pc:chgData name="Clara Rieffel (Student at CentraleSupelec)" userId="S::clara.rieffel@student-cs.fr::609eab90-a11f-454d-85b3-da143d315af6" providerId="AD" clId="Web-{2F97D2A4-4C4F-4C3D-830D-8904AD3AA203}" dt="2021-04-07T10:46:20.071" v="1" actId="1076"/>
      <pc:docMkLst>
        <pc:docMk/>
      </pc:docMkLst>
      <pc:sldChg chg="modSp">
        <pc:chgData name="Clara Rieffel (Student at CentraleSupelec)" userId="S::clara.rieffel@student-cs.fr::609eab90-a11f-454d-85b3-da143d315af6" providerId="AD" clId="Web-{2F97D2A4-4C4F-4C3D-830D-8904AD3AA203}" dt="2021-04-07T10:46:20.071" v="1" actId="1076"/>
        <pc:sldMkLst>
          <pc:docMk/>
          <pc:sldMk cId="2727488387" sldId="326"/>
        </pc:sldMkLst>
        <pc:picChg chg="mod">
          <ac:chgData name="Clara Rieffel (Student at CentraleSupelec)" userId="S::clara.rieffel@student-cs.fr::609eab90-a11f-454d-85b3-da143d315af6" providerId="AD" clId="Web-{2F97D2A4-4C4F-4C3D-830D-8904AD3AA203}" dt="2021-04-07T10:46:20.071" v="1" actId="1076"/>
          <ac:picMkLst>
            <pc:docMk/>
            <pc:sldMk cId="2727488387" sldId="326"/>
            <ac:picMk id="8" creationId="{73D07112-2624-49FE-8711-B61BA21D37AB}"/>
          </ac:picMkLst>
        </pc:picChg>
      </pc:sldChg>
    </pc:docChg>
  </pc:docChgLst>
  <pc:docChgLst>
    <pc:chgData name="Baptiste Fremy (Student at CentraleSupelec)" userId="5b178ac4-661d-45c0-9fbf-e3b95cdf3f21" providerId="ADAL" clId="{32EF9F0F-3E65-4D39-9699-D5C07C0B5477}"/>
    <pc:docChg chg="modSld">
      <pc:chgData name="Baptiste Fremy (Student at CentraleSupelec)" userId="5b178ac4-661d-45c0-9fbf-e3b95cdf3f21" providerId="ADAL" clId="{32EF9F0F-3E65-4D39-9699-D5C07C0B5477}" dt="2022-03-23T13:20:33.262" v="1" actId="1036"/>
      <pc:docMkLst>
        <pc:docMk/>
      </pc:docMkLst>
      <pc:sldChg chg="modSp mod">
        <pc:chgData name="Baptiste Fremy (Student at CentraleSupelec)" userId="5b178ac4-661d-45c0-9fbf-e3b95cdf3f21" providerId="ADAL" clId="{32EF9F0F-3E65-4D39-9699-D5C07C0B5477}" dt="2022-03-23T13:20:33.262" v="1" actId="1036"/>
        <pc:sldMkLst>
          <pc:docMk/>
          <pc:sldMk cId="1967546647" sldId="337"/>
        </pc:sldMkLst>
        <pc:spChg chg="mod">
          <ac:chgData name="Baptiste Fremy (Student at CentraleSupelec)" userId="5b178ac4-661d-45c0-9fbf-e3b95cdf3f21" providerId="ADAL" clId="{32EF9F0F-3E65-4D39-9699-D5C07C0B5477}" dt="2022-03-23T13:20:33.262" v="1" actId="1036"/>
          <ac:spMkLst>
            <pc:docMk/>
            <pc:sldMk cId="1967546647" sldId="337"/>
            <ac:spMk id="101" creationId="{00000000-0000-0000-0000-000000000000}"/>
          </ac:spMkLst>
        </pc:spChg>
      </pc:sldChg>
    </pc:docChg>
  </pc:docChgLst>
  <pc:docChgLst>
    <pc:chgData name="Pierre Boujard (Student at CentraleSupelec)" userId="S::pierre.boujard@student-cs.fr::7e1b5e27-5455-4754-b6f8-ff16537ef3c5" providerId="AD" clId="Web-{7BEE061B-8356-4AD0-8DEE-196F9DD275C9}"/>
    <pc:docChg chg="addSld modSld sldOrd">
      <pc:chgData name="Pierre Boujard (Student at CentraleSupelec)" userId="S::pierre.boujard@student-cs.fr::7e1b5e27-5455-4754-b6f8-ff16537ef3c5" providerId="AD" clId="Web-{7BEE061B-8356-4AD0-8DEE-196F9DD275C9}" dt="2021-04-07T20:06:38.367" v="40"/>
      <pc:docMkLst>
        <pc:docMk/>
      </pc:docMkLst>
      <pc:sldChg chg="addSp modSp add ord replId">
        <pc:chgData name="Pierre Boujard (Student at CentraleSupelec)" userId="S::pierre.boujard@student-cs.fr::7e1b5e27-5455-4754-b6f8-ff16537ef3c5" providerId="AD" clId="Web-{7BEE061B-8356-4AD0-8DEE-196F9DD275C9}" dt="2021-04-07T20:06:38.367" v="40"/>
        <pc:sldMkLst>
          <pc:docMk/>
          <pc:sldMk cId="1644866606" sldId="339"/>
        </pc:sldMkLst>
        <pc:spChg chg="mod">
          <ac:chgData name="Pierre Boujard (Student at CentraleSupelec)" userId="S::pierre.boujard@student-cs.fr::7e1b5e27-5455-4754-b6f8-ff16537ef3c5" providerId="AD" clId="Web-{7BEE061B-8356-4AD0-8DEE-196F9DD275C9}" dt="2021-04-07T20:06:20.335" v="39" actId="20577"/>
          <ac:spMkLst>
            <pc:docMk/>
            <pc:sldMk cId="1644866606" sldId="339"/>
            <ac:spMk id="101" creationId="{00000000-0000-0000-0000-000000000000}"/>
          </ac:spMkLst>
        </pc:spChg>
        <pc:graphicFrameChg chg="add mod">
          <ac:chgData name="Pierre Boujard (Student at CentraleSupelec)" userId="S::pierre.boujard@student-cs.fr::7e1b5e27-5455-4754-b6f8-ff16537ef3c5" providerId="AD" clId="Web-{7BEE061B-8356-4AD0-8DEE-196F9DD275C9}" dt="2021-04-07T20:06:38.367" v="40"/>
          <ac:graphicFrameMkLst>
            <pc:docMk/>
            <pc:sldMk cId="1644866606" sldId="339"/>
            <ac:graphicFrameMk id="3" creationId="{DABEA9A2-CB58-44B3-AE21-A5404AB5D29E}"/>
          </ac:graphicFrameMkLst>
        </pc:graphicFrameChg>
      </pc:sldChg>
    </pc:docChg>
  </pc:docChgLst>
  <pc:docChgLst>
    <pc:chgData name="Corentin Flochlay (Student at CentraleSupelec)" userId="S::corentin.flochlay@student-cs.fr::8930a79e-e82c-4c9c-9cc0-7422517f7c87" providerId="AD" clId="Web-{48B80F72-ECC0-410D-9BC1-849C2D163F6F}"/>
    <pc:docChg chg="modSld">
      <pc:chgData name="Corentin Flochlay (Student at CentraleSupelec)" userId="S::corentin.flochlay@student-cs.fr::8930a79e-e82c-4c9c-9cc0-7422517f7c87" providerId="AD" clId="Web-{48B80F72-ECC0-410D-9BC1-849C2D163F6F}" dt="2022-03-23T14:28:32.969" v="0" actId="1076"/>
      <pc:docMkLst>
        <pc:docMk/>
      </pc:docMkLst>
      <pc:sldChg chg="modSp">
        <pc:chgData name="Corentin Flochlay (Student at CentraleSupelec)" userId="S::corentin.flochlay@student-cs.fr::8930a79e-e82c-4c9c-9cc0-7422517f7c87" providerId="AD" clId="Web-{48B80F72-ECC0-410D-9BC1-849C2D163F6F}" dt="2022-03-23T14:28:32.969" v="0" actId="1076"/>
        <pc:sldMkLst>
          <pc:docMk/>
          <pc:sldMk cId="4271017113" sldId="294"/>
        </pc:sldMkLst>
        <pc:spChg chg="mod">
          <ac:chgData name="Corentin Flochlay (Student at CentraleSupelec)" userId="S::corentin.flochlay@student-cs.fr::8930a79e-e82c-4c9c-9cc0-7422517f7c87" providerId="AD" clId="Web-{48B80F72-ECC0-410D-9BC1-849C2D163F6F}" dt="2022-03-23T14:28:32.969" v="0" actId="1076"/>
          <ac:spMkLst>
            <pc:docMk/>
            <pc:sldMk cId="4271017113" sldId="294"/>
            <ac:spMk id="2" creationId="{24F027D7-0AE6-4018-9F51-0375A682ACED}"/>
          </ac:spMkLst>
        </pc:spChg>
      </pc:sldChg>
    </pc:docChg>
  </pc:docChgLst>
  <pc:docChgLst>
    <pc:chgData name="Corentin Flochlay (Student at CentraleSupelec)" userId="8930a79e-e82c-4c9c-9cc0-7422517f7c87" providerId="ADAL" clId="{F8E6E274-464E-40BD-BF02-B2B0359EF3FF}"/>
    <pc:docChg chg="undo custSel addSld delSld modSld">
      <pc:chgData name="Corentin Flochlay (Student at CentraleSupelec)" userId="8930a79e-e82c-4c9c-9cc0-7422517f7c87" providerId="ADAL" clId="{F8E6E274-464E-40BD-BF02-B2B0359EF3FF}" dt="2022-04-01T07:03:34.413" v="1100" actId="478"/>
      <pc:docMkLst>
        <pc:docMk/>
      </pc:docMkLst>
      <pc:sldChg chg="addSp modSp mod">
        <pc:chgData name="Corentin Flochlay (Student at CentraleSupelec)" userId="8930a79e-e82c-4c9c-9cc0-7422517f7c87" providerId="ADAL" clId="{F8E6E274-464E-40BD-BF02-B2B0359EF3FF}" dt="2022-03-30T14:14:29.150" v="611"/>
        <pc:sldMkLst>
          <pc:docMk/>
          <pc:sldMk cId="3827946629" sldId="257"/>
        </pc:sldMkLst>
        <pc:spChg chg="mod">
          <ac:chgData name="Corentin Flochlay (Student at CentraleSupelec)" userId="8930a79e-e82c-4c9c-9cc0-7422517f7c87" providerId="ADAL" clId="{F8E6E274-464E-40BD-BF02-B2B0359EF3FF}" dt="2022-03-30T08:07:06.792" v="250" actId="20577"/>
          <ac:spMkLst>
            <pc:docMk/>
            <pc:sldMk cId="3827946629" sldId="257"/>
            <ac:spMk id="6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29.150" v="611"/>
          <ac:spMkLst>
            <pc:docMk/>
            <pc:sldMk cId="3827946629" sldId="257"/>
            <ac:spMk id="7" creationId="{6E8A0FA0-BDC9-4508-880E-94F929E995B4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3:30.393" v="585"/>
        <pc:sldMkLst>
          <pc:docMk/>
          <pc:sldMk cId="0" sldId="267"/>
        </pc:sldMkLst>
        <pc:spChg chg="add mod">
          <ac:chgData name="Corentin Flochlay (Student at CentraleSupelec)" userId="8930a79e-e82c-4c9c-9cc0-7422517f7c87" providerId="ADAL" clId="{F8E6E274-464E-40BD-BF02-B2B0359EF3FF}" dt="2022-03-30T14:13:30.393" v="585"/>
          <ac:spMkLst>
            <pc:docMk/>
            <pc:sldMk cId="0" sldId="267"/>
            <ac:spMk id="6" creationId="{27305438-1C8B-4C7C-AB2F-ACFD5252A693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2:32.965" v="97" actId="20577"/>
          <ac:spMkLst>
            <pc:docMk/>
            <pc:sldMk cId="0" sldId="267"/>
            <ac:spMk id="23" creationId="{00000000-0000-0000-0000-000000000000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27.237" v="610"/>
        <pc:sldMkLst>
          <pc:docMk/>
          <pc:sldMk cId="2940396715" sldId="290"/>
        </pc:sldMkLst>
        <pc:spChg chg="mod">
          <ac:chgData name="Corentin Flochlay (Student at CentraleSupelec)" userId="8930a79e-e82c-4c9c-9cc0-7422517f7c87" providerId="ADAL" clId="{F8E6E274-464E-40BD-BF02-B2B0359EF3FF}" dt="2022-03-30T12:56:34.402" v="261" actId="14100"/>
          <ac:spMkLst>
            <pc:docMk/>
            <pc:sldMk cId="2940396715" sldId="290"/>
            <ac:spMk id="3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27.237" v="610"/>
          <ac:spMkLst>
            <pc:docMk/>
            <pc:sldMk cId="2940396715" sldId="290"/>
            <ac:spMk id="6" creationId="{43D90569-BF3F-485B-8F28-EB834EB4345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2:56:42.487" v="264" actId="1038"/>
          <ac:spMkLst>
            <pc:docMk/>
            <pc:sldMk cId="2940396715" sldId="290"/>
            <ac:spMk id="7" creationId="{D2264637-6582-4F32-B428-6A0BD4044BBE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6:56.514" v="236" actId="20577"/>
          <ac:spMkLst>
            <pc:docMk/>
            <pc:sldMk cId="2940396715" sldId="290"/>
            <ac:spMk id="11" creationId="{26E33DE6-28E2-4FE4-9F82-E7A54D3818A1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24.775" v="609"/>
        <pc:sldMkLst>
          <pc:docMk/>
          <pc:sldMk cId="709355255" sldId="291"/>
        </pc:sldMkLst>
        <pc:spChg chg="add mod">
          <ac:chgData name="Corentin Flochlay (Student at CentraleSupelec)" userId="8930a79e-e82c-4c9c-9cc0-7422517f7c87" providerId="ADAL" clId="{F8E6E274-464E-40BD-BF02-B2B0359EF3FF}" dt="2022-03-30T14:14:24.775" v="609"/>
          <ac:spMkLst>
            <pc:docMk/>
            <pc:sldMk cId="709355255" sldId="291"/>
            <ac:spMk id="6" creationId="{C75E4156-5B86-4AAF-A34D-16632FF80241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6:45.530" v="220" actId="20577"/>
          <ac:spMkLst>
            <pc:docMk/>
            <pc:sldMk cId="709355255" sldId="291"/>
            <ac:spMk id="9" creationId="{05A2B5DA-55B2-4F6E-8F6E-84D2A8EF0376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22.003" v="608"/>
        <pc:sldMkLst>
          <pc:docMk/>
          <pc:sldMk cId="336249700" sldId="292"/>
        </pc:sldMkLst>
        <pc:spChg chg="add mod">
          <ac:chgData name="Corentin Flochlay (Student at CentraleSupelec)" userId="8930a79e-e82c-4c9c-9cc0-7422517f7c87" providerId="ADAL" clId="{F8E6E274-464E-40BD-BF02-B2B0359EF3FF}" dt="2022-03-30T14:14:22.003" v="608"/>
          <ac:spMkLst>
            <pc:docMk/>
            <pc:sldMk cId="336249700" sldId="292"/>
            <ac:spMk id="8" creationId="{F3326E75-C9F1-4BF6-ABCD-91A1F27B417F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6:21.981" v="204" actId="20577"/>
          <ac:spMkLst>
            <pc:docMk/>
            <pc:sldMk cId="336249700" sldId="292"/>
            <ac:spMk id="11" creationId="{1B110631-95EA-412F-9140-2FC69D6095C3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1T07:49:00.182" v="797" actId="20577"/>
        <pc:sldMkLst>
          <pc:docMk/>
          <pc:sldMk cId="4271017113" sldId="294"/>
        </pc:sldMkLst>
        <pc:spChg chg="mod">
          <ac:chgData name="Corentin Flochlay (Student at CentraleSupelec)" userId="8930a79e-e82c-4c9c-9cc0-7422517f7c87" providerId="ADAL" clId="{F8E6E274-464E-40BD-BF02-B2B0359EF3FF}" dt="2022-03-31T07:49:00.182" v="797" actId="20577"/>
          <ac:spMkLst>
            <pc:docMk/>
            <pc:sldMk cId="4271017113" sldId="294"/>
            <ac:spMk id="2" creationId="{24F027D7-0AE6-4018-9F51-0375A682ACED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19:27.836" v="630" actId="20577"/>
          <ac:spMkLst>
            <pc:docMk/>
            <pc:sldMk cId="4271017113" sldId="294"/>
            <ac:spMk id="4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2:49.514" v="105" actId="20577"/>
          <ac:spMkLst>
            <pc:docMk/>
            <pc:sldMk cId="4271017113" sldId="294"/>
            <ac:spMk id="6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34.583" v="587"/>
          <ac:spMkLst>
            <pc:docMk/>
            <pc:sldMk cId="4271017113" sldId="294"/>
            <ac:spMk id="9" creationId="{0BD88478-EBD6-4A8B-B67F-0BA6AEC00589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2:28.944" v="584" actId="14861"/>
        <pc:sldMkLst>
          <pc:docMk/>
          <pc:sldMk cId="1746474584" sldId="295"/>
        </pc:sldMkLst>
        <pc:spChg chg="mod">
          <ac:chgData name="Corentin Flochlay (Student at CentraleSupelec)" userId="8930a79e-e82c-4c9c-9cc0-7422517f7c87" providerId="ADAL" clId="{F8E6E274-464E-40BD-BF02-B2B0359EF3FF}" dt="2022-03-30T08:02:16.375" v="89" actId="20577"/>
          <ac:spMkLst>
            <pc:docMk/>
            <pc:sldMk cId="1746474584" sldId="295"/>
            <ac:spMk id="3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2:28.944" v="584" actId="14861"/>
          <ac:spMkLst>
            <pc:docMk/>
            <pc:sldMk cId="1746474584" sldId="295"/>
            <ac:spMk id="7" creationId="{60E141B1-6A1A-4FD3-B633-04AEB1D7DBA2}"/>
          </ac:spMkLst>
        </pc:spChg>
        <pc:graphicFrameChg chg="mod">
          <ac:chgData name="Corentin Flochlay (Student at CentraleSupelec)" userId="8930a79e-e82c-4c9c-9cc0-7422517f7c87" providerId="ADAL" clId="{F8E6E274-464E-40BD-BF02-B2B0359EF3FF}" dt="2022-03-30T08:00:39.733" v="79" actId="1076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addSp modSp mod">
        <pc:chgData name="Corentin Flochlay (Student at CentraleSupelec)" userId="8930a79e-e82c-4c9c-9cc0-7422517f7c87" providerId="ADAL" clId="{F8E6E274-464E-40BD-BF02-B2B0359EF3FF}" dt="2022-03-30T14:14:15.382" v="605"/>
        <pc:sldMkLst>
          <pc:docMk/>
          <pc:sldMk cId="2784012643" sldId="296"/>
        </pc:sldMkLst>
        <pc:spChg chg="mod">
          <ac:chgData name="Corentin Flochlay (Student at CentraleSupelec)" userId="8930a79e-e82c-4c9c-9cc0-7422517f7c87" providerId="ADAL" clId="{F8E6E274-464E-40BD-BF02-B2B0359EF3FF}" dt="2022-03-30T08:05:43.426" v="174" actId="20577"/>
          <ac:spMkLst>
            <pc:docMk/>
            <pc:sldMk cId="2784012643" sldId="296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15.382" v="605"/>
          <ac:spMkLst>
            <pc:docMk/>
            <pc:sldMk cId="2784012643" sldId="296"/>
            <ac:spMk id="8" creationId="{2E7C3D8A-504B-4A76-B461-FD2FB4A3A01E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01.954" v="599"/>
        <pc:sldMkLst>
          <pc:docMk/>
          <pc:sldMk cId="1577472643" sldId="297"/>
        </pc:sldMkLst>
        <pc:spChg chg="mod">
          <ac:chgData name="Corentin Flochlay (Student at CentraleSupelec)" userId="8930a79e-e82c-4c9c-9cc0-7422517f7c87" providerId="ADAL" clId="{F8E6E274-464E-40BD-BF02-B2B0359EF3FF}" dt="2022-03-30T08:04:01.296" v="138" actId="20577"/>
          <ac:spMkLst>
            <pc:docMk/>
            <pc:sldMk cId="1577472643" sldId="297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01.954" v="599"/>
          <ac:spMkLst>
            <pc:docMk/>
            <pc:sldMk cId="1577472643" sldId="297"/>
            <ac:spMk id="8" creationId="{C793E9AB-FDB6-4FAF-945D-537A660CBE4D}"/>
          </ac:spMkLst>
        </pc:spChg>
      </pc:sldChg>
      <pc:sldChg chg="addSp delSp modSp mod">
        <pc:chgData name="Corentin Flochlay (Student at CentraleSupelec)" userId="8930a79e-e82c-4c9c-9cc0-7422517f7c87" providerId="ADAL" clId="{F8E6E274-464E-40BD-BF02-B2B0359EF3FF}" dt="2022-04-01T07:03:34.413" v="1100" actId="478"/>
        <pc:sldMkLst>
          <pc:docMk/>
          <pc:sldMk cId="3243181642" sldId="317"/>
        </pc:sldMkLst>
        <pc:spChg chg="mod ord">
          <ac:chgData name="Corentin Flochlay (Student at CentraleSupelec)" userId="8930a79e-e82c-4c9c-9cc0-7422517f7c87" providerId="ADAL" clId="{F8E6E274-464E-40BD-BF02-B2B0359EF3FF}" dt="2022-04-01T07:03:27.448" v="1099" actId="1076"/>
          <ac:spMkLst>
            <pc:docMk/>
            <pc:sldMk cId="3243181642" sldId="317"/>
            <ac:spMk id="2" creationId="{C4FAEC31-DBC0-4460-B6E4-477FBEE68CF1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6:07.347" v="188" actId="20577"/>
          <ac:spMkLst>
            <pc:docMk/>
            <pc:sldMk cId="3243181642" sldId="317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20.142" v="607"/>
          <ac:spMkLst>
            <pc:docMk/>
            <pc:sldMk cId="3243181642" sldId="317"/>
            <ac:spMk id="10" creationId="{0343DE1B-5656-4DC7-B4E6-E29ED58DE0E3}"/>
          </ac:spMkLst>
        </pc:spChg>
        <pc:spChg chg="mod">
          <ac:chgData name="Corentin Flochlay (Student at CentraleSupelec)" userId="8930a79e-e82c-4c9c-9cc0-7422517f7c87" providerId="ADAL" clId="{F8E6E274-464E-40BD-BF02-B2B0359EF3FF}" dt="2022-04-01T07:03:01.241" v="1095" actId="1076"/>
          <ac:spMkLst>
            <pc:docMk/>
            <pc:sldMk cId="3243181642" sldId="317"/>
            <ac:spMk id="11" creationId="{37EE3DBC-D29B-4EE1-A34A-28A89666288C}"/>
          </ac:spMkLst>
        </pc:spChg>
        <pc:spChg chg="mod">
          <ac:chgData name="Corentin Flochlay (Student at CentraleSupelec)" userId="8930a79e-e82c-4c9c-9cc0-7422517f7c87" providerId="ADAL" clId="{F8E6E274-464E-40BD-BF02-B2B0359EF3FF}" dt="2022-04-01T07:02:21.838" v="990" actId="14100"/>
          <ac:spMkLst>
            <pc:docMk/>
            <pc:sldMk cId="3243181642" sldId="317"/>
            <ac:spMk id="101" creationId="{00000000-0000-0000-0000-000000000000}"/>
          </ac:spMkLst>
        </pc:spChg>
        <pc:picChg chg="add mod modCrop">
          <ac:chgData name="Corentin Flochlay (Student at CentraleSupelec)" userId="8930a79e-e82c-4c9c-9cc0-7422517f7c87" providerId="ADAL" clId="{F8E6E274-464E-40BD-BF02-B2B0359EF3FF}" dt="2022-04-01T07:03:22.393" v="1098" actId="1076"/>
          <ac:picMkLst>
            <pc:docMk/>
            <pc:sldMk cId="3243181642" sldId="317"/>
            <ac:picMk id="4" creationId="{9E3B4250-5AE1-4C82-AF0F-6A65F3A7C230}"/>
          </ac:picMkLst>
        </pc:picChg>
        <pc:picChg chg="del mod">
          <ac:chgData name="Corentin Flochlay (Student at CentraleSupelec)" userId="8930a79e-e82c-4c9c-9cc0-7422517f7c87" providerId="ADAL" clId="{F8E6E274-464E-40BD-BF02-B2B0359EF3FF}" dt="2022-04-01T07:03:34.413" v="1100" actId="478"/>
          <ac:picMkLst>
            <pc:docMk/>
            <pc:sldMk cId="3243181642" sldId="317"/>
            <ac:picMk id="8" creationId="{513F02F3-B4F9-464F-AA68-3C60EA4F1FF4}"/>
          </ac:picMkLst>
        </pc:picChg>
      </pc:sldChg>
      <pc:sldChg chg="modSp mod">
        <pc:chgData name="Corentin Flochlay (Student at CentraleSupelec)" userId="8930a79e-e82c-4c9c-9cc0-7422517f7c87" providerId="ADAL" clId="{F8E6E274-464E-40BD-BF02-B2B0359EF3FF}" dt="2022-03-30T08:05:58.367" v="182" actId="20577"/>
        <pc:sldMkLst>
          <pc:docMk/>
          <pc:sldMk cId="1220683999" sldId="318"/>
        </pc:sldMkLst>
        <pc:spChg chg="mod">
          <ac:chgData name="Corentin Flochlay (Student at CentraleSupelec)" userId="8930a79e-e82c-4c9c-9cc0-7422517f7c87" providerId="ADAL" clId="{F8E6E274-464E-40BD-BF02-B2B0359EF3FF}" dt="2022-03-30T08:05:58.367" v="182" actId="20577"/>
          <ac:spMkLst>
            <pc:docMk/>
            <pc:sldMk cId="1220683999" sldId="318"/>
            <ac:spMk id="5" creationId="{00000000-0000-0000-0000-000000000000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1T07:23:27.795" v="665" actId="1076"/>
        <pc:sldMkLst>
          <pc:docMk/>
          <pc:sldMk cId="3790064070" sldId="319"/>
        </pc:sldMkLst>
        <pc:spChg chg="mod">
          <ac:chgData name="Corentin Flochlay (Student at CentraleSupelec)" userId="8930a79e-e82c-4c9c-9cc0-7422517f7c87" providerId="ADAL" clId="{F8E6E274-464E-40BD-BF02-B2B0359EF3FF}" dt="2022-03-30T08:05:33.293" v="168" actId="20577"/>
          <ac:spMkLst>
            <pc:docMk/>
            <pc:sldMk cId="3790064070" sldId="319"/>
            <ac:spMk id="5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7:23:27.795" v="665" actId="1076"/>
          <ac:spMkLst>
            <pc:docMk/>
            <pc:sldMk cId="3790064070" sldId="319"/>
            <ac:spMk id="11" creationId="{A2110049-44BF-47EE-8C2F-1EED45CB391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13.376" v="604"/>
          <ac:spMkLst>
            <pc:docMk/>
            <pc:sldMk cId="3790064070" sldId="319"/>
            <ac:spMk id="12" creationId="{E5B4ED03-A2E5-4F22-A892-98DC6E57CCE6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08.384" v="602"/>
        <pc:sldMkLst>
          <pc:docMk/>
          <pc:sldMk cId="410236147" sldId="320"/>
        </pc:sldMkLst>
        <pc:spChg chg="mod">
          <ac:chgData name="Corentin Flochlay (Student at CentraleSupelec)" userId="8930a79e-e82c-4c9c-9cc0-7422517f7c87" providerId="ADAL" clId="{F8E6E274-464E-40BD-BF02-B2B0359EF3FF}" dt="2022-03-30T08:04:33.303" v="154" actId="20577"/>
          <ac:spMkLst>
            <pc:docMk/>
            <pc:sldMk cId="410236147" sldId="320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08.384" v="602"/>
          <ac:spMkLst>
            <pc:docMk/>
            <pc:sldMk cId="410236147" sldId="320"/>
            <ac:spMk id="8" creationId="{50BBEF24-A507-483F-9D3A-A1857EA56371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06.292" v="601"/>
        <pc:sldMkLst>
          <pc:docMk/>
          <pc:sldMk cId="1850155625" sldId="321"/>
        </pc:sldMkLst>
        <pc:spChg chg="mod">
          <ac:chgData name="Corentin Flochlay (Student at CentraleSupelec)" userId="8930a79e-e82c-4c9c-9cc0-7422517f7c87" providerId="ADAL" clId="{F8E6E274-464E-40BD-BF02-B2B0359EF3FF}" dt="2022-03-30T08:04:25.741" v="150" actId="20577"/>
          <ac:spMkLst>
            <pc:docMk/>
            <pc:sldMk cId="1850155625" sldId="321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06.292" v="601"/>
          <ac:spMkLst>
            <pc:docMk/>
            <pc:sldMk cId="1850155625" sldId="321"/>
            <ac:spMk id="10" creationId="{0EFFF284-03B7-404A-8AC6-26EB921BF046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1T07:25:07.196" v="673" actId="20577"/>
        <pc:sldMkLst>
          <pc:docMk/>
          <pc:sldMk cId="1273777140" sldId="322"/>
        </pc:sldMkLst>
        <pc:spChg chg="mod">
          <ac:chgData name="Corentin Flochlay (Student at CentraleSupelec)" userId="8930a79e-e82c-4c9c-9cc0-7422517f7c87" providerId="ADAL" clId="{F8E6E274-464E-40BD-BF02-B2B0359EF3FF}" dt="2022-03-30T08:03:44.950" v="134" actId="20577"/>
          <ac:spMkLst>
            <pc:docMk/>
            <pc:sldMk cId="1273777140" sldId="322"/>
            <ac:spMk id="5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7:25:07.196" v="673" actId="20577"/>
          <ac:spMkLst>
            <pc:docMk/>
            <pc:sldMk cId="1273777140" sldId="322"/>
            <ac:spMk id="8" creationId="{C772A284-4F81-40BF-BA2E-16BF3D55AF73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55.480" v="596"/>
          <ac:spMkLst>
            <pc:docMk/>
            <pc:sldMk cId="1273777140" sldId="322"/>
            <ac:spMk id="9" creationId="{F5BA7102-7A59-4764-AA30-D0AA3D08547F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3:59.799" v="598"/>
        <pc:sldMkLst>
          <pc:docMk/>
          <pc:sldMk cId="1317091636" sldId="323"/>
        </pc:sldMkLst>
        <pc:spChg chg="mod">
          <ac:chgData name="Corentin Flochlay (Student at CentraleSupelec)" userId="8930a79e-e82c-4c9c-9cc0-7422517f7c87" providerId="ADAL" clId="{F8E6E274-464E-40BD-BF02-B2B0359EF3FF}" dt="2022-03-30T08:07:23.382" v="254" actId="20577"/>
          <ac:spMkLst>
            <pc:docMk/>
            <pc:sldMk cId="1317091636" sldId="323"/>
            <ac:spMk id="5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3:45:14.839" v="277" actId="20577"/>
          <ac:spMkLst>
            <pc:docMk/>
            <pc:sldMk cId="1317091636" sldId="323"/>
            <ac:spMk id="9" creationId="{D8D19DE7-27AE-4911-9136-78F5FC0169F1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59.799" v="598"/>
          <ac:spMkLst>
            <pc:docMk/>
            <pc:sldMk cId="1317091636" sldId="323"/>
            <ac:spMk id="10" creationId="{BE7B26FC-43F3-4278-8939-20310F30295B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17.862" v="606"/>
        <pc:sldMkLst>
          <pc:docMk/>
          <pc:sldMk cId="3191739989" sldId="324"/>
        </pc:sldMkLst>
        <pc:spChg chg="mod">
          <ac:chgData name="Corentin Flochlay (Student at CentraleSupelec)" userId="8930a79e-e82c-4c9c-9cc0-7422517f7c87" providerId="ADAL" clId="{F8E6E274-464E-40BD-BF02-B2B0359EF3FF}" dt="2022-03-30T08:05:50.372" v="178" actId="20577"/>
          <ac:spMkLst>
            <pc:docMk/>
            <pc:sldMk cId="3191739989" sldId="324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17.862" v="606"/>
          <ac:spMkLst>
            <pc:docMk/>
            <pc:sldMk cId="3191739989" sldId="324"/>
            <ac:spMk id="12" creationId="{37B53AC9-F2A1-446E-B044-313BA6B10CD8}"/>
          </ac:spMkLst>
        </pc:spChg>
      </pc:sldChg>
      <pc:sldChg chg="modSp mod">
        <pc:chgData name="Corentin Flochlay (Student at CentraleSupelec)" userId="8930a79e-e82c-4c9c-9cc0-7422517f7c87" providerId="ADAL" clId="{F8E6E274-464E-40BD-BF02-B2B0359EF3FF}" dt="2022-03-30T08:03:37.647" v="130" actId="20577"/>
        <pc:sldMkLst>
          <pc:docMk/>
          <pc:sldMk cId="1565106575" sldId="325"/>
        </pc:sldMkLst>
        <pc:spChg chg="mod">
          <ac:chgData name="Corentin Flochlay (Student at CentraleSupelec)" userId="8930a79e-e82c-4c9c-9cc0-7422517f7c87" providerId="ADAL" clId="{F8E6E274-464E-40BD-BF02-B2B0359EF3FF}" dt="2022-03-30T08:03:37.647" v="130" actId="20577"/>
          <ac:spMkLst>
            <pc:docMk/>
            <pc:sldMk cId="1565106575" sldId="325"/>
            <ac:spMk id="5" creationId="{00000000-0000-0000-0000-000000000000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04.599" v="600"/>
        <pc:sldMkLst>
          <pc:docMk/>
          <pc:sldMk cId="2727488387" sldId="326"/>
        </pc:sldMkLst>
        <pc:spChg chg="mod">
          <ac:chgData name="Corentin Flochlay (Student at CentraleSupelec)" userId="8930a79e-e82c-4c9c-9cc0-7422517f7c87" providerId="ADAL" clId="{F8E6E274-464E-40BD-BF02-B2B0359EF3FF}" dt="2022-03-30T08:04:14.558" v="146" actId="20577"/>
          <ac:spMkLst>
            <pc:docMk/>
            <pc:sldMk cId="2727488387" sldId="326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04.599" v="600"/>
          <ac:spMkLst>
            <pc:docMk/>
            <pc:sldMk cId="2727488387" sldId="326"/>
            <ac:spMk id="10" creationId="{F7FD3EA1-57CC-43BD-945C-559D16F3653B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48.429" v="612"/>
        <pc:sldMkLst>
          <pc:docMk/>
          <pc:sldMk cId="683013247" sldId="327"/>
        </pc:sldMkLst>
        <pc:spChg chg="mod">
          <ac:chgData name="Corentin Flochlay (Student at CentraleSupelec)" userId="8930a79e-e82c-4c9c-9cc0-7422517f7c87" providerId="ADAL" clId="{F8E6E274-464E-40BD-BF02-B2B0359EF3FF}" dt="2022-03-30T08:04:06.961" v="142" actId="20577"/>
          <ac:spMkLst>
            <pc:docMk/>
            <pc:sldMk cId="683013247" sldId="327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48.429" v="612"/>
          <ac:spMkLst>
            <pc:docMk/>
            <pc:sldMk cId="683013247" sldId="327"/>
            <ac:spMk id="8" creationId="{E464048A-27DD-40C7-8498-469C9D30C3A3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3:48.100" v="593"/>
        <pc:sldMkLst>
          <pc:docMk/>
          <pc:sldMk cId="2221448016" sldId="328"/>
        </pc:sldMkLst>
        <pc:spChg chg="mod">
          <ac:chgData name="Corentin Flochlay (Student at CentraleSupelec)" userId="8930a79e-e82c-4c9c-9cc0-7422517f7c87" providerId="ADAL" clId="{F8E6E274-464E-40BD-BF02-B2B0359EF3FF}" dt="2022-03-30T08:03:30.663" v="126" actId="20577"/>
          <ac:spMkLst>
            <pc:docMk/>
            <pc:sldMk cId="2221448016" sldId="328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48.100" v="593"/>
          <ac:spMkLst>
            <pc:docMk/>
            <pc:sldMk cId="2221448016" sldId="328"/>
            <ac:spMk id="8" creationId="{28749ACF-D8F3-4CCA-BC1B-CFC2146F4C91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3:42.355" v="590"/>
        <pc:sldMkLst>
          <pc:docMk/>
          <pc:sldMk cId="960771001" sldId="332"/>
        </pc:sldMkLst>
        <pc:spChg chg="add mod">
          <ac:chgData name="Corentin Flochlay (Student at CentraleSupelec)" userId="8930a79e-e82c-4c9c-9cc0-7422517f7c87" providerId="ADAL" clId="{F8E6E274-464E-40BD-BF02-B2B0359EF3FF}" dt="2022-03-30T13:59:47.879" v="363" actId="1076"/>
          <ac:spMkLst>
            <pc:docMk/>
            <pc:sldMk cId="960771001" sldId="332"/>
            <ac:spMk id="2" creationId="{A55601AC-4449-4FFB-9FDF-9A8237A798E9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3:17.170" v="117" actId="20577"/>
          <ac:spMkLst>
            <pc:docMk/>
            <pc:sldMk cId="960771001" sldId="332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0:24.660" v="457" actId="20577"/>
          <ac:spMkLst>
            <pc:docMk/>
            <pc:sldMk cId="960771001" sldId="332"/>
            <ac:spMk id="17" creationId="{45E2487E-3027-4D23-9160-3513CF701936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0:20.391" v="455" actId="20577"/>
          <ac:spMkLst>
            <pc:docMk/>
            <pc:sldMk cId="960771001" sldId="332"/>
            <ac:spMk id="18" creationId="{60F317E7-4531-4672-8F42-3483DA002751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42.355" v="590"/>
          <ac:spMkLst>
            <pc:docMk/>
            <pc:sldMk cId="960771001" sldId="332"/>
            <ac:spMk id="19" creationId="{9495F43E-3BE1-40BC-A945-DD263E1C541C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4:10.882" v="603"/>
        <pc:sldMkLst>
          <pc:docMk/>
          <pc:sldMk cId="3840743767" sldId="333"/>
        </pc:sldMkLst>
        <pc:spChg chg="mod">
          <ac:chgData name="Corentin Flochlay (Student at CentraleSupelec)" userId="8930a79e-e82c-4c9c-9cc0-7422517f7c87" providerId="ADAL" clId="{F8E6E274-464E-40BD-BF02-B2B0359EF3FF}" dt="2022-03-30T08:04:40.435" v="158" actId="20577"/>
          <ac:spMkLst>
            <pc:docMk/>
            <pc:sldMk cId="3840743767" sldId="333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4:10.882" v="603"/>
          <ac:spMkLst>
            <pc:docMk/>
            <pc:sldMk cId="3840743767" sldId="333"/>
            <ac:spMk id="13" creationId="{ACD1C8AB-064A-443D-A5EF-77310935662A}"/>
          </ac:spMkLst>
        </pc:spChg>
      </pc:sldChg>
      <pc:sldChg chg="modSp mod">
        <pc:chgData name="Corentin Flochlay (Student at CentraleSupelec)" userId="8930a79e-e82c-4c9c-9cc0-7422517f7c87" providerId="ADAL" clId="{F8E6E274-464E-40BD-BF02-B2B0359EF3FF}" dt="2022-03-30T08:13:18.673" v="260" actId="20577"/>
        <pc:sldMkLst>
          <pc:docMk/>
          <pc:sldMk cId="1354221754" sldId="334"/>
        </pc:sldMkLst>
        <pc:spChg chg="mod">
          <ac:chgData name="Corentin Flochlay (Student at CentraleSupelec)" userId="8930a79e-e82c-4c9c-9cc0-7422517f7c87" providerId="ADAL" clId="{F8E6E274-464E-40BD-BF02-B2B0359EF3FF}" dt="2022-03-30T08:05:14.237" v="163" actId="20577"/>
          <ac:spMkLst>
            <pc:docMk/>
            <pc:sldMk cId="1354221754" sldId="334"/>
            <ac:spMk id="5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13:18.673" v="260" actId="20577"/>
          <ac:spMkLst>
            <pc:docMk/>
            <pc:sldMk cId="1354221754" sldId="334"/>
            <ac:spMk id="13" creationId="{5E18E74E-E418-486E-A92B-F6A588BCB2D2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5:21.736" v="164" actId="1076"/>
          <ac:spMkLst>
            <pc:docMk/>
            <pc:sldMk cId="1354221754" sldId="334"/>
            <ac:spMk id="29" creationId="{2B356C3F-A5E8-4ABC-907B-F0E2835AABC5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08:02:59.936" v="109" actId="20577"/>
        <pc:sldMkLst>
          <pc:docMk/>
          <pc:sldMk cId="856140611" sldId="335"/>
        </pc:sldMkLst>
        <pc:spChg chg="mod">
          <ac:chgData name="Corentin Flochlay (Student at CentraleSupelec)" userId="8930a79e-e82c-4c9c-9cc0-7422517f7c87" providerId="ADAL" clId="{F8E6E274-464E-40BD-BF02-B2B0359EF3FF}" dt="2022-03-30T08:02:59.936" v="109" actId="20577"/>
          <ac:spMkLst>
            <pc:docMk/>
            <pc:sldMk cId="856140611" sldId="335"/>
            <ac:spMk id="5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08:00:13.565" v="77" actId="20577"/>
          <ac:spMkLst>
            <pc:docMk/>
            <pc:sldMk cId="856140611" sldId="335"/>
            <ac:spMk id="13" creationId="{4B9638B4-47E6-432A-8E6E-ACFEAE5C69B6}"/>
          </ac:spMkLst>
        </pc:spChg>
        <pc:cxnChg chg="add mod">
          <ac:chgData name="Corentin Flochlay (Student at CentraleSupelec)" userId="8930a79e-e82c-4c9c-9cc0-7422517f7c87" providerId="ADAL" clId="{F8E6E274-464E-40BD-BF02-B2B0359EF3FF}" dt="2022-03-30T08:00:17.440" v="78" actId="13822"/>
          <ac:cxnSpMkLst>
            <pc:docMk/>
            <pc:sldMk cId="856140611" sldId="335"/>
            <ac:cxnSpMk id="4" creationId="{361717D4-717C-4AF9-A8EF-367A58E2D66E}"/>
          </ac:cxnSpMkLst>
        </pc:cxnChg>
      </pc:sldChg>
      <pc:sldChg chg="addSp modSp mod">
        <pc:chgData name="Corentin Flochlay (Student at CentraleSupelec)" userId="8930a79e-e82c-4c9c-9cc0-7422517f7c87" providerId="ADAL" clId="{F8E6E274-464E-40BD-BF02-B2B0359EF3FF}" dt="2022-03-30T14:20:16.477" v="663" actId="20577"/>
        <pc:sldMkLst>
          <pc:docMk/>
          <pc:sldMk cId="1967546647" sldId="337"/>
        </pc:sldMkLst>
        <pc:spChg chg="mod">
          <ac:chgData name="Corentin Flochlay (Student at CentraleSupelec)" userId="8930a79e-e82c-4c9c-9cc0-7422517f7c87" providerId="ADAL" clId="{F8E6E274-464E-40BD-BF02-B2B0359EF3FF}" dt="2022-03-30T08:02:40.324" v="101" actId="20577"/>
          <ac:spMkLst>
            <pc:docMk/>
            <pc:sldMk cId="1967546647" sldId="337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33.017" v="586"/>
          <ac:spMkLst>
            <pc:docMk/>
            <pc:sldMk cId="1967546647" sldId="337"/>
            <ac:spMk id="8" creationId="{3B659EBD-3C7E-44EF-A84F-6F8B97351046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20:16.477" v="663" actId="20577"/>
          <ac:spMkLst>
            <pc:docMk/>
            <pc:sldMk cId="1967546647" sldId="337"/>
            <ac:spMk id="101" creationId="{00000000-0000-0000-0000-000000000000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0T14:13:37.729" v="588"/>
        <pc:sldMkLst>
          <pc:docMk/>
          <pc:sldMk cId="1847112608" sldId="338"/>
        </pc:sldMkLst>
        <pc:spChg chg="mod">
          <ac:chgData name="Corentin Flochlay (Student at CentraleSupelec)" userId="8930a79e-e82c-4c9c-9cc0-7422517f7c87" providerId="ADAL" clId="{F8E6E274-464E-40BD-BF02-B2B0359EF3FF}" dt="2022-03-30T08:02:01.695" v="85" actId="20577"/>
          <ac:spMkLst>
            <pc:docMk/>
            <pc:sldMk cId="1847112608" sldId="338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37.729" v="588"/>
          <ac:spMkLst>
            <pc:docMk/>
            <pc:sldMk cId="1847112608" sldId="338"/>
            <ac:spMk id="8" creationId="{555ABC1D-24D5-41E1-808B-937615D4D20B}"/>
          </ac:spMkLst>
        </pc:spChg>
      </pc:sldChg>
      <pc:sldChg chg="modSp mod">
        <pc:chgData name="Corentin Flochlay (Student at CentraleSupelec)" userId="8930a79e-e82c-4c9c-9cc0-7422517f7c87" providerId="ADAL" clId="{F8E6E274-464E-40BD-BF02-B2B0359EF3FF}" dt="2022-03-30T08:02:25.135" v="93" actId="20577"/>
        <pc:sldMkLst>
          <pc:docMk/>
          <pc:sldMk cId="1644866606" sldId="339"/>
        </pc:sldMkLst>
        <pc:spChg chg="mod">
          <ac:chgData name="Corentin Flochlay (Student at CentraleSupelec)" userId="8930a79e-e82c-4c9c-9cc0-7422517f7c87" providerId="ADAL" clId="{F8E6E274-464E-40BD-BF02-B2B0359EF3FF}" dt="2022-03-30T08:02:25.135" v="93" actId="20577"/>
          <ac:spMkLst>
            <pc:docMk/>
            <pc:sldMk cId="1644866606" sldId="339"/>
            <ac:spMk id="5" creationId="{00000000-0000-0000-0000-000000000000}"/>
          </ac:spMkLst>
        </pc:spChg>
      </pc:sldChg>
      <pc:sldChg chg="addSp delSp modSp mod">
        <pc:chgData name="Corentin Flochlay (Student at CentraleSupelec)" userId="8930a79e-e82c-4c9c-9cc0-7422517f7c87" providerId="ADAL" clId="{F8E6E274-464E-40BD-BF02-B2B0359EF3FF}" dt="2022-03-30T14:13:52.939" v="595"/>
        <pc:sldMkLst>
          <pc:docMk/>
          <pc:sldMk cId="135843239" sldId="340"/>
        </pc:sldMkLst>
        <pc:spChg chg="mod">
          <ac:chgData name="Corentin Flochlay (Student at CentraleSupelec)" userId="8930a79e-e82c-4c9c-9cc0-7422517f7c87" providerId="ADAL" clId="{F8E6E274-464E-40BD-BF02-B2B0359EF3FF}" dt="2022-03-30T08:03:23.693" v="121" actId="20577"/>
          <ac:spMkLst>
            <pc:docMk/>
            <pc:sldMk cId="135843239" sldId="340"/>
            <ac:spMk id="5" creationId="{00000000-0000-0000-0000-000000000000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7:00.353" v="535" actId="1076"/>
          <ac:spMkLst>
            <pc:docMk/>
            <pc:sldMk cId="135843239" sldId="340"/>
            <ac:spMk id="20" creationId="{8ECA71E1-FBB0-4E87-B3E1-0071628A1F7C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7:09.486" v="539" actId="1076"/>
          <ac:spMkLst>
            <pc:docMk/>
            <pc:sldMk cId="135843239" sldId="340"/>
            <ac:spMk id="21" creationId="{EF4E9A29-3374-4255-84DF-4F1C4A10E308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7:24.100" v="545" actId="1076"/>
          <ac:spMkLst>
            <pc:docMk/>
            <pc:sldMk cId="135843239" sldId="340"/>
            <ac:spMk id="22" creationId="{11EEB52D-9718-4870-B4D8-6D4804B45C2D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52.939" v="595"/>
          <ac:spMkLst>
            <pc:docMk/>
            <pc:sldMk cId="135843239" sldId="340"/>
            <ac:spMk id="23" creationId="{B05BD068-1511-4BC5-A1B5-9AF186A7C247}"/>
          </ac:spMkLst>
        </pc:spChg>
        <pc:spChg chg="del">
          <ac:chgData name="Corentin Flochlay (Student at CentraleSupelec)" userId="8930a79e-e82c-4c9c-9cc0-7422517f7c87" providerId="ADAL" clId="{F8E6E274-464E-40BD-BF02-B2B0359EF3FF}" dt="2022-03-30T14:06:47.794" v="531" actId="478"/>
          <ac:spMkLst>
            <pc:docMk/>
            <pc:sldMk cId="135843239" sldId="340"/>
            <ac:spMk id="29" creationId="{932A583B-79FF-4E81-BD58-0DBF08C72C03}"/>
          </ac:spMkLst>
        </pc:spChg>
        <pc:spChg chg="del">
          <ac:chgData name="Corentin Flochlay (Student at CentraleSupelec)" userId="8930a79e-e82c-4c9c-9cc0-7422517f7c87" providerId="ADAL" clId="{F8E6E274-464E-40BD-BF02-B2B0359EF3FF}" dt="2022-03-30T14:07:12.279" v="540" actId="478"/>
          <ac:spMkLst>
            <pc:docMk/>
            <pc:sldMk cId="135843239" sldId="340"/>
            <ac:spMk id="37" creationId="{7AB73B37-3B7A-4BC8-8249-DAD9AEC82C31}"/>
          </ac:spMkLst>
        </pc:spChg>
        <pc:spChg chg="del">
          <ac:chgData name="Corentin Flochlay (Student at CentraleSupelec)" userId="8930a79e-e82c-4c9c-9cc0-7422517f7c87" providerId="ADAL" clId="{F8E6E274-464E-40BD-BF02-B2B0359EF3FF}" dt="2022-03-30T14:06:50.779" v="532" actId="478"/>
          <ac:spMkLst>
            <pc:docMk/>
            <pc:sldMk cId="135843239" sldId="340"/>
            <ac:spMk id="41" creationId="{BFE6CB74-DD7D-4E64-A9A4-E93786153F60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07:42.163" v="556" actId="20577"/>
          <ac:spMkLst>
            <pc:docMk/>
            <pc:sldMk cId="135843239" sldId="340"/>
            <ac:spMk id="101" creationId="{00000000-0000-0000-0000-000000000000}"/>
          </ac:spMkLst>
        </pc:spChg>
        <pc:cxnChg chg="del">
          <ac:chgData name="Corentin Flochlay (Student at CentraleSupelec)" userId="8930a79e-e82c-4c9c-9cc0-7422517f7c87" providerId="ADAL" clId="{F8E6E274-464E-40BD-BF02-B2B0359EF3FF}" dt="2022-03-30T14:06:44.655" v="530" actId="478"/>
          <ac:cxnSpMkLst>
            <pc:docMk/>
            <pc:sldMk cId="135843239" sldId="340"/>
            <ac:cxnSpMk id="27" creationId="{955C88B4-A5D6-477B-AFE6-FF7FC1446616}"/>
          </ac:cxnSpMkLst>
        </pc:cxnChg>
        <pc:cxnChg chg="del">
          <ac:chgData name="Corentin Flochlay (Student at CentraleSupelec)" userId="8930a79e-e82c-4c9c-9cc0-7422517f7c87" providerId="ADAL" clId="{F8E6E274-464E-40BD-BF02-B2B0359EF3FF}" dt="2022-03-30T14:07:15.310" v="541" actId="478"/>
          <ac:cxnSpMkLst>
            <pc:docMk/>
            <pc:sldMk cId="135843239" sldId="340"/>
            <ac:cxnSpMk id="32" creationId="{35E7063C-7A56-4CB7-AABE-B51F391464E1}"/>
          </ac:cxnSpMkLst>
        </pc:cxnChg>
        <pc:cxnChg chg="del">
          <ac:chgData name="Corentin Flochlay (Student at CentraleSupelec)" userId="8930a79e-e82c-4c9c-9cc0-7422517f7c87" providerId="ADAL" clId="{F8E6E274-464E-40BD-BF02-B2B0359EF3FF}" dt="2022-03-30T14:06:54.206" v="533" actId="478"/>
          <ac:cxnSpMkLst>
            <pc:docMk/>
            <pc:sldMk cId="135843239" sldId="340"/>
            <ac:cxnSpMk id="39" creationId="{A96116F3-7EE1-48EC-82C9-E72239068C41}"/>
          </ac:cxnSpMkLst>
        </pc:cxnChg>
      </pc:sldChg>
      <pc:sldChg chg="modSp mod">
        <pc:chgData name="Corentin Flochlay (Student at CentraleSupelec)" userId="8930a79e-e82c-4c9c-9cc0-7422517f7c87" providerId="ADAL" clId="{F8E6E274-464E-40BD-BF02-B2B0359EF3FF}" dt="2022-03-30T08:03:09.145" v="113" actId="20577"/>
        <pc:sldMkLst>
          <pc:docMk/>
          <pc:sldMk cId="185327214" sldId="341"/>
        </pc:sldMkLst>
        <pc:spChg chg="mod">
          <ac:chgData name="Corentin Flochlay (Student at CentraleSupelec)" userId="8930a79e-e82c-4c9c-9cc0-7422517f7c87" providerId="ADAL" clId="{F8E6E274-464E-40BD-BF02-B2B0359EF3FF}" dt="2022-03-30T08:03:09.145" v="113" actId="20577"/>
          <ac:spMkLst>
            <pc:docMk/>
            <pc:sldMk cId="185327214" sldId="341"/>
            <ac:spMk id="5" creationId="{00000000-0000-0000-0000-000000000000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1T09:05:29.812" v="983" actId="1035"/>
        <pc:sldMkLst>
          <pc:docMk/>
          <pc:sldMk cId="3279212082" sldId="341"/>
        </pc:sldMkLst>
        <pc:spChg chg="mod">
          <ac:chgData name="Corentin Flochlay (Student at CentraleSupelec)" userId="8930a79e-e82c-4c9c-9cc0-7422517f7c87" providerId="ADAL" clId="{F8E6E274-464E-40BD-BF02-B2B0359EF3FF}" dt="2022-03-31T09:05:29.812" v="983" actId="1035"/>
          <ac:spMkLst>
            <pc:docMk/>
            <pc:sldMk cId="3279212082" sldId="341"/>
            <ac:spMk id="2" creationId="{389B4ECC-CE09-4B58-87EB-5CBD0E2145A1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8:49:10.669" v="950" actId="1038"/>
          <ac:spMkLst>
            <pc:docMk/>
            <pc:sldMk cId="3279212082" sldId="341"/>
            <ac:spMk id="3" creationId="{6C334620-3D30-4917-A491-9CC91ADD8DD6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8:49:23.476" v="953" actId="1038"/>
          <ac:spMkLst>
            <pc:docMk/>
            <pc:sldMk cId="3279212082" sldId="341"/>
            <ac:spMk id="4" creationId="{1D9B11DE-9815-4018-98D9-F3EC12535288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8:42:26.302" v="900" actId="14100"/>
          <ac:spMkLst>
            <pc:docMk/>
            <pc:sldMk cId="3279212082" sldId="341"/>
            <ac:spMk id="8" creationId="{C772A284-4F81-40BF-BA2E-16BF3D55AF73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46.018" v="592"/>
          <ac:spMkLst>
            <pc:docMk/>
            <pc:sldMk cId="3279212082" sldId="341"/>
            <ac:spMk id="9" creationId="{5CF41689-20BA-4F49-9431-A0B29036DAAC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8:48:35.748" v="942" actId="1076"/>
          <ac:spMkLst>
            <pc:docMk/>
            <pc:sldMk cId="3279212082" sldId="341"/>
            <ac:spMk id="10" creationId="{F6CEC0ED-6516-4F41-844C-4550D81A668F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1T08:49:03.642" v="947" actId="1038"/>
          <ac:spMkLst>
            <pc:docMk/>
            <pc:sldMk cId="3279212082" sldId="341"/>
            <ac:spMk id="11" creationId="{D5C682E6-FF1B-4C35-AFD4-2AEA9AD7BE8C}"/>
          </ac:spMkLst>
        </pc:spChg>
      </pc:sldChg>
      <pc:sldChg chg="addSp delSp modSp mod">
        <pc:chgData name="Corentin Flochlay (Student at CentraleSupelec)" userId="8930a79e-e82c-4c9c-9cc0-7422517f7c87" providerId="ADAL" clId="{F8E6E274-464E-40BD-BF02-B2B0359EF3FF}" dt="2022-03-30T14:13:44.040" v="591"/>
        <pc:sldMkLst>
          <pc:docMk/>
          <pc:sldMk cId="644609347" sldId="342"/>
        </pc:sldMkLst>
        <pc:spChg chg="mod">
          <ac:chgData name="Corentin Flochlay (Student at CentraleSupelec)" userId="8930a79e-e82c-4c9c-9cc0-7422517f7c87" providerId="ADAL" clId="{F8E6E274-464E-40BD-BF02-B2B0359EF3FF}" dt="2022-03-30T14:03:09.595" v="501" actId="1076"/>
          <ac:spMkLst>
            <pc:docMk/>
            <pc:sldMk cId="644609347" sldId="342"/>
            <ac:spMk id="16" creationId="{06565AE5-02CB-4264-859A-52CFBB6AFBC1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01:43.896" v="481" actId="1076"/>
          <ac:spMkLst>
            <pc:docMk/>
            <pc:sldMk cId="644609347" sldId="342"/>
            <ac:spMk id="17" creationId="{0F763E59-4B5F-4038-AA26-D1EAF6999215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2:24.655" v="489" actId="1076"/>
          <ac:spMkLst>
            <pc:docMk/>
            <pc:sldMk cId="644609347" sldId="342"/>
            <ac:spMk id="19" creationId="{DE8C38E5-ABAF-492C-8592-F180070B2C92}"/>
          </ac:spMkLst>
        </pc:spChg>
        <pc:spChg chg="del">
          <ac:chgData name="Corentin Flochlay (Student at CentraleSupelec)" userId="8930a79e-e82c-4c9c-9cc0-7422517f7c87" providerId="ADAL" clId="{F8E6E274-464E-40BD-BF02-B2B0359EF3FF}" dt="2022-03-30T14:01:33.431" v="479" actId="478"/>
          <ac:spMkLst>
            <pc:docMk/>
            <pc:sldMk cId="644609347" sldId="342"/>
            <ac:spMk id="20" creationId="{8ADD73BF-CA92-4164-A40F-F96ABE16B75D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2:34.656" v="495" actId="1076"/>
          <ac:spMkLst>
            <pc:docMk/>
            <pc:sldMk cId="644609347" sldId="342"/>
            <ac:spMk id="21" creationId="{4F47695A-423C-40DF-908B-8E7717647B2C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01:48.338" v="482" actId="1076"/>
          <ac:spMkLst>
            <pc:docMk/>
            <pc:sldMk cId="644609347" sldId="342"/>
            <ac:spMk id="22" creationId="{52CCB762-6E4B-4F7C-98F7-3D67745BC78E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02:13.262" v="487" actId="14100"/>
          <ac:spMkLst>
            <pc:docMk/>
            <pc:sldMk cId="644609347" sldId="342"/>
            <ac:spMk id="25" creationId="{B66CB957-9073-471B-88EC-B3D349C0AA86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02:54.611" v="499" actId="1076"/>
          <ac:spMkLst>
            <pc:docMk/>
            <pc:sldMk cId="644609347" sldId="342"/>
            <ac:spMk id="27" creationId="{FDA81ED7-0547-4837-BE16-DB83E5286D02}"/>
          </ac:spMkLst>
        </pc:spChg>
        <pc:spChg chg="del">
          <ac:chgData name="Corentin Flochlay (Student at CentraleSupelec)" userId="8930a79e-e82c-4c9c-9cc0-7422517f7c87" providerId="ADAL" clId="{F8E6E274-464E-40BD-BF02-B2B0359EF3FF}" dt="2022-03-30T14:01:31.028" v="478" actId="478"/>
          <ac:spMkLst>
            <pc:docMk/>
            <pc:sldMk cId="644609347" sldId="342"/>
            <ac:spMk id="28" creationId="{5C17EE77-0B5D-4216-B41E-00CFF5DEEA44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44.040" v="591"/>
          <ac:spMkLst>
            <pc:docMk/>
            <pc:sldMk cId="644609347" sldId="342"/>
            <ac:spMk id="29" creationId="{B080ED55-057C-404F-9243-6A7B39B501C8}"/>
          </ac:spMkLst>
        </pc:spChg>
        <pc:spChg chg="mod">
          <ac:chgData name="Corentin Flochlay (Student at CentraleSupelec)" userId="8930a79e-e82c-4c9c-9cc0-7422517f7c87" providerId="ADAL" clId="{F8E6E274-464E-40BD-BF02-B2B0359EF3FF}" dt="2022-03-30T14:00:57.191" v="474" actId="20577"/>
          <ac:spMkLst>
            <pc:docMk/>
            <pc:sldMk cId="644609347" sldId="342"/>
            <ac:spMk id="101" creationId="{00000000-0000-0000-0000-000000000000}"/>
          </ac:spMkLst>
        </pc:spChg>
        <pc:picChg chg="mod">
          <ac:chgData name="Corentin Flochlay (Student at CentraleSupelec)" userId="8930a79e-e82c-4c9c-9cc0-7422517f7c87" providerId="ADAL" clId="{F8E6E274-464E-40BD-BF02-B2B0359EF3FF}" dt="2022-03-30T14:01:40.024" v="480" actId="1076"/>
          <ac:picMkLst>
            <pc:docMk/>
            <pc:sldMk cId="644609347" sldId="342"/>
            <ac:picMk id="3" creationId="{F2E5D427-D172-4351-8EAF-069FDBE1C2DA}"/>
          </ac:picMkLst>
        </pc:picChg>
        <pc:cxnChg chg="del">
          <ac:chgData name="Corentin Flochlay (Student at CentraleSupelec)" userId="8930a79e-e82c-4c9c-9cc0-7422517f7c87" providerId="ADAL" clId="{F8E6E274-464E-40BD-BF02-B2B0359EF3FF}" dt="2022-03-30T14:01:26.716" v="476" actId="478"/>
          <ac:cxnSpMkLst>
            <pc:docMk/>
            <pc:sldMk cId="644609347" sldId="342"/>
            <ac:cxnSpMk id="18" creationId="{004D6B81-7C5C-4802-B629-6D949741EBD0}"/>
          </ac:cxnSpMkLst>
        </pc:cxnChg>
        <pc:cxnChg chg="del">
          <ac:chgData name="Corentin Flochlay (Student at CentraleSupelec)" userId="8930a79e-e82c-4c9c-9cc0-7422517f7c87" providerId="ADAL" clId="{F8E6E274-464E-40BD-BF02-B2B0359EF3FF}" dt="2022-03-30T14:01:28.840" v="477" actId="478"/>
          <ac:cxnSpMkLst>
            <pc:docMk/>
            <pc:sldMk cId="644609347" sldId="342"/>
            <ac:cxnSpMk id="26" creationId="{9C95250B-13F3-4032-8185-8121DC27EDDF}"/>
          </ac:cxnSpMkLst>
        </pc:cxnChg>
      </pc:sldChg>
      <pc:sldChg chg="addSp modSp">
        <pc:chgData name="Corentin Flochlay (Student at CentraleSupelec)" userId="8930a79e-e82c-4c9c-9cc0-7422517f7c87" providerId="ADAL" clId="{F8E6E274-464E-40BD-BF02-B2B0359EF3FF}" dt="2022-03-31T07:24:22.897" v="670" actId="20577"/>
        <pc:sldMkLst>
          <pc:docMk/>
          <pc:sldMk cId="1061094369" sldId="343"/>
        </pc:sldMkLst>
        <pc:spChg chg="add mod">
          <ac:chgData name="Corentin Flochlay (Student at CentraleSupelec)" userId="8930a79e-e82c-4c9c-9cc0-7422517f7c87" providerId="ADAL" clId="{F8E6E274-464E-40BD-BF02-B2B0359EF3FF}" dt="2022-03-30T14:13:57.574" v="597"/>
          <ac:spMkLst>
            <pc:docMk/>
            <pc:sldMk cId="1061094369" sldId="343"/>
            <ac:spMk id="8" creationId="{0763010D-768D-481F-BBAE-FB1185D77DE3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7:24:22.897" v="670" actId="20577"/>
          <ac:spMkLst>
            <pc:docMk/>
            <pc:sldMk cId="1061094369" sldId="343"/>
            <ac:spMk id="9" creationId="{D8D19DE7-27AE-4911-9136-78F5FC0169F1}"/>
          </ac:spMkLst>
        </pc:spChg>
      </pc:sldChg>
      <pc:sldChg chg="addSp modSp">
        <pc:chgData name="Corentin Flochlay (Student at CentraleSupelec)" userId="8930a79e-e82c-4c9c-9cc0-7422517f7c87" providerId="ADAL" clId="{F8E6E274-464E-40BD-BF02-B2B0359EF3FF}" dt="2022-03-30T14:13:50.858" v="594"/>
        <pc:sldMkLst>
          <pc:docMk/>
          <pc:sldMk cId="3561774659" sldId="344"/>
        </pc:sldMkLst>
        <pc:spChg chg="add mod">
          <ac:chgData name="Corentin Flochlay (Student at CentraleSupelec)" userId="8930a79e-e82c-4c9c-9cc0-7422517f7c87" providerId="ADAL" clId="{F8E6E274-464E-40BD-BF02-B2B0359EF3FF}" dt="2022-03-30T14:13:50.858" v="594"/>
          <ac:spMkLst>
            <pc:docMk/>
            <pc:sldMk cId="3561774659" sldId="344"/>
            <ac:spMk id="8" creationId="{42FAE221-1E71-483A-AE44-75057B594EC7}"/>
          </ac:spMkLst>
        </pc:spChg>
      </pc:sldChg>
      <pc:sldChg chg="addSp modSp mod">
        <pc:chgData name="Corentin Flochlay (Student at CentraleSupelec)" userId="8930a79e-e82c-4c9c-9cc0-7422517f7c87" providerId="ADAL" clId="{F8E6E274-464E-40BD-BF02-B2B0359EF3FF}" dt="2022-03-31T07:36:13.617" v="790" actId="14100"/>
        <pc:sldMkLst>
          <pc:docMk/>
          <pc:sldMk cId="2276376730" sldId="346"/>
        </pc:sldMkLst>
        <pc:spChg chg="mod">
          <ac:chgData name="Corentin Flochlay (Student at CentraleSupelec)" userId="8930a79e-e82c-4c9c-9cc0-7422517f7c87" providerId="ADAL" clId="{F8E6E274-464E-40BD-BF02-B2B0359EF3FF}" dt="2022-03-31T07:36:13.617" v="790" actId="14100"/>
          <ac:spMkLst>
            <pc:docMk/>
            <pc:sldMk cId="2276376730" sldId="346"/>
            <ac:spMk id="4" creationId="{00000000-0000-0000-0000-000000000000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7:33:26.840" v="714" actId="14100"/>
          <ac:spMkLst>
            <pc:docMk/>
            <pc:sldMk cId="2276376730" sldId="346"/>
            <ac:spMk id="9" creationId="{DC876168-6151-4F2D-9D6C-78F98513E496}"/>
          </ac:spMkLst>
        </pc:spChg>
        <pc:spChg chg="mod">
          <ac:chgData name="Corentin Flochlay (Student at CentraleSupelec)" userId="8930a79e-e82c-4c9c-9cc0-7422517f7c87" providerId="ADAL" clId="{F8E6E274-464E-40BD-BF02-B2B0359EF3FF}" dt="2022-03-31T07:33:34.235" v="731" actId="1037"/>
          <ac:spMkLst>
            <pc:docMk/>
            <pc:sldMk cId="2276376730" sldId="346"/>
            <ac:spMk id="10" creationId="{4A9D2D88-0DE9-469E-99A3-204176F6D57A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1T07:35:08.451" v="757" actId="20577"/>
          <ac:spMkLst>
            <pc:docMk/>
            <pc:sldMk cId="2276376730" sldId="346"/>
            <ac:spMk id="11" creationId="{A5D70517-21CF-4A48-90DA-8BA2D82232F5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1T07:35:37.454" v="773" actId="1076"/>
          <ac:spMkLst>
            <pc:docMk/>
            <pc:sldMk cId="2276376730" sldId="346"/>
            <ac:spMk id="12" creationId="{CE54AE25-947E-48EE-A8EC-186CFF1125F8}"/>
          </ac:spMkLst>
        </pc:spChg>
        <pc:spChg chg="add mod">
          <ac:chgData name="Corentin Flochlay (Student at CentraleSupelec)" userId="8930a79e-e82c-4c9c-9cc0-7422517f7c87" providerId="ADAL" clId="{F8E6E274-464E-40BD-BF02-B2B0359EF3FF}" dt="2022-03-30T14:13:40.139" v="589"/>
          <ac:spMkLst>
            <pc:docMk/>
            <pc:sldMk cId="2276376730" sldId="346"/>
            <ac:spMk id="13" creationId="{EA576568-2F63-4078-BF43-2D788218175A}"/>
          </ac:spMkLst>
        </pc:spChg>
        <pc:picChg chg="mod">
          <ac:chgData name="Corentin Flochlay (Student at CentraleSupelec)" userId="8930a79e-e82c-4c9c-9cc0-7422517f7c87" providerId="ADAL" clId="{F8E6E274-464E-40BD-BF02-B2B0359EF3FF}" dt="2022-03-30T14:05:26.588" v="528" actId="1076"/>
          <ac:picMkLst>
            <pc:docMk/>
            <pc:sldMk cId="2276376730" sldId="346"/>
            <ac:picMk id="5" creationId="{FF4F4607-5226-4686-8551-45E942936B92}"/>
          </ac:picMkLst>
        </pc:picChg>
      </pc:sldChg>
      <pc:sldChg chg="modSp new del mod setBg modClrScheme chgLayout">
        <pc:chgData name="Corentin Flochlay (Student at CentraleSupelec)" userId="8930a79e-e82c-4c9c-9cc0-7422517f7c87" providerId="ADAL" clId="{F8E6E274-464E-40BD-BF02-B2B0359EF3FF}" dt="2022-03-30T13:11:59.627" v="270" actId="47"/>
        <pc:sldMkLst>
          <pc:docMk/>
          <pc:sldMk cId="1620624309" sldId="347"/>
        </pc:sldMkLst>
        <pc:spChg chg="mod ord">
          <ac:chgData name="Corentin Flochlay (Student at CentraleSupelec)" userId="8930a79e-e82c-4c9c-9cc0-7422517f7c87" providerId="ADAL" clId="{F8E6E274-464E-40BD-BF02-B2B0359EF3FF}" dt="2022-03-30T13:00:02.661" v="266" actId="700"/>
          <ac:spMkLst>
            <pc:docMk/>
            <pc:sldMk cId="1620624309" sldId="347"/>
            <ac:spMk id="2" creationId="{068ED08B-5840-4985-9174-AFA0BE268A22}"/>
          </ac:spMkLst>
        </pc:spChg>
        <pc:spChg chg="mod ord">
          <ac:chgData name="Corentin Flochlay (Student at CentraleSupelec)" userId="8930a79e-e82c-4c9c-9cc0-7422517f7c87" providerId="ADAL" clId="{F8E6E274-464E-40BD-BF02-B2B0359EF3FF}" dt="2022-03-30T13:00:02.661" v="266" actId="700"/>
          <ac:spMkLst>
            <pc:docMk/>
            <pc:sldMk cId="1620624309" sldId="347"/>
            <ac:spMk id="3" creationId="{DADD477F-3A8D-4303-B375-54497B06F7AD}"/>
          </ac:spMkLst>
        </pc:spChg>
      </pc:sldChg>
      <pc:sldChg chg="new del setBg">
        <pc:chgData name="Corentin Flochlay (Student at CentraleSupelec)" userId="8930a79e-e82c-4c9c-9cc0-7422517f7c87" providerId="ADAL" clId="{F8E6E274-464E-40BD-BF02-B2B0359EF3FF}" dt="2022-03-30T14:11:30.237" v="567" actId="47"/>
        <pc:sldMkLst>
          <pc:docMk/>
          <pc:sldMk cId="2298555575" sldId="347"/>
        </pc:sldMkLst>
      </pc:sldChg>
      <pc:sldChg chg="new del">
        <pc:chgData name="Corentin Flochlay (Student at CentraleSupelec)" userId="8930a79e-e82c-4c9c-9cc0-7422517f7c87" providerId="ADAL" clId="{F8E6E274-464E-40BD-BF02-B2B0359EF3FF}" dt="2022-03-30T13:47:01.566" v="278" actId="47"/>
        <pc:sldMkLst>
          <pc:docMk/>
          <pc:sldMk cId="560713393" sldId="348"/>
        </pc:sldMkLst>
      </pc:sldChg>
    </pc:docChg>
  </pc:docChgLst>
  <pc:docChgLst>
    <pc:chgData name="Pierre Boujard (Student at CentraleSupelec)" userId="S::pierre.boujard@student-cs.fr::7e1b5e27-5455-4754-b6f8-ff16537ef3c5" providerId="AD" clId="Web-{F1727524-E791-4968-BA83-5CCB63305E2C}"/>
    <pc:docChg chg="modSld">
      <pc:chgData name="Pierre Boujard (Student at CentraleSupelec)" userId="S::pierre.boujard@student-cs.fr::7e1b5e27-5455-4754-b6f8-ff16537ef3c5" providerId="AD" clId="Web-{F1727524-E791-4968-BA83-5CCB63305E2C}" dt="2021-04-07T06:58:30.340" v="6" actId="20577"/>
      <pc:docMkLst>
        <pc:docMk/>
      </pc:docMkLst>
      <pc:sldChg chg="modSp">
        <pc:chgData name="Pierre Boujard (Student at CentraleSupelec)" userId="S::pierre.boujard@student-cs.fr::7e1b5e27-5455-4754-b6f8-ff16537ef3c5" providerId="AD" clId="Web-{F1727524-E791-4968-BA83-5CCB63305E2C}" dt="2021-04-07T06:58:30.340" v="6" actId="20577"/>
        <pc:sldMkLst>
          <pc:docMk/>
          <pc:sldMk cId="4271017113" sldId="294"/>
        </pc:sldMkLst>
        <pc:spChg chg="mod">
          <ac:chgData name="Pierre Boujard (Student at CentraleSupelec)" userId="S::pierre.boujard@student-cs.fr::7e1b5e27-5455-4754-b6f8-ff16537ef3c5" providerId="AD" clId="Web-{F1727524-E791-4968-BA83-5CCB63305E2C}" dt="2021-04-07T06:58:30.340" v="6" actId="20577"/>
          <ac:spMkLst>
            <pc:docMk/>
            <pc:sldMk cId="4271017113" sldId="294"/>
            <ac:spMk id="4" creationId="{00000000-0000-0000-0000-000000000000}"/>
          </ac:spMkLst>
        </pc:spChg>
      </pc:sldChg>
    </pc:docChg>
  </pc:docChgLst>
  <pc:docChgLst>
    <pc:chgData name="Madeleine Didelot" userId="d4fcfa49-9ba1-4a13-a170-fc2976d50834" providerId="ADAL" clId="{E7AB4010-FA78-4F7B-A724-66B7BD680E13}"/>
    <pc:docChg chg="custSel modSld">
      <pc:chgData name="Madeleine Didelot" userId="d4fcfa49-9ba1-4a13-a170-fc2976d50834" providerId="ADAL" clId="{E7AB4010-FA78-4F7B-A724-66B7BD680E13}" dt="2021-04-07T20:44:49.075" v="119" actId="1076"/>
      <pc:docMkLst>
        <pc:docMk/>
      </pc:docMkLst>
      <pc:sldChg chg="modSp mod">
        <pc:chgData name="Madeleine Didelot" userId="d4fcfa49-9ba1-4a13-a170-fc2976d50834" providerId="ADAL" clId="{E7AB4010-FA78-4F7B-A724-66B7BD680E13}" dt="2021-04-07T09:34:25.082" v="86" actId="20577"/>
        <pc:sldMkLst>
          <pc:docMk/>
          <pc:sldMk cId="336249700" sldId="292"/>
        </pc:sldMkLst>
        <pc:spChg chg="mod">
          <ac:chgData name="Madeleine Didelot" userId="d4fcfa49-9ba1-4a13-a170-fc2976d50834" providerId="ADAL" clId="{E7AB4010-FA78-4F7B-A724-66B7BD680E13}" dt="2021-04-07T09:34:25.082" v="86" actId="20577"/>
          <ac:spMkLst>
            <pc:docMk/>
            <pc:sldMk cId="336249700" sldId="292"/>
            <ac:spMk id="101" creationId="{00000000-0000-0000-0000-000000000000}"/>
          </ac:spMkLst>
        </pc:spChg>
      </pc:sldChg>
      <pc:sldChg chg="modSp mod">
        <pc:chgData name="Madeleine Didelot" userId="d4fcfa49-9ba1-4a13-a170-fc2976d50834" providerId="ADAL" clId="{E7AB4010-FA78-4F7B-A724-66B7BD680E13}" dt="2021-04-07T09:34:31.738" v="87" actId="20577"/>
        <pc:sldMkLst>
          <pc:docMk/>
          <pc:sldMk cId="3243181642" sldId="317"/>
        </pc:sldMkLst>
        <pc:spChg chg="mod">
          <ac:chgData name="Madeleine Didelot" userId="d4fcfa49-9ba1-4a13-a170-fc2976d50834" providerId="ADAL" clId="{E7AB4010-FA78-4F7B-A724-66B7BD680E13}" dt="2021-04-07T09:34:31.738" v="87" actId="20577"/>
          <ac:spMkLst>
            <pc:docMk/>
            <pc:sldMk cId="3243181642" sldId="317"/>
            <ac:spMk id="11" creationId="{37EE3DBC-D29B-4EE1-A34A-28A89666288C}"/>
          </ac:spMkLst>
        </pc:spChg>
        <pc:spChg chg="mod">
          <ac:chgData name="Madeleine Didelot" userId="d4fcfa49-9ba1-4a13-a170-fc2976d50834" providerId="ADAL" clId="{E7AB4010-FA78-4F7B-A724-66B7BD680E13}" dt="2021-04-07T09:33:21.391" v="84" actId="2711"/>
          <ac:spMkLst>
            <pc:docMk/>
            <pc:sldMk cId="3243181642" sldId="317"/>
            <ac:spMk id="101" creationId="{00000000-0000-0000-0000-000000000000}"/>
          </ac:spMkLst>
        </pc:spChg>
      </pc:sldChg>
      <pc:sldChg chg="modSp mod">
        <pc:chgData name="Madeleine Didelot" userId="d4fcfa49-9ba1-4a13-a170-fc2976d50834" providerId="ADAL" clId="{E7AB4010-FA78-4F7B-A724-66B7BD680E13}" dt="2021-04-07T09:34:12.303" v="85" actId="20577"/>
        <pc:sldMkLst>
          <pc:docMk/>
          <pc:sldMk cId="1220683999" sldId="318"/>
        </pc:sldMkLst>
        <pc:spChg chg="mod">
          <ac:chgData name="Madeleine Didelot" userId="d4fcfa49-9ba1-4a13-a170-fc2976d50834" providerId="ADAL" clId="{E7AB4010-FA78-4F7B-A724-66B7BD680E13}" dt="2021-04-07T09:26:08.194" v="42" actId="27636"/>
          <ac:spMkLst>
            <pc:docMk/>
            <pc:sldMk cId="1220683999" sldId="318"/>
            <ac:spMk id="13" creationId="{8EFA6197-2447-4E84-A476-1CD8FEBE3BD7}"/>
          </ac:spMkLst>
        </pc:spChg>
        <pc:spChg chg="mod">
          <ac:chgData name="Madeleine Didelot" userId="d4fcfa49-9ba1-4a13-a170-fc2976d50834" providerId="ADAL" clId="{E7AB4010-FA78-4F7B-A724-66B7BD680E13}" dt="2021-04-07T09:34:12.303" v="85" actId="20577"/>
          <ac:spMkLst>
            <pc:docMk/>
            <pc:sldMk cId="1220683999" sldId="318"/>
            <ac:spMk id="101" creationId="{00000000-0000-0000-0000-000000000000}"/>
          </ac:spMkLst>
        </pc:spChg>
        <pc:grpChg chg="mod">
          <ac:chgData name="Madeleine Didelot" userId="d4fcfa49-9ba1-4a13-a170-fc2976d50834" providerId="ADAL" clId="{E7AB4010-FA78-4F7B-A724-66B7BD680E13}" dt="2021-04-07T09:04:32.180" v="30" actId="1035"/>
          <ac:grpSpMkLst>
            <pc:docMk/>
            <pc:sldMk cId="1220683999" sldId="318"/>
            <ac:grpSpMk id="3" creationId="{8291B206-3601-45EE-8C0C-C2FD589FAC7C}"/>
          </ac:grpSpMkLst>
        </pc:grpChg>
      </pc:sldChg>
      <pc:sldChg chg="modSp mod">
        <pc:chgData name="Madeleine Didelot" userId="d4fcfa49-9ba1-4a13-a170-fc2976d50834" providerId="ADAL" clId="{E7AB4010-FA78-4F7B-A724-66B7BD680E13}" dt="2021-04-07T09:12:06.772" v="40" actId="947"/>
        <pc:sldMkLst>
          <pc:docMk/>
          <pc:sldMk cId="1850155625" sldId="321"/>
        </pc:sldMkLst>
        <pc:spChg chg="mod">
          <ac:chgData name="Madeleine Didelot" userId="d4fcfa49-9ba1-4a13-a170-fc2976d50834" providerId="ADAL" clId="{E7AB4010-FA78-4F7B-A724-66B7BD680E13}" dt="2021-04-07T09:12:06.772" v="40" actId="947"/>
          <ac:spMkLst>
            <pc:docMk/>
            <pc:sldMk cId="1850155625" sldId="321"/>
            <ac:spMk id="101" creationId="{00000000-0000-0000-0000-000000000000}"/>
          </ac:spMkLst>
        </pc:spChg>
      </pc:sldChg>
      <pc:sldChg chg="modSp">
        <pc:chgData name="Madeleine Didelot" userId="d4fcfa49-9ba1-4a13-a170-fc2976d50834" providerId="ADAL" clId="{E7AB4010-FA78-4F7B-A724-66B7BD680E13}" dt="2021-04-07T20:38:43.584" v="114" actId="114"/>
        <pc:sldMkLst>
          <pc:docMk/>
          <pc:sldMk cId="1273777140" sldId="322"/>
        </pc:sldMkLst>
        <pc:spChg chg="mod">
          <ac:chgData name="Madeleine Didelot" userId="d4fcfa49-9ba1-4a13-a170-fc2976d50834" providerId="ADAL" clId="{E7AB4010-FA78-4F7B-A724-66B7BD680E13}" dt="2021-04-07T10:19:41.415" v="94" actId="20577"/>
          <ac:spMkLst>
            <pc:docMk/>
            <pc:sldMk cId="1273777140" sldId="322"/>
            <ac:spMk id="2" creationId="{389B4ECC-CE09-4B58-87EB-5CBD0E2145A1}"/>
          </ac:spMkLst>
        </pc:spChg>
        <pc:spChg chg="mod">
          <ac:chgData name="Madeleine Didelot" userId="d4fcfa49-9ba1-4a13-a170-fc2976d50834" providerId="ADAL" clId="{E7AB4010-FA78-4F7B-A724-66B7BD680E13}" dt="2021-04-07T20:38:43.584" v="114" actId="114"/>
          <ac:spMkLst>
            <pc:docMk/>
            <pc:sldMk cId="1273777140" sldId="322"/>
            <ac:spMk id="8" creationId="{C772A284-4F81-40BF-BA2E-16BF3D55AF73}"/>
          </ac:spMkLst>
        </pc:spChg>
      </pc:sldChg>
      <pc:sldChg chg="modSp">
        <pc:chgData name="Madeleine Didelot" userId="d4fcfa49-9ba1-4a13-a170-fc2976d50834" providerId="ADAL" clId="{E7AB4010-FA78-4F7B-A724-66B7BD680E13}" dt="2021-04-07T20:38:39.400" v="113" actId="114"/>
        <pc:sldMkLst>
          <pc:docMk/>
          <pc:sldMk cId="1317091636" sldId="323"/>
        </pc:sldMkLst>
        <pc:spChg chg="mod">
          <ac:chgData name="Madeleine Didelot" userId="d4fcfa49-9ba1-4a13-a170-fc2976d50834" providerId="ADAL" clId="{E7AB4010-FA78-4F7B-A724-66B7BD680E13}" dt="2021-04-07T20:38:39.400" v="113" actId="114"/>
          <ac:spMkLst>
            <pc:docMk/>
            <pc:sldMk cId="1317091636" sldId="323"/>
            <ac:spMk id="8" creationId="{912C3C02-8073-467E-88EE-DED44E306866}"/>
          </ac:spMkLst>
        </pc:spChg>
      </pc:sldChg>
      <pc:sldChg chg="modSp mod">
        <pc:chgData name="Madeleine Didelot" userId="d4fcfa49-9ba1-4a13-a170-fc2976d50834" providerId="ADAL" clId="{E7AB4010-FA78-4F7B-A724-66B7BD680E13}" dt="2021-04-07T09:08:25.331" v="37" actId="20577"/>
        <pc:sldMkLst>
          <pc:docMk/>
          <pc:sldMk cId="3191739989" sldId="324"/>
        </pc:sldMkLst>
        <pc:spChg chg="mod">
          <ac:chgData name="Madeleine Didelot" userId="d4fcfa49-9ba1-4a13-a170-fc2976d50834" providerId="ADAL" clId="{E7AB4010-FA78-4F7B-A724-66B7BD680E13}" dt="2021-04-07T09:08:25.331" v="37" actId="20577"/>
          <ac:spMkLst>
            <pc:docMk/>
            <pc:sldMk cId="3191739989" sldId="324"/>
            <ac:spMk id="15" creationId="{51063F71-1EAF-472E-8A09-1ABBAF084CC4}"/>
          </ac:spMkLst>
        </pc:spChg>
      </pc:sldChg>
      <pc:sldChg chg="addSp delSp modSp mod">
        <pc:chgData name="Madeleine Didelot" userId="d4fcfa49-9ba1-4a13-a170-fc2976d50834" providerId="ADAL" clId="{E7AB4010-FA78-4F7B-A724-66B7BD680E13}" dt="2021-04-07T20:44:49.075" v="119" actId="1076"/>
        <pc:sldMkLst>
          <pc:docMk/>
          <pc:sldMk cId="683013247" sldId="327"/>
        </pc:sldMkLst>
        <pc:picChg chg="add mod">
          <ac:chgData name="Madeleine Didelot" userId="d4fcfa49-9ba1-4a13-a170-fc2976d50834" providerId="ADAL" clId="{E7AB4010-FA78-4F7B-A724-66B7BD680E13}" dt="2021-04-07T20:44:49.075" v="119" actId="1076"/>
          <ac:picMkLst>
            <pc:docMk/>
            <pc:sldMk cId="683013247" sldId="327"/>
            <ac:picMk id="2" creationId="{CB225B42-5B85-41D4-AEBF-6C952BAF508E}"/>
          </ac:picMkLst>
        </pc:picChg>
        <pc:picChg chg="del">
          <ac:chgData name="Madeleine Didelot" userId="d4fcfa49-9ba1-4a13-a170-fc2976d50834" providerId="ADAL" clId="{E7AB4010-FA78-4F7B-A724-66B7BD680E13}" dt="2021-04-07T20:44:43.360" v="117" actId="478"/>
          <ac:picMkLst>
            <pc:docMk/>
            <pc:sldMk cId="683013247" sldId="327"/>
            <ac:picMk id="3" creationId="{CFBD832D-6A75-4569-B85C-A1FBF04A491A}"/>
          </ac:picMkLst>
        </pc:picChg>
        <pc:picChg chg="del">
          <ac:chgData name="Madeleine Didelot" userId="d4fcfa49-9ba1-4a13-a170-fc2976d50834" providerId="ADAL" clId="{E7AB4010-FA78-4F7B-A724-66B7BD680E13}" dt="2021-04-07T20:44:44.955" v="118" actId="478"/>
          <ac:picMkLst>
            <pc:docMk/>
            <pc:sldMk cId="683013247" sldId="327"/>
            <ac:picMk id="8" creationId="{81C2ECDD-9CA8-4021-BDF7-A5CD0DB8E17B}"/>
          </ac:picMkLst>
        </pc:picChg>
      </pc:sldChg>
      <pc:sldChg chg="modSp mod">
        <pc:chgData name="Madeleine Didelot" userId="d4fcfa49-9ba1-4a13-a170-fc2976d50834" providerId="ADAL" clId="{E7AB4010-FA78-4F7B-A724-66B7BD680E13}" dt="2021-04-07T09:30:27.238" v="80" actId="20577"/>
        <pc:sldMkLst>
          <pc:docMk/>
          <pc:sldMk cId="2221448016" sldId="328"/>
        </pc:sldMkLst>
        <pc:spChg chg="mod">
          <ac:chgData name="Madeleine Didelot" userId="d4fcfa49-9ba1-4a13-a170-fc2976d50834" providerId="ADAL" clId="{E7AB4010-FA78-4F7B-A724-66B7BD680E13}" dt="2021-04-07T09:30:27.238" v="80" actId="20577"/>
          <ac:spMkLst>
            <pc:docMk/>
            <pc:sldMk cId="2221448016" sldId="328"/>
            <ac:spMk id="3073" creationId="{00000000-0000-0000-0000-000000000000}"/>
          </ac:spMkLst>
        </pc:spChg>
      </pc:sldChg>
      <pc:sldChg chg="modSp mod">
        <pc:chgData name="Madeleine Didelot" userId="d4fcfa49-9ba1-4a13-a170-fc2976d50834" providerId="ADAL" clId="{E7AB4010-FA78-4F7B-A724-66B7BD680E13}" dt="2021-04-07T09:11:06.207" v="38" actId="27107"/>
        <pc:sldMkLst>
          <pc:docMk/>
          <pc:sldMk cId="1354221754" sldId="334"/>
        </pc:sldMkLst>
        <pc:spChg chg="mod">
          <ac:chgData name="Madeleine Didelot" userId="d4fcfa49-9ba1-4a13-a170-fc2976d50834" providerId="ADAL" clId="{E7AB4010-FA78-4F7B-A724-66B7BD680E13}" dt="2021-04-07T09:11:06.207" v="38" actId="27107"/>
          <ac:spMkLst>
            <pc:docMk/>
            <pc:sldMk cId="1354221754" sldId="334"/>
            <ac:spMk id="101" creationId="{00000000-0000-0000-0000-000000000000}"/>
          </ac:spMkLst>
        </pc:spChg>
      </pc:sldChg>
      <pc:sldChg chg="modSp mod">
        <pc:chgData name="Madeleine Didelot" userId="d4fcfa49-9ba1-4a13-a170-fc2976d50834" providerId="ADAL" clId="{E7AB4010-FA78-4F7B-A724-66B7BD680E13}" dt="2021-04-07T10:18:09.825" v="91" actId="20577"/>
        <pc:sldMkLst>
          <pc:docMk/>
          <pc:sldMk cId="1847112608" sldId="338"/>
        </pc:sldMkLst>
        <pc:spChg chg="mod">
          <ac:chgData name="Madeleine Didelot" userId="d4fcfa49-9ba1-4a13-a170-fc2976d50834" providerId="ADAL" clId="{E7AB4010-FA78-4F7B-A724-66B7BD680E13}" dt="2021-04-07T10:18:09.825" v="91" actId="20577"/>
          <ac:spMkLst>
            <pc:docMk/>
            <pc:sldMk cId="1847112608" sldId="338"/>
            <ac:spMk id="3073" creationId="{00000000-0000-0000-0000-000000000000}"/>
          </ac:spMkLst>
        </pc:spChg>
      </pc:sldChg>
    </pc:docChg>
  </pc:docChgLst>
  <pc:docChgLst>
    <pc:chgData name="Clara Rieffel (Student at CentraleSupelec)" userId="S::clara.rieffel@student-cs.fr::609eab90-a11f-454d-85b3-da143d315af6" providerId="AD" clId="Web-{3FF083CF-E9CC-4E91-8B2E-96A9041BD2CE}"/>
    <pc:docChg chg="modSld">
      <pc:chgData name="Clara Rieffel (Student at CentraleSupelec)" userId="S::clara.rieffel@student-cs.fr::609eab90-a11f-454d-85b3-da143d315af6" providerId="AD" clId="Web-{3FF083CF-E9CC-4E91-8B2E-96A9041BD2CE}" dt="2021-04-07T09:39:44.107" v="109" actId="20577"/>
      <pc:docMkLst>
        <pc:docMk/>
      </pc:docMkLst>
      <pc:sldChg chg="modSp">
        <pc:chgData name="Clara Rieffel (Student at CentraleSupelec)" userId="S::clara.rieffel@student-cs.fr::609eab90-a11f-454d-85b3-da143d315af6" providerId="AD" clId="Web-{3FF083CF-E9CC-4E91-8B2E-96A9041BD2CE}" dt="2021-04-07T09:30:21.114" v="1" actId="20577"/>
        <pc:sldMkLst>
          <pc:docMk/>
          <pc:sldMk cId="2940396715" sldId="290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0:21.114" v="1" actId="20577"/>
          <ac:spMkLst>
            <pc:docMk/>
            <pc:sldMk cId="2940396715" sldId="290"/>
            <ac:spMk id="3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9:44.107" v="109" actId="20577"/>
        <pc:sldMkLst>
          <pc:docMk/>
          <pc:sldMk cId="1746474584" sldId="295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9:44.107" v="109" actId="20577"/>
          <ac:spMkLst>
            <pc:docMk/>
            <pc:sldMk cId="1746474584" sldId="295"/>
            <ac:spMk id="4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3:43.820" v="57" actId="20577"/>
        <pc:sldMkLst>
          <pc:docMk/>
          <pc:sldMk cId="3243181642" sldId="317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3:43.820" v="57" actId="20577"/>
          <ac:spMkLst>
            <pc:docMk/>
            <pc:sldMk cId="3243181642" sldId="317"/>
            <ac:spMk id="11" creationId="{37EE3DBC-D29B-4EE1-A34A-28A89666288C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4:08.977" v="61" actId="20577"/>
        <pc:sldMkLst>
          <pc:docMk/>
          <pc:sldMk cId="1220683999" sldId="318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3:49.398" v="58" actId="20577"/>
          <ac:spMkLst>
            <pc:docMk/>
            <pc:sldMk cId="1220683999" sldId="318"/>
            <ac:spMk id="13" creationId="{8EFA6197-2447-4E84-A476-1CD8FEBE3BD7}"/>
          </ac:spMkLst>
        </pc:spChg>
        <pc:spChg chg="mod">
          <ac:chgData name="Clara Rieffel (Student at CentraleSupelec)" userId="S::clara.rieffel@student-cs.fr::609eab90-a11f-454d-85b3-da143d315af6" providerId="AD" clId="Web-{3FF083CF-E9CC-4E91-8B2E-96A9041BD2CE}" dt="2021-04-07T09:34:08.977" v="61" actId="20577"/>
          <ac:spMkLst>
            <pc:docMk/>
            <pc:sldMk cId="1220683999" sldId="318"/>
            <ac:spMk id="101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5:51.197" v="67" actId="14100"/>
        <pc:sldMkLst>
          <pc:docMk/>
          <pc:sldMk cId="3790064070" sldId="319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5:51.197" v="67" actId="14100"/>
          <ac:spMkLst>
            <pc:docMk/>
            <pc:sldMk cId="3790064070" sldId="319"/>
            <ac:spMk id="16" creationId="{902D1074-27BB-4266-89F4-10CB115D3329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6:32.073" v="74" actId="20577"/>
        <pc:sldMkLst>
          <pc:docMk/>
          <pc:sldMk cId="410236147" sldId="320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6:32.073" v="74" actId="20577"/>
          <ac:spMkLst>
            <pc:docMk/>
            <pc:sldMk cId="410236147" sldId="320"/>
            <ac:spMk id="9" creationId="{9C13D8F0-6D18-4740-8F59-6EAA3FC05FF7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7:18.589" v="76" actId="20577"/>
        <pc:sldMkLst>
          <pc:docMk/>
          <pc:sldMk cId="1850155625" sldId="321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7:18.589" v="76" actId="20577"/>
          <ac:spMkLst>
            <pc:docMk/>
            <pc:sldMk cId="1850155625" sldId="321"/>
            <ac:spMk id="9" creationId="{D99F956F-6C92-45B1-ABBA-07EDB3A61A01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8:08.215" v="100" actId="20577"/>
        <pc:sldMkLst>
          <pc:docMk/>
          <pc:sldMk cId="1317091636" sldId="323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8:08.215" v="100" actId="20577"/>
          <ac:spMkLst>
            <pc:docMk/>
            <pc:sldMk cId="1317091636" sldId="323"/>
            <ac:spMk id="3" creationId="{4292F63C-4832-4C65-AF78-3C9933F63D4F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4:22.102" v="64" actId="20577"/>
        <pc:sldMkLst>
          <pc:docMk/>
          <pc:sldMk cId="3191739989" sldId="324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4:22.102" v="64" actId="20577"/>
          <ac:spMkLst>
            <pc:docMk/>
            <pc:sldMk cId="3191739989" sldId="324"/>
            <ac:spMk id="11" creationId="{A1B29BE7-0263-46CA-A589-8C70D8FA8034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7:44.777" v="92" actId="20577"/>
        <pc:sldMkLst>
          <pc:docMk/>
          <pc:sldMk cId="2727488387" sldId="326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7:44.777" v="92" actId="20577"/>
          <ac:spMkLst>
            <pc:docMk/>
            <pc:sldMk cId="2727488387" sldId="326"/>
            <ac:spMk id="9" creationId="{234D6060-2FC7-4644-955C-3A192D822D58}"/>
          </ac:spMkLst>
        </pc:spChg>
        <pc:spChg chg="mod">
          <ac:chgData name="Clara Rieffel (Student at CentraleSupelec)" userId="S::clara.rieffel@student-cs.fr::609eab90-a11f-454d-85b3-da143d315af6" providerId="AD" clId="Web-{3FF083CF-E9CC-4E91-8B2E-96A9041BD2CE}" dt="2021-04-07T09:37:38.324" v="90" actId="20577"/>
          <ac:spMkLst>
            <pc:docMk/>
            <pc:sldMk cId="2727488387" sldId="326"/>
            <ac:spMk id="101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7:58.652" v="99" actId="20577"/>
        <pc:sldMkLst>
          <pc:docMk/>
          <pc:sldMk cId="683013247" sldId="327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7:58.652" v="99" actId="20577"/>
          <ac:spMkLst>
            <pc:docMk/>
            <pc:sldMk cId="683013247" sldId="327"/>
            <ac:spMk id="101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8:47.559" v="101" actId="20577"/>
        <pc:sldMkLst>
          <pc:docMk/>
          <pc:sldMk cId="47497372" sldId="329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8:47.559" v="101" actId="20577"/>
          <ac:spMkLst>
            <pc:docMk/>
            <pc:sldMk cId="47497372" sldId="329"/>
            <ac:spMk id="16" creationId="{06565AE5-02CB-4264-859A-52CFBB6AFBC1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6:12.260" v="72" actId="20577"/>
        <pc:sldMkLst>
          <pc:docMk/>
          <pc:sldMk cId="3840743767" sldId="333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6:12.260" v="72" actId="20577"/>
          <ac:spMkLst>
            <pc:docMk/>
            <pc:sldMk cId="3840743767" sldId="333"/>
            <ac:spMk id="11" creationId="{7FA62115-E1D4-465F-B74C-7F2B0B2FB096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7:05.261" v="75" actId="20577"/>
        <pc:sldMkLst>
          <pc:docMk/>
          <pc:sldMk cId="1354221754" sldId="334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7:05.261" v="75" actId="20577"/>
          <ac:spMkLst>
            <pc:docMk/>
            <pc:sldMk cId="1354221754" sldId="334"/>
            <ac:spMk id="101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3FF083CF-E9CC-4E91-8B2E-96A9041BD2CE}" dt="2021-04-07T09:39:39.669" v="107" actId="20577"/>
        <pc:sldMkLst>
          <pc:docMk/>
          <pc:sldMk cId="1967546647" sldId="337"/>
        </pc:sldMkLst>
        <pc:spChg chg="mod">
          <ac:chgData name="Clara Rieffel (Student at CentraleSupelec)" userId="S::clara.rieffel@student-cs.fr::609eab90-a11f-454d-85b3-da143d315af6" providerId="AD" clId="Web-{3FF083CF-E9CC-4E91-8B2E-96A9041BD2CE}" dt="2021-04-07T09:39:39.669" v="107" actId="20577"/>
          <ac:spMkLst>
            <pc:docMk/>
            <pc:sldMk cId="1967546647" sldId="337"/>
            <ac:spMk id="101" creationId="{00000000-0000-0000-0000-000000000000}"/>
          </ac:spMkLst>
        </pc:spChg>
      </pc:sldChg>
    </pc:docChg>
  </pc:docChgLst>
  <pc:docChgLst>
    <pc:chgData name="Arthur Walker (Student at CentraleSupelec)" userId="6a5f520e-7585-4a8b-aded-220a6bb8e2e3" providerId="ADAL" clId="{219B5A69-0229-4517-82F5-536D93AF1EC1}"/>
    <pc:docChg chg="undo custSel addSld delSld modSld sldOrd">
      <pc:chgData name="Arthur Walker (Student at CentraleSupelec)" userId="6a5f520e-7585-4a8b-aded-220a6bb8e2e3" providerId="ADAL" clId="{219B5A69-0229-4517-82F5-536D93AF1EC1}" dt="2022-04-01T08:19:58.786" v="2546" actId="20577"/>
      <pc:docMkLst>
        <pc:docMk/>
      </pc:docMkLst>
      <pc:sldChg chg="addSp delSp modSp mod">
        <pc:chgData name="Arthur Walker (Student at CentraleSupelec)" userId="6a5f520e-7585-4a8b-aded-220a6bb8e2e3" providerId="ADAL" clId="{219B5A69-0229-4517-82F5-536D93AF1EC1}" dt="2022-03-23T15:06:58.945" v="178" actId="6549"/>
        <pc:sldMkLst>
          <pc:docMk/>
          <pc:sldMk cId="3827946629" sldId="257"/>
        </pc:sldMkLst>
        <pc:spChg chg="mod">
          <ac:chgData name="Arthur Walker (Student at CentraleSupelec)" userId="6a5f520e-7585-4a8b-aded-220a6bb8e2e3" providerId="ADAL" clId="{219B5A69-0229-4517-82F5-536D93AF1EC1}" dt="2022-03-23T14:16:34.396" v="108" actId="20577"/>
          <ac:spMkLst>
            <pc:docMk/>
            <pc:sldMk cId="3827946629" sldId="257"/>
            <ac:spMk id="6" creationId="{00000000-0000-0000-0000-000000000000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23T14:22:51.771" v="122"/>
          <ac:spMkLst>
            <pc:docMk/>
            <pc:sldMk cId="3827946629" sldId="257"/>
            <ac:spMk id="7" creationId="{4F659B75-C9E2-4559-AD1C-25B8CCA608E0}"/>
          </ac:spMkLst>
        </pc:spChg>
        <pc:spChg chg="mod">
          <ac:chgData name="Arthur Walker (Student at CentraleSupelec)" userId="6a5f520e-7585-4a8b-aded-220a6bb8e2e3" providerId="ADAL" clId="{219B5A69-0229-4517-82F5-536D93AF1EC1}" dt="2022-03-23T14:23:05.345" v="124" actId="1076"/>
          <ac:spMkLst>
            <pc:docMk/>
            <pc:sldMk cId="3827946629" sldId="257"/>
            <ac:spMk id="8" creationId="{00000000-0000-0000-0000-000000000000}"/>
          </ac:spMkLst>
        </pc:spChg>
        <pc:spChg chg="del mod">
          <ac:chgData name="Arthur Walker (Student at CentraleSupelec)" userId="6a5f520e-7585-4a8b-aded-220a6bb8e2e3" providerId="ADAL" clId="{219B5A69-0229-4517-82F5-536D93AF1EC1}" dt="2022-03-23T14:21:42.182" v="120" actId="478"/>
          <ac:spMkLst>
            <pc:docMk/>
            <pc:sldMk cId="3827946629" sldId="257"/>
            <ac:spMk id="9" creationId="{B4A20818-90E1-4DC5-91A9-9E50724A7166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2:53.360" v="123"/>
          <ac:spMkLst>
            <pc:docMk/>
            <pc:sldMk cId="3827946629" sldId="257"/>
            <ac:spMk id="10" creationId="{94F4E24A-A33E-4150-BE5A-2A6B4D773DD3}"/>
          </ac:spMkLst>
        </pc:spChg>
        <pc:spChg chg="mod">
          <ac:chgData name="Arthur Walker (Student at CentraleSupelec)" userId="6a5f520e-7585-4a8b-aded-220a6bb8e2e3" providerId="ADAL" clId="{219B5A69-0229-4517-82F5-536D93AF1EC1}" dt="2022-03-23T15:06:58.945" v="178" actId="6549"/>
          <ac:spMkLst>
            <pc:docMk/>
            <pc:sldMk cId="3827946629" sldId="257"/>
            <ac:spMk id="11" creationId="{00000000-0000-0000-0000-000000000000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3-23T14:24:45.682" v="161" actId="20577"/>
        <pc:sldMkLst>
          <pc:docMk/>
          <pc:sldMk cId="2940396715" sldId="290"/>
        </pc:sldMkLst>
        <pc:spChg chg="mod">
          <ac:chgData name="Arthur Walker (Student at CentraleSupelec)" userId="6a5f520e-7585-4a8b-aded-220a6bb8e2e3" providerId="ADAL" clId="{219B5A69-0229-4517-82F5-536D93AF1EC1}" dt="2022-03-23T14:24:45.682" v="161" actId="20577"/>
          <ac:spMkLst>
            <pc:docMk/>
            <pc:sldMk cId="2940396715" sldId="290"/>
            <ac:spMk id="3" creationId="{00000000-0000-0000-0000-000000000000}"/>
          </ac:spMkLst>
        </pc:spChg>
        <pc:spChg chg="del mod">
          <ac:chgData name="Arthur Walker (Student at CentraleSupelec)" userId="6a5f520e-7585-4a8b-aded-220a6bb8e2e3" providerId="ADAL" clId="{219B5A69-0229-4517-82F5-536D93AF1EC1}" dt="2022-03-23T14:23:18.563" v="129" actId="478"/>
          <ac:spMkLst>
            <pc:docMk/>
            <pc:sldMk cId="2940396715" sldId="290"/>
            <ac:spMk id="6" creationId="{00000000-0000-0000-0000-000000000000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1:37.665" v="118"/>
          <ac:spMkLst>
            <pc:docMk/>
            <pc:sldMk cId="2940396715" sldId="290"/>
            <ac:spMk id="7" creationId="{D2264637-6582-4F32-B428-6A0BD4044BBE}"/>
          </ac:spMkLst>
        </pc:spChg>
        <pc:spChg chg="del mod">
          <ac:chgData name="Arthur Walker (Student at CentraleSupelec)" userId="6a5f520e-7585-4a8b-aded-220a6bb8e2e3" providerId="ADAL" clId="{219B5A69-0229-4517-82F5-536D93AF1EC1}" dt="2022-03-23T14:21:37.467" v="117" actId="478"/>
          <ac:spMkLst>
            <pc:docMk/>
            <pc:sldMk cId="2940396715" sldId="290"/>
            <ac:spMk id="9" creationId="{0A3B7D00-8584-43D9-A78F-93B7CFF1270F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23T14:23:16.372" v="128"/>
          <ac:spMkLst>
            <pc:docMk/>
            <pc:sldMk cId="2940396715" sldId="290"/>
            <ac:spMk id="10" creationId="{2DBD3C1C-5DAC-419B-AE0A-F2A899F95C09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3:18.768" v="130"/>
          <ac:spMkLst>
            <pc:docMk/>
            <pc:sldMk cId="2940396715" sldId="290"/>
            <ac:spMk id="11" creationId="{26E33DE6-28E2-4FE4-9F82-E7A54D3818A1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3-23T14:23:55.043" v="132"/>
        <pc:sldMkLst>
          <pc:docMk/>
          <pc:sldMk cId="709355255" sldId="291"/>
        </pc:sldMkLst>
        <pc:spChg chg="del">
          <ac:chgData name="Arthur Walker (Student at CentraleSupelec)" userId="6a5f520e-7585-4a8b-aded-220a6bb8e2e3" providerId="ADAL" clId="{219B5A69-0229-4517-82F5-536D93AF1EC1}" dt="2022-03-23T14:23:54.796" v="131" actId="478"/>
          <ac:spMkLst>
            <pc:docMk/>
            <pc:sldMk cId="709355255" sldId="291"/>
            <ac:spMk id="5" creationId="{00000000-0000-0000-0000-000000000000}"/>
          </ac:spMkLst>
        </pc:spChg>
        <pc:spChg chg="del">
          <ac:chgData name="Arthur Walker (Student at CentraleSupelec)" userId="6a5f520e-7585-4a8b-aded-220a6bb8e2e3" providerId="ADAL" clId="{219B5A69-0229-4517-82F5-536D93AF1EC1}" dt="2022-03-23T14:21:16.294" v="114" actId="478"/>
          <ac:spMkLst>
            <pc:docMk/>
            <pc:sldMk cId="709355255" sldId="291"/>
            <ac:spMk id="6" creationId="{00000000-0000-0000-0000-000000000000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1:16.837" v="115"/>
          <ac:spMkLst>
            <pc:docMk/>
            <pc:sldMk cId="709355255" sldId="291"/>
            <ac:spMk id="8" creationId="{11D42CE4-B99C-43F8-A757-9CCA2711BA5C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3:55.043" v="132"/>
          <ac:spMkLst>
            <pc:docMk/>
            <pc:sldMk cId="709355255" sldId="291"/>
            <ac:spMk id="9" creationId="{05A2B5DA-55B2-4F6E-8F6E-84D2A8EF0376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3-23T14:24:06.154" v="134"/>
        <pc:sldMkLst>
          <pc:docMk/>
          <pc:sldMk cId="336249700" sldId="292"/>
        </pc:sldMkLst>
        <pc:spChg chg="del">
          <ac:chgData name="Arthur Walker (Student at CentraleSupelec)" userId="6a5f520e-7585-4a8b-aded-220a6bb8e2e3" providerId="ADAL" clId="{219B5A69-0229-4517-82F5-536D93AF1EC1}" dt="2022-03-23T14:24:05.923" v="133" actId="478"/>
          <ac:spMkLst>
            <pc:docMk/>
            <pc:sldMk cId="336249700" sldId="292"/>
            <ac:spMk id="5" creationId="{00000000-0000-0000-0000-000000000000}"/>
          </ac:spMkLst>
        </pc:spChg>
        <pc:spChg chg="del mod">
          <ac:chgData name="Arthur Walker (Student at CentraleSupelec)" userId="6a5f520e-7585-4a8b-aded-220a6bb8e2e3" providerId="ADAL" clId="{219B5A69-0229-4517-82F5-536D93AF1EC1}" dt="2022-03-23T14:21:07.473" v="112" actId="478"/>
          <ac:spMkLst>
            <pc:docMk/>
            <pc:sldMk cId="336249700" sldId="292"/>
            <ac:spMk id="8" creationId="{A3D2FE7B-17E1-40DC-9D3E-5E071BADEBA1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23T14:21:01.838" v="110"/>
          <ac:spMkLst>
            <pc:docMk/>
            <pc:sldMk cId="336249700" sldId="292"/>
            <ac:spMk id="9" creationId="{24652D30-A09A-431B-9923-AB2314C7D877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1:07.907" v="113"/>
          <ac:spMkLst>
            <pc:docMk/>
            <pc:sldMk cId="336249700" sldId="292"/>
            <ac:spMk id="10" creationId="{F6A0B8A2-8953-4563-9E07-5B63B0DCA4F3}"/>
          </ac:spMkLst>
        </pc:spChg>
        <pc:spChg chg="add mod">
          <ac:chgData name="Arthur Walker (Student at CentraleSupelec)" userId="6a5f520e-7585-4a8b-aded-220a6bb8e2e3" providerId="ADAL" clId="{219B5A69-0229-4517-82F5-536D93AF1EC1}" dt="2022-03-23T14:24:06.154" v="134"/>
          <ac:spMkLst>
            <pc:docMk/>
            <pc:sldMk cId="336249700" sldId="292"/>
            <ac:spMk id="11" creationId="{1B110631-95EA-412F-9140-2FC69D6095C3}"/>
          </ac:spMkLst>
        </pc:spChg>
      </pc:sldChg>
      <pc:sldChg chg="modSp mod">
        <pc:chgData name="Arthur Walker (Student at CentraleSupelec)" userId="6a5f520e-7585-4a8b-aded-220a6bb8e2e3" providerId="ADAL" clId="{219B5A69-0229-4517-82F5-536D93AF1EC1}" dt="2022-04-01T07:53:39.492" v="2415" actId="1076"/>
        <pc:sldMkLst>
          <pc:docMk/>
          <pc:sldMk cId="4271017113" sldId="294"/>
        </pc:sldMkLst>
        <pc:spChg chg="mod">
          <ac:chgData name="Arthur Walker (Student at CentraleSupelec)" userId="6a5f520e-7585-4a8b-aded-220a6bb8e2e3" providerId="ADAL" clId="{219B5A69-0229-4517-82F5-536D93AF1EC1}" dt="2022-04-01T07:53:39.492" v="2415" actId="1076"/>
          <ac:spMkLst>
            <pc:docMk/>
            <pc:sldMk cId="4271017113" sldId="294"/>
            <ac:spMk id="2" creationId="{24F027D7-0AE6-4018-9F51-0375A682ACED}"/>
          </ac:spMkLst>
        </pc:spChg>
      </pc:sldChg>
      <pc:sldChg chg="modSp mod">
        <pc:chgData name="Arthur Walker (Student at CentraleSupelec)" userId="6a5f520e-7585-4a8b-aded-220a6bb8e2e3" providerId="ADAL" clId="{219B5A69-0229-4517-82F5-536D93AF1EC1}" dt="2022-04-01T06:39:57.993" v="1984" actId="20577"/>
        <pc:sldMkLst>
          <pc:docMk/>
          <pc:sldMk cId="1577472643" sldId="297"/>
        </pc:sldMkLst>
        <pc:spChg chg="mod">
          <ac:chgData name="Arthur Walker (Student at CentraleSupelec)" userId="6a5f520e-7585-4a8b-aded-220a6bb8e2e3" providerId="ADAL" clId="{219B5A69-0229-4517-82F5-536D93AF1EC1}" dt="2022-04-01T06:39:57.993" v="1984" actId="20577"/>
          <ac:spMkLst>
            <pc:docMk/>
            <pc:sldMk cId="1577472643" sldId="297"/>
            <ac:spMk id="3073" creationId="{00000000-0000-0000-0000-000000000000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4-01T07:40:57.220" v="2199" actId="20577"/>
        <pc:sldMkLst>
          <pc:docMk/>
          <pc:sldMk cId="410236147" sldId="320"/>
        </pc:sldMkLst>
        <pc:spChg chg="mod">
          <ac:chgData name="Arthur Walker (Student at CentraleSupelec)" userId="6a5f520e-7585-4a8b-aded-220a6bb8e2e3" providerId="ADAL" clId="{219B5A69-0229-4517-82F5-536D93AF1EC1}" dt="2022-04-01T07:40:57.220" v="2199" actId="20577"/>
          <ac:spMkLst>
            <pc:docMk/>
            <pc:sldMk cId="410236147" sldId="320"/>
            <ac:spMk id="9" creationId="{9C13D8F0-6D18-4740-8F59-6EAA3FC05FF7}"/>
          </ac:spMkLst>
        </pc:spChg>
        <pc:spChg chg="mod">
          <ac:chgData name="Arthur Walker (Student at CentraleSupelec)" userId="6a5f520e-7585-4a8b-aded-220a6bb8e2e3" providerId="ADAL" clId="{219B5A69-0229-4517-82F5-536D93AF1EC1}" dt="2022-03-30T15:05:29.499" v="1460" actId="20577"/>
          <ac:spMkLst>
            <pc:docMk/>
            <pc:sldMk cId="410236147" sldId="320"/>
            <ac:spMk id="101" creationId="{00000000-0000-0000-0000-000000000000}"/>
          </ac:spMkLst>
        </pc:spChg>
        <pc:picChg chg="add mod ord">
          <ac:chgData name="Arthur Walker (Student at CentraleSupelec)" userId="6a5f520e-7585-4a8b-aded-220a6bb8e2e3" providerId="ADAL" clId="{219B5A69-0229-4517-82F5-536D93AF1EC1}" dt="2022-03-31T07:49:18.716" v="1696" actId="1076"/>
          <ac:picMkLst>
            <pc:docMk/>
            <pc:sldMk cId="410236147" sldId="320"/>
            <ac:picMk id="3" creationId="{7AF9C586-749D-489F-AF8A-48681737545E}"/>
          </ac:picMkLst>
        </pc:picChg>
        <pc:picChg chg="mod">
          <ac:chgData name="Arthur Walker (Student at CentraleSupelec)" userId="6a5f520e-7585-4a8b-aded-220a6bb8e2e3" providerId="ADAL" clId="{219B5A69-0229-4517-82F5-536D93AF1EC1}" dt="2022-04-01T07:40:45.084" v="2198" actId="1076"/>
          <ac:picMkLst>
            <pc:docMk/>
            <pc:sldMk cId="410236147" sldId="320"/>
            <ac:picMk id="4" creationId="{6EFA6B2D-ACAE-490E-A2FC-A968091ECAFC}"/>
          </ac:picMkLst>
        </pc:picChg>
        <pc:picChg chg="del">
          <ac:chgData name="Arthur Walker (Student at CentraleSupelec)" userId="6a5f520e-7585-4a8b-aded-220a6bb8e2e3" providerId="ADAL" clId="{219B5A69-0229-4517-82F5-536D93AF1EC1}" dt="2022-03-30T15:04:01.734" v="1449" actId="478"/>
          <ac:picMkLst>
            <pc:docMk/>
            <pc:sldMk cId="410236147" sldId="320"/>
            <ac:picMk id="4" creationId="{D400F269-6EE9-4015-AAC5-79628FD3E1DC}"/>
          </ac:picMkLst>
        </pc:picChg>
      </pc:sldChg>
      <pc:sldChg chg="modSp mod">
        <pc:chgData name="Arthur Walker (Student at CentraleSupelec)" userId="6a5f520e-7585-4a8b-aded-220a6bb8e2e3" providerId="ADAL" clId="{219B5A69-0229-4517-82F5-536D93AF1EC1}" dt="2022-04-01T07:44:02.471" v="2233" actId="20577"/>
        <pc:sldMkLst>
          <pc:docMk/>
          <pc:sldMk cId="1850155625" sldId="321"/>
        </pc:sldMkLst>
        <pc:spChg chg="mod">
          <ac:chgData name="Arthur Walker (Student at CentraleSupelec)" userId="6a5f520e-7585-4a8b-aded-220a6bb8e2e3" providerId="ADAL" clId="{219B5A69-0229-4517-82F5-536D93AF1EC1}" dt="2022-04-01T07:44:02.471" v="2233" actId="20577"/>
          <ac:spMkLst>
            <pc:docMk/>
            <pc:sldMk cId="1850155625" sldId="321"/>
            <ac:spMk id="101" creationId="{00000000-0000-0000-0000-000000000000}"/>
          </ac:spMkLst>
        </pc:spChg>
      </pc:sldChg>
      <pc:sldChg chg="modSp mod">
        <pc:chgData name="Arthur Walker (Student at CentraleSupelec)" userId="6a5f520e-7585-4a8b-aded-220a6bb8e2e3" providerId="ADAL" clId="{219B5A69-0229-4517-82F5-536D93AF1EC1}" dt="2022-04-01T07:45:43.588" v="2242" actId="20577"/>
        <pc:sldMkLst>
          <pc:docMk/>
          <pc:sldMk cId="1273777140" sldId="322"/>
        </pc:sldMkLst>
        <pc:spChg chg="mod">
          <ac:chgData name="Arthur Walker (Student at CentraleSupelec)" userId="6a5f520e-7585-4a8b-aded-220a6bb8e2e3" providerId="ADAL" clId="{219B5A69-0229-4517-82F5-536D93AF1EC1}" dt="2022-04-01T07:45:43.588" v="2242" actId="20577"/>
          <ac:spMkLst>
            <pc:docMk/>
            <pc:sldMk cId="1273777140" sldId="322"/>
            <ac:spMk id="2" creationId="{389B4ECC-CE09-4B58-87EB-5CBD0E2145A1}"/>
          </ac:spMkLst>
        </pc:spChg>
        <pc:spChg chg="mod">
          <ac:chgData name="Arthur Walker (Student at CentraleSupelec)" userId="6a5f520e-7585-4a8b-aded-220a6bb8e2e3" providerId="ADAL" clId="{219B5A69-0229-4517-82F5-536D93AF1EC1}" dt="2022-03-30T12:10:06.011" v="1291" actId="20577"/>
          <ac:spMkLst>
            <pc:docMk/>
            <pc:sldMk cId="1273777140" sldId="322"/>
            <ac:spMk id="8" creationId="{C772A284-4F81-40BF-BA2E-16BF3D55AF73}"/>
          </ac:spMkLst>
        </pc:spChg>
        <pc:spChg chg="mod">
          <ac:chgData name="Arthur Walker (Student at CentraleSupelec)" userId="6a5f520e-7585-4a8b-aded-220a6bb8e2e3" providerId="ADAL" clId="{219B5A69-0229-4517-82F5-536D93AF1EC1}" dt="2022-03-30T13:47:03" v="1327" actId="20577"/>
          <ac:spMkLst>
            <pc:docMk/>
            <pc:sldMk cId="1273777140" sldId="322"/>
            <ac:spMk id="3073" creationId="{00000000-0000-0000-0000-000000000000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4-01T07:40:22.274" v="2195" actId="20577"/>
        <pc:sldMkLst>
          <pc:docMk/>
          <pc:sldMk cId="1317091636" sldId="323"/>
        </pc:sldMkLst>
        <pc:spChg chg="add mod">
          <ac:chgData name="Arthur Walker (Student at CentraleSupelec)" userId="6a5f520e-7585-4a8b-aded-220a6bb8e2e3" providerId="ADAL" clId="{219B5A69-0229-4517-82F5-536D93AF1EC1}" dt="2022-04-01T07:36:28.096" v="2116" actId="404"/>
          <ac:spMkLst>
            <pc:docMk/>
            <pc:sldMk cId="1317091636" sldId="323"/>
            <ac:spMk id="2" creationId="{5E386C70-2139-4C64-879E-146BCC25AE16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7:37:40.229" v="2131" actId="478"/>
          <ac:spMkLst>
            <pc:docMk/>
            <pc:sldMk cId="1317091636" sldId="323"/>
            <ac:spMk id="3" creationId="{090E5085-B049-4CEA-8455-79EA90475447}"/>
          </ac:spMkLst>
        </pc:spChg>
        <pc:spChg chg="del">
          <ac:chgData name="Arthur Walker (Student at CentraleSupelec)" userId="6a5f520e-7585-4a8b-aded-220a6bb8e2e3" providerId="ADAL" clId="{219B5A69-0229-4517-82F5-536D93AF1EC1}" dt="2022-03-30T07:28:51.471" v="268" actId="478"/>
          <ac:spMkLst>
            <pc:docMk/>
            <pc:sldMk cId="1317091636" sldId="323"/>
            <ac:spMk id="3" creationId="{4292F63C-4832-4C65-AF78-3C9933F63D4F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7:47:08.492" v="767" actId="1076"/>
          <ac:spMkLst>
            <pc:docMk/>
            <pc:sldMk cId="1317091636" sldId="323"/>
            <ac:spMk id="4" creationId="{8C8F584A-592B-46B7-B867-4C5639384018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7:37:54.337" v="2137"/>
          <ac:spMkLst>
            <pc:docMk/>
            <pc:sldMk cId="1317091636" sldId="323"/>
            <ac:spMk id="4" creationId="{B5D1103A-7544-4695-973D-869A938D40A5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7:38:09.564" v="2145"/>
          <ac:spMkLst>
            <pc:docMk/>
            <pc:sldMk cId="1317091636" sldId="323"/>
            <ac:spMk id="8" creationId="{749EE2B8-91F9-4C9D-AE9C-A16778409339}"/>
          </ac:spMkLst>
        </pc:spChg>
        <pc:spChg chg="del">
          <ac:chgData name="Arthur Walker (Student at CentraleSupelec)" userId="6a5f520e-7585-4a8b-aded-220a6bb8e2e3" providerId="ADAL" clId="{219B5A69-0229-4517-82F5-536D93AF1EC1}" dt="2022-03-30T07:28:48.856" v="267" actId="478"/>
          <ac:spMkLst>
            <pc:docMk/>
            <pc:sldMk cId="1317091636" sldId="323"/>
            <ac:spMk id="8" creationId="{912C3C02-8073-467E-88EE-DED44E306866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8:09:31.756" v="1055" actId="20577"/>
          <ac:spMkLst>
            <pc:docMk/>
            <pc:sldMk cId="1317091636" sldId="323"/>
            <ac:spMk id="9" creationId="{D8D19DE7-27AE-4911-9136-78F5FC0169F1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30T07:45:35.685" v="757" actId="478"/>
          <ac:spMkLst>
            <pc:docMk/>
            <pc:sldMk cId="1317091636" sldId="323"/>
            <ac:spMk id="10" creationId="{A807F53C-712F-46FB-AA95-24AD8BB24EEB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40:22.274" v="2195" actId="20577"/>
          <ac:spMkLst>
            <pc:docMk/>
            <pc:sldMk cId="1317091636" sldId="323"/>
            <ac:spMk id="12" creationId="{C8AE1892-C285-4E1C-8EE3-40ACC99C606B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7:38:09.564" v="2143" actId="478"/>
          <ac:spMkLst>
            <pc:docMk/>
            <pc:sldMk cId="1317091636" sldId="323"/>
            <ac:spMk id="14" creationId="{11FEA9D5-99FB-4DC3-94FF-00A33EF6C2F0}"/>
          </ac:spMkLst>
        </pc:spChg>
        <pc:spChg chg="mod">
          <ac:chgData name="Arthur Walker (Student at CentraleSupelec)" userId="6a5f520e-7585-4a8b-aded-220a6bb8e2e3" providerId="ADAL" clId="{219B5A69-0229-4517-82F5-536D93AF1EC1}" dt="2022-03-30T08:35:40.454" v="1193" actId="1036"/>
          <ac:spMkLst>
            <pc:docMk/>
            <pc:sldMk cId="1317091636" sldId="323"/>
            <ac:spMk id="3073" creationId="{00000000-0000-0000-0000-000000000000}"/>
          </ac:spMkLst>
        </pc:spChg>
        <pc:picChg chg="add mod">
          <ac:chgData name="Arthur Walker (Student at CentraleSupelec)" userId="6a5f520e-7585-4a8b-aded-220a6bb8e2e3" providerId="ADAL" clId="{219B5A69-0229-4517-82F5-536D93AF1EC1}" dt="2022-03-30T07:46:20.575" v="766" actId="1076"/>
          <ac:picMkLst>
            <pc:docMk/>
            <pc:sldMk cId="1317091636" sldId="323"/>
            <ac:picMk id="1026" creationId="{FD3A4C00-8F94-41E9-84F1-B9B44AA2A9FD}"/>
          </ac:picMkLst>
        </pc:picChg>
        <pc:picChg chg="add mod">
          <ac:chgData name="Arthur Walker (Student at CentraleSupelec)" userId="6a5f520e-7585-4a8b-aded-220a6bb8e2e3" providerId="ADAL" clId="{219B5A69-0229-4517-82F5-536D93AF1EC1}" dt="2022-03-30T09:17:45.162" v="1243" actId="1076"/>
          <ac:picMkLst>
            <pc:docMk/>
            <pc:sldMk cId="1317091636" sldId="323"/>
            <ac:picMk id="2050" creationId="{5F688993-8EDE-464E-93B2-0B43ACB32288}"/>
          </ac:picMkLst>
        </pc:picChg>
      </pc:sldChg>
      <pc:sldChg chg="mod modShow">
        <pc:chgData name="Arthur Walker (Student at CentraleSupelec)" userId="6a5f520e-7585-4a8b-aded-220a6bb8e2e3" providerId="ADAL" clId="{219B5A69-0229-4517-82F5-536D93AF1EC1}" dt="2022-03-23T14:42:02.893" v="167" actId="729"/>
        <pc:sldMkLst>
          <pc:docMk/>
          <pc:sldMk cId="3191739989" sldId="324"/>
        </pc:sldMkLst>
      </pc:sldChg>
      <pc:sldChg chg="addSp delSp modSp del mod ord">
        <pc:chgData name="Arthur Walker (Student at CentraleSupelec)" userId="6a5f520e-7585-4a8b-aded-220a6bb8e2e3" providerId="ADAL" clId="{219B5A69-0229-4517-82F5-536D93AF1EC1}" dt="2022-03-30T13:41:12.185" v="1317" actId="47"/>
        <pc:sldMkLst>
          <pc:docMk/>
          <pc:sldMk cId="1565106575" sldId="325"/>
        </pc:sldMkLst>
        <pc:spChg chg="add del">
          <ac:chgData name="Arthur Walker (Student at CentraleSupelec)" userId="6a5f520e-7585-4a8b-aded-220a6bb8e2e3" providerId="ADAL" clId="{219B5A69-0229-4517-82F5-536D93AF1EC1}" dt="2022-03-30T07:25:33.921" v="201" actId="478"/>
          <ac:spMkLst>
            <pc:docMk/>
            <pc:sldMk cId="1565106575" sldId="325"/>
            <ac:spMk id="2" creationId="{09983625-EF59-4F99-A72F-A6224DE4DB29}"/>
          </ac:spMkLst>
        </pc:spChg>
        <pc:spChg chg="del">
          <ac:chgData name="Arthur Walker (Student at CentraleSupelec)" userId="6a5f520e-7585-4a8b-aded-220a6bb8e2e3" providerId="ADAL" clId="{219B5A69-0229-4517-82F5-536D93AF1EC1}" dt="2022-03-30T07:24:13.095" v="189" actId="478"/>
          <ac:spMkLst>
            <pc:docMk/>
            <pc:sldMk cId="1565106575" sldId="325"/>
            <ac:spMk id="3" creationId="{BF8AE66E-F7E3-467B-AC35-AFEDC5F7F264}"/>
          </ac:spMkLst>
        </pc:spChg>
        <pc:spChg chg="del mod topLvl">
          <ac:chgData name="Arthur Walker (Student at CentraleSupelec)" userId="6a5f520e-7585-4a8b-aded-220a6bb8e2e3" providerId="ADAL" clId="{219B5A69-0229-4517-82F5-536D93AF1EC1}" dt="2022-03-30T08:00:57.272" v="982" actId="478"/>
          <ac:spMkLst>
            <pc:docMk/>
            <pc:sldMk cId="1565106575" sldId="325"/>
            <ac:spMk id="11" creationId="{529B0F9D-1F1E-4819-9BEA-A1FDEB73800F}"/>
          </ac:spMkLst>
        </pc:spChg>
        <pc:spChg chg="del mod topLvl">
          <ac:chgData name="Arthur Walker (Student at CentraleSupelec)" userId="6a5f520e-7585-4a8b-aded-220a6bb8e2e3" providerId="ADAL" clId="{219B5A69-0229-4517-82F5-536D93AF1EC1}" dt="2022-03-30T08:00:55.495" v="981" actId="478"/>
          <ac:spMkLst>
            <pc:docMk/>
            <pc:sldMk cId="1565106575" sldId="325"/>
            <ac:spMk id="12" creationId="{6FEEB3B1-A97D-44D8-89AA-60189FBB9FFF}"/>
          </ac:spMkLst>
        </pc:spChg>
        <pc:spChg chg="del mod">
          <ac:chgData name="Arthur Walker (Student at CentraleSupelec)" userId="6a5f520e-7585-4a8b-aded-220a6bb8e2e3" providerId="ADAL" clId="{219B5A69-0229-4517-82F5-536D93AF1EC1}" dt="2022-03-30T07:24:10.191" v="188" actId="478"/>
          <ac:spMkLst>
            <pc:docMk/>
            <pc:sldMk cId="1565106575" sldId="325"/>
            <ac:spMk id="13" creationId="{EF10E631-8B3D-4D18-A00A-19E2BCC0820B}"/>
          </ac:spMkLst>
        </pc:spChg>
        <pc:spChg chg="add del">
          <ac:chgData name="Arthur Walker (Student at CentraleSupelec)" userId="6a5f520e-7585-4a8b-aded-220a6bb8e2e3" providerId="ADAL" clId="{219B5A69-0229-4517-82F5-536D93AF1EC1}" dt="2022-03-30T07:26:23.117" v="205" actId="478"/>
          <ac:spMkLst>
            <pc:docMk/>
            <pc:sldMk cId="1565106575" sldId="325"/>
            <ac:spMk id="14" creationId="{56C5FB65-66D0-4A1D-999F-180688CD3296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7:59:39.677" v="966" actId="207"/>
          <ac:spMkLst>
            <pc:docMk/>
            <pc:sldMk cId="1565106575" sldId="325"/>
            <ac:spMk id="19" creationId="{06DBDF4B-B06B-4BAD-800A-A104D3DFF6DB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8:00:50.618" v="979" actId="1076"/>
          <ac:spMkLst>
            <pc:docMk/>
            <pc:sldMk cId="1565106575" sldId="325"/>
            <ac:spMk id="20" creationId="{F666025D-1528-4125-970B-F0F58A9FBA06}"/>
          </ac:spMkLst>
        </pc:spChg>
        <pc:spChg chg="del">
          <ac:chgData name="Arthur Walker (Student at CentraleSupelec)" userId="6a5f520e-7585-4a8b-aded-220a6bb8e2e3" providerId="ADAL" clId="{219B5A69-0229-4517-82F5-536D93AF1EC1}" dt="2022-03-30T07:23:11.322" v="179" actId="478"/>
          <ac:spMkLst>
            <pc:docMk/>
            <pc:sldMk cId="1565106575" sldId="325"/>
            <ac:spMk id="23" creationId="{DCD7D1C5-7830-4374-91BF-B47C2B7C6A46}"/>
          </ac:spMkLst>
        </pc:spChg>
        <pc:spChg chg="del">
          <ac:chgData name="Arthur Walker (Student at CentraleSupelec)" userId="6a5f520e-7585-4a8b-aded-220a6bb8e2e3" providerId="ADAL" clId="{219B5A69-0229-4517-82F5-536D93AF1EC1}" dt="2022-03-30T07:23:30.982" v="181" actId="478"/>
          <ac:spMkLst>
            <pc:docMk/>
            <pc:sldMk cId="1565106575" sldId="325"/>
            <ac:spMk id="24" creationId="{584245C9-CE47-4327-86E4-FCE8F85BB555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30T08:07:59.819" v="1037" actId="478"/>
          <ac:spMkLst>
            <pc:docMk/>
            <pc:sldMk cId="1565106575" sldId="325"/>
            <ac:spMk id="27" creationId="{1C7D9B8A-6651-47AA-B861-114DABD54CE3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8:06:51.586" v="1006"/>
          <ac:spMkLst>
            <pc:docMk/>
            <pc:sldMk cId="1565106575" sldId="325"/>
            <ac:spMk id="30" creationId="{764563B6-01CA-40EC-B233-EA84BC158F37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8:06:51.586" v="1006"/>
          <ac:spMkLst>
            <pc:docMk/>
            <pc:sldMk cId="1565106575" sldId="325"/>
            <ac:spMk id="31" creationId="{5E54619D-5173-48D6-84F0-19EDB8E1AA2F}"/>
          </ac:spMkLst>
        </pc:spChg>
        <pc:spChg chg="mod">
          <ac:chgData name="Arthur Walker (Student at CentraleSupelec)" userId="6a5f520e-7585-4a8b-aded-220a6bb8e2e3" providerId="ADAL" clId="{219B5A69-0229-4517-82F5-536D93AF1EC1}" dt="2022-03-30T08:07:16.382" v="1010"/>
          <ac:spMkLst>
            <pc:docMk/>
            <pc:sldMk cId="1565106575" sldId="325"/>
            <ac:spMk id="33" creationId="{33963212-0A10-463F-81D8-554AD31B42EC}"/>
          </ac:spMkLst>
        </pc:spChg>
        <pc:spChg chg="mod">
          <ac:chgData name="Arthur Walker (Student at CentraleSupelec)" userId="6a5f520e-7585-4a8b-aded-220a6bb8e2e3" providerId="ADAL" clId="{219B5A69-0229-4517-82F5-536D93AF1EC1}" dt="2022-03-30T08:07:16.382" v="1010"/>
          <ac:spMkLst>
            <pc:docMk/>
            <pc:sldMk cId="1565106575" sldId="325"/>
            <ac:spMk id="34" creationId="{BC6BCD6E-F5A6-4123-9242-F9952E3186B2}"/>
          </ac:spMkLst>
        </pc:spChg>
        <pc:spChg chg="mod">
          <ac:chgData name="Arthur Walker (Student at CentraleSupelec)" userId="6a5f520e-7585-4a8b-aded-220a6bb8e2e3" providerId="ADAL" clId="{219B5A69-0229-4517-82F5-536D93AF1EC1}" dt="2022-03-30T08:35:48.282" v="1194" actId="1035"/>
          <ac:spMkLst>
            <pc:docMk/>
            <pc:sldMk cId="1565106575" sldId="325"/>
            <ac:spMk id="3073" creationId="{00000000-0000-0000-0000-000000000000}"/>
          </ac:spMkLst>
        </pc:spChg>
        <pc:grpChg chg="add del mod">
          <ac:chgData name="Arthur Walker (Student at CentraleSupelec)" userId="6a5f520e-7585-4a8b-aded-220a6bb8e2e3" providerId="ADAL" clId="{219B5A69-0229-4517-82F5-536D93AF1EC1}" dt="2022-03-30T08:00:55.495" v="981" actId="478"/>
          <ac:grpSpMkLst>
            <pc:docMk/>
            <pc:sldMk cId="1565106575" sldId="325"/>
            <ac:grpSpMk id="10" creationId="{266861BF-A323-4925-AC64-7CD85CA3C0F2}"/>
          </ac:grpSpMkLst>
        </pc:grpChg>
        <pc:grpChg chg="add mod">
          <ac:chgData name="Arthur Walker (Student at CentraleSupelec)" userId="6a5f520e-7585-4a8b-aded-220a6bb8e2e3" providerId="ADAL" clId="{219B5A69-0229-4517-82F5-536D93AF1EC1}" dt="2022-03-30T08:04:56.195" v="996" actId="1076"/>
          <ac:grpSpMkLst>
            <pc:docMk/>
            <pc:sldMk cId="1565106575" sldId="325"/>
            <ac:grpSpMk id="18" creationId="{0343CE87-FCF5-4A91-88BF-DFB5885ADCA6}"/>
          </ac:grpSpMkLst>
        </pc:grpChg>
        <pc:grpChg chg="add mod">
          <ac:chgData name="Arthur Walker (Student at CentraleSupelec)" userId="6a5f520e-7585-4a8b-aded-220a6bb8e2e3" providerId="ADAL" clId="{219B5A69-0229-4517-82F5-536D93AF1EC1}" dt="2022-03-30T08:07:43.087" v="1022" actId="1037"/>
          <ac:grpSpMkLst>
            <pc:docMk/>
            <pc:sldMk cId="1565106575" sldId="325"/>
            <ac:grpSpMk id="29" creationId="{E30B9AE1-A04C-49D0-ADD1-BA89AE098D06}"/>
          </ac:grpSpMkLst>
        </pc:grpChg>
        <pc:grpChg chg="add mod">
          <ac:chgData name="Arthur Walker (Student at CentraleSupelec)" userId="6a5f520e-7585-4a8b-aded-220a6bb8e2e3" providerId="ADAL" clId="{219B5A69-0229-4517-82F5-536D93AF1EC1}" dt="2022-03-30T08:07:55.619" v="1036" actId="1037"/>
          <ac:grpSpMkLst>
            <pc:docMk/>
            <pc:sldMk cId="1565106575" sldId="325"/>
            <ac:grpSpMk id="32" creationId="{BCA88FA6-2BEE-4C31-BB77-EBD92618092B}"/>
          </ac:grpSpMkLst>
        </pc:grpChg>
        <pc:graphicFrameChg chg="mod">
          <ac:chgData name="Arthur Walker (Student at CentraleSupelec)" userId="6a5f520e-7585-4a8b-aded-220a6bb8e2e3" providerId="ADAL" clId="{219B5A69-0229-4517-82F5-536D93AF1EC1}" dt="2022-03-30T08:04:49.252" v="995" actId="1076"/>
          <ac:graphicFrameMkLst>
            <pc:docMk/>
            <pc:sldMk cId="1565106575" sldId="325"/>
            <ac:graphicFrameMk id="9" creationId="{BC4F0848-60C9-43CD-A9D6-9536C175C335}"/>
          </ac:graphicFrameMkLst>
        </pc:graphicFrameChg>
        <pc:cxnChg chg="add del">
          <ac:chgData name="Arthur Walker (Student at CentraleSupelec)" userId="6a5f520e-7585-4a8b-aded-220a6bb8e2e3" providerId="ADAL" clId="{219B5A69-0229-4517-82F5-536D93AF1EC1}" dt="2022-03-30T07:25:58.499" v="203" actId="478"/>
          <ac:cxnSpMkLst>
            <pc:docMk/>
            <pc:sldMk cId="1565106575" sldId="325"/>
            <ac:cxnSpMk id="8" creationId="{D5632027-5C2A-4C14-9EAF-A52DC8B2CCE6}"/>
          </ac:cxnSpMkLst>
        </pc:cxnChg>
        <pc:cxnChg chg="add del">
          <ac:chgData name="Arthur Walker (Student at CentraleSupelec)" userId="6a5f520e-7585-4a8b-aded-220a6bb8e2e3" providerId="ADAL" clId="{219B5A69-0229-4517-82F5-536D93AF1EC1}" dt="2022-03-30T08:05:41.747" v="998" actId="11529"/>
          <ac:cxnSpMkLst>
            <pc:docMk/>
            <pc:sldMk cId="1565106575" sldId="325"/>
            <ac:cxnSpMk id="16" creationId="{954AEDA2-A28F-4FBA-857E-079E50E0C655}"/>
          </ac:cxnSpMkLst>
        </pc:cxnChg>
        <pc:cxnChg chg="add del mod">
          <ac:chgData name="Arthur Walker (Student at CentraleSupelec)" userId="6a5f520e-7585-4a8b-aded-220a6bb8e2e3" providerId="ADAL" clId="{219B5A69-0229-4517-82F5-536D93AF1EC1}" dt="2022-03-30T08:06:12.004" v="1003" actId="478"/>
          <ac:cxnSpMkLst>
            <pc:docMk/>
            <pc:sldMk cId="1565106575" sldId="325"/>
            <ac:cxnSpMk id="21" creationId="{55606FBB-11E5-4B93-A849-C1B73537BA07}"/>
          </ac:cxnSpMkLst>
        </pc:cxnChg>
      </pc:sldChg>
      <pc:sldChg chg="modSp mod">
        <pc:chgData name="Arthur Walker (Student at CentraleSupelec)" userId="6a5f520e-7585-4a8b-aded-220a6bb8e2e3" providerId="ADAL" clId="{219B5A69-0229-4517-82F5-536D93AF1EC1}" dt="2022-04-01T07:44:41.412" v="2236" actId="1076"/>
        <pc:sldMkLst>
          <pc:docMk/>
          <pc:sldMk cId="2727488387" sldId="326"/>
        </pc:sldMkLst>
        <pc:spChg chg="mod">
          <ac:chgData name="Arthur Walker (Student at CentraleSupelec)" userId="6a5f520e-7585-4a8b-aded-220a6bb8e2e3" providerId="ADAL" clId="{219B5A69-0229-4517-82F5-536D93AF1EC1}" dt="2022-03-31T07:38:44.217" v="1688" actId="1076"/>
          <ac:spMkLst>
            <pc:docMk/>
            <pc:sldMk cId="2727488387" sldId="326"/>
            <ac:spMk id="101" creationId="{00000000-0000-0000-0000-000000000000}"/>
          </ac:spMkLst>
        </pc:spChg>
        <pc:grpChg chg="mod">
          <ac:chgData name="Arthur Walker (Student at CentraleSupelec)" userId="6a5f520e-7585-4a8b-aded-220a6bb8e2e3" providerId="ADAL" clId="{219B5A69-0229-4517-82F5-536D93AF1EC1}" dt="2022-03-31T07:24:53.862" v="1553" actId="1076"/>
          <ac:grpSpMkLst>
            <pc:docMk/>
            <pc:sldMk cId="2727488387" sldId="326"/>
            <ac:grpSpMk id="3" creationId="{024E4A16-B680-4ED9-AA37-78EC44354E9C}"/>
          </ac:grpSpMkLst>
        </pc:grpChg>
        <pc:picChg chg="mod">
          <ac:chgData name="Arthur Walker (Student at CentraleSupelec)" userId="6a5f520e-7585-4a8b-aded-220a6bb8e2e3" providerId="ADAL" clId="{219B5A69-0229-4517-82F5-536D93AF1EC1}" dt="2022-03-31T07:38:53.310" v="1690" actId="1076"/>
          <ac:picMkLst>
            <pc:docMk/>
            <pc:sldMk cId="2727488387" sldId="326"/>
            <ac:picMk id="4" creationId="{8A4FD4D1-3347-1C57-6039-E2EB3F8FA165}"/>
          </ac:picMkLst>
        </pc:picChg>
        <pc:picChg chg="mod">
          <ac:chgData name="Arthur Walker (Student at CentraleSupelec)" userId="6a5f520e-7585-4a8b-aded-220a6bb8e2e3" providerId="ADAL" clId="{219B5A69-0229-4517-82F5-536D93AF1EC1}" dt="2022-04-01T07:44:41.412" v="2236" actId="1076"/>
          <ac:picMkLst>
            <pc:docMk/>
            <pc:sldMk cId="2727488387" sldId="326"/>
            <ac:picMk id="13" creationId="{B4E3CFFD-E017-4EBF-A7E1-BD1880B1A7ED}"/>
          </ac:picMkLst>
        </pc:picChg>
      </pc:sldChg>
      <pc:sldChg chg="modSp mod">
        <pc:chgData name="Arthur Walker (Student at CentraleSupelec)" userId="6a5f520e-7585-4a8b-aded-220a6bb8e2e3" providerId="ADAL" clId="{219B5A69-0229-4517-82F5-536D93AF1EC1}" dt="2022-03-30T09:13:01.276" v="1240" actId="1076"/>
        <pc:sldMkLst>
          <pc:docMk/>
          <pc:sldMk cId="683013247" sldId="327"/>
        </pc:sldMkLst>
        <pc:spChg chg="mod">
          <ac:chgData name="Arthur Walker (Student at CentraleSupelec)" userId="6a5f520e-7585-4a8b-aded-220a6bb8e2e3" providerId="ADAL" clId="{219B5A69-0229-4517-82F5-536D93AF1EC1}" dt="2022-03-30T09:13:01.276" v="1240" actId="1076"/>
          <ac:spMkLst>
            <pc:docMk/>
            <pc:sldMk cId="683013247" sldId="327"/>
            <ac:spMk id="101" creationId="{00000000-0000-0000-0000-000000000000}"/>
          </ac:spMkLst>
        </pc:spChg>
      </pc:sldChg>
      <pc:sldChg chg="modSp mod">
        <pc:chgData name="Arthur Walker (Student at CentraleSupelec)" userId="6a5f520e-7585-4a8b-aded-220a6bb8e2e3" providerId="ADAL" clId="{219B5A69-0229-4517-82F5-536D93AF1EC1}" dt="2022-04-01T08:18:33.563" v="2541" actId="113"/>
        <pc:sldMkLst>
          <pc:docMk/>
          <pc:sldMk cId="2221448016" sldId="328"/>
        </pc:sldMkLst>
        <pc:spChg chg="mod">
          <ac:chgData name="Arthur Walker (Student at CentraleSupelec)" userId="6a5f520e-7585-4a8b-aded-220a6bb8e2e3" providerId="ADAL" clId="{219B5A69-0229-4517-82F5-536D93AF1EC1}" dt="2022-03-30T08:43:37.067" v="1196" actId="1035"/>
          <ac:spMkLst>
            <pc:docMk/>
            <pc:sldMk cId="2221448016" sldId="328"/>
            <ac:spMk id="5" creationId="{00000000-0000-0000-0000-000000000000}"/>
          </ac:spMkLst>
        </pc:spChg>
        <pc:spChg chg="mod">
          <ac:chgData name="Arthur Walker (Student at CentraleSupelec)" userId="6a5f520e-7585-4a8b-aded-220a6bb8e2e3" providerId="ADAL" clId="{219B5A69-0229-4517-82F5-536D93AF1EC1}" dt="2022-04-01T08:18:33.563" v="2541" actId="113"/>
          <ac:spMkLst>
            <pc:docMk/>
            <pc:sldMk cId="2221448016" sldId="328"/>
            <ac:spMk id="3073" creationId="{00000000-0000-0000-0000-000000000000}"/>
          </ac:spMkLst>
        </pc:spChg>
      </pc:sldChg>
      <pc:sldChg chg="modSp del mod">
        <pc:chgData name="Arthur Walker (Student at CentraleSupelec)" userId="6a5f520e-7585-4a8b-aded-220a6bb8e2e3" providerId="ADAL" clId="{219B5A69-0229-4517-82F5-536D93AF1EC1}" dt="2022-03-30T07:49:52.422" v="770" actId="47"/>
        <pc:sldMkLst>
          <pc:docMk/>
          <pc:sldMk cId="47497372" sldId="329"/>
        </pc:sldMkLst>
        <pc:spChg chg="mod">
          <ac:chgData name="Arthur Walker (Student at CentraleSupelec)" userId="6a5f520e-7585-4a8b-aded-220a6bb8e2e3" providerId="ADAL" clId="{219B5A69-0229-4517-82F5-536D93AF1EC1}" dt="2022-03-23T14:35:56.379" v="163" actId="20577"/>
          <ac:spMkLst>
            <pc:docMk/>
            <pc:sldMk cId="47497372" sldId="329"/>
            <ac:spMk id="16" creationId="{06565AE5-02CB-4264-859A-52CFBB6AFBC1}"/>
          </ac:spMkLst>
        </pc:spChg>
      </pc:sldChg>
      <pc:sldChg chg="del">
        <pc:chgData name="Arthur Walker (Student at CentraleSupelec)" userId="6a5f520e-7585-4a8b-aded-220a6bb8e2e3" providerId="ADAL" clId="{219B5A69-0229-4517-82F5-536D93AF1EC1}" dt="2022-03-30T07:49:54.579" v="771" actId="47"/>
        <pc:sldMkLst>
          <pc:docMk/>
          <pc:sldMk cId="306127276" sldId="330"/>
        </pc:sldMkLst>
      </pc:sldChg>
      <pc:sldChg chg="del">
        <pc:chgData name="Arthur Walker (Student at CentraleSupelec)" userId="6a5f520e-7585-4a8b-aded-220a6bb8e2e3" providerId="ADAL" clId="{219B5A69-0229-4517-82F5-536D93AF1EC1}" dt="2022-03-30T07:49:56.478" v="772" actId="47"/>
        <pc:sldMkLst>
          <pc:docMk/>
          <pc:sldMk cId="4164775671" sldId="331"/>
        </pc:sldMkLst>
      </pc:sldChg>
      <pc:sldChg chg="addSp delSp modSp mod modAnim">
        <pc:chgData name="Arthur Walker (Student at CentraleSupelec)" userId="6a5f520e-7585-4a8b-aded-220a6bb8e2e3" providerId="ADAL" clId="{219B5A69-0229-4517-82F5-536D93AF1EC1}" dt="2022-04-01T07:51:34.271" v="2337" actId="1076"/>
        <pc:sldMkLst>
          <pc:docMk/>
          <pc:sldMk cId="960771001" sldId="332"/>
        </pc:sldMkLst>
        <pc:spChg chg="mod">
          <ac:chgData name="Arthur Walker (Student at CentraleSupelec)" userId="6a5f520e-7585-4a8b-aded-220a6bb8e2e3" providerId="ADAL" clId="{219B5A69-0229-4517-82F5-536D93AF1EC1}" dt="2022-03-31T07:15:16.714" v="1484" actId="1076"/>
          <ac:spMkLst>
            <pc:docMk/>
            <pc:sldMk cId="960771001" sldId="332"/>
            <ac:spMk id="2" creationId="{A55601AC-4449-4FFB-9FDF-9A8237A798E9}"/>
          </ac:spMkLst>
        </pc:spChg>
        <pc:spChg chg="mod">
          <ac:chgData name="Arthur Walker (Student at CentraleSupelec)" userId="6a5f520e-7585-4a8b-aded-220a6bb8e2e3" providerId="ADAL" clId="{219B5A69-0229-4517-82F5-536D93AF1EC1}" dt="2022-03-31T07:16:10.306" v="1493" actId="1076"/>
          <ac:spMkLst>
            <pc:docMk/>
            <pc:sldMk cId="960771001" sldId="332"/>
            <ac:spMk id="6" creationId="{00000000-0000-0000-0000-000000000000}"/>
          </ac:spMkLst>
        </pc:spChg>
        <pc:spChg chg="mod">
          <ac:chgData name="Arthur Walker (Student at CentraleSupelec)" userId="6a5f520e-7585-4a8b-aded-220a6bb8e2e3" providerId="ADAL" clId="{219B5A69-0229-4517-82F5-536D93AF1EC1}" dt="2022-03-31T07:17:13.811" v="1507" actId="1076"/>
          <ac:spMkLst>
            <pc:docMk/>
            <pc:sldMk cId="960771001" sldId="332"/>
            <ac:spMk id="14" creationId="{93FB4E2D-5ECA-4881-AA3D-2E6F76C23E15}"/>
          </ac:spMkLst>
        </pc:spChg>
        <pc:spChg chg="mod">
          <ac:chgData name="Arthur Walker (Student at CentraleSupelec)" userId="6a5f520e-7585-4a8b-aded-220a6bb8e2e3" providerId="ADAL" clId="{219B5A69-0229-4517-82F5-536D93AF1EC1}" dt="2022-03-30T13:00:04.492" v="1302" actId="20577"/>
          <ac:spMkLst>
            <pc:docMk/>
            <pc:sldMk cId="960771001" sldId="332"/>
            <ac:spMk id="16" creationId="{37C10649-2EB9-4581-921E-B68026BCD633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2:43.171" v="1468" actId="14100"/>
          <ac:spMkLst>
            <pc:docMk/>
            <pc:sldMk cId="960771001" sldId="332"/>
            <ac:spMk id="21" creationId="{944CD19F-045F-4DDF-B9EF-279AD2394148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2:43.171" v="1468" actId="14100"/>
          <ac:spMkLst>
            <pc:docMk/>
            <pc:sldMk cId="960771001" sldId="332"/>
            <ac:spMk id="22" creationId="{DC64C9DC-2606-41DF-9DC0-A7D38B58827B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5:23.776" v="1485" actId="1076"/>
          <ac:spMkLst>
            <pc:docMk/>
            <pc:sldMk cId="960771001" sldId="332"/>
            <ac:spMk id="23" creationId="{D4433CAA-4B52-4A2B-AD6A-F06E7E99FAD2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31T07:16:45.545" v="1497" actId="478"/>
          <ac:spMkLst>
            <pc:docMk/>
            <pc:sldMk cId="960771001" sldId="332"/>
            <ac:spMk id="24" creationId="{CD367B6C-1D5F-45D6-A32C-0907C8891CC6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7:12.439" v="1506" actId="1076"/>
          <ac:spMkLst>
            <pc:docMk/>
            <pc:sldMk cId="960771001" sldId="332"/>
            <ac:spMk id="25" creationId="{4A8FD797-A1B3-451D-B1AB-68F29EA7F649}"/>
          </ac:spMkLst>
        </pc:spChg>
        <pc:spChg chg="add del mod">
          <ac:chgData name="Arthur Walker (Student at CentraleSupelec)" userId="6a5f520e-7585-4a8b-aded-220a6bb8e2e3" providerId="ADAL" clId="{219B5A69-0229-4517-82F5-536D93AF1EC1}" dt="2022-03-31T07:15:29.122" v="1486" actId="478"/>
          <ac:spMkLst>
            <pc:docMk/>
            <pc:sldMk cId="960771001" sldId="332"/>
            <ac:spMk id="26" creationId="{CB5B7E0C-E6C3-4C07-B660-0FD259821730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5:37.252" v="1487" actId="1076"/>
          <ac:spMkLst>
            <pc:docMk/>
            <pc:sldMk cId="960771001" sldId="332"/>
            <ac:spMk id="27" creationId="{338319D8-5FF6-45E0-A4AB-1DF87F16CD5A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6:19.509" v="1494" actId="1076"/>
          <ac:spMkLst>
            <pc:docMk/>
            <pc:sldMk cId="960771001" sldId="332"/>
            <ac:spMk id="28" creationId="{CFDB3CFE-05E2-46F6-A0D3-35F48DB3E97F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6:08.438" v="1492" actId="20577"/>
          <ac:spMkLst>
            <pc:docMk/>
            <pc:sldMk cId="960771001" sldId="332"/>
            <ac:spMk id="29" creationId="{A8DD3EBD-748C-4B10-ADC4-821A6008B172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16:40.904" v="1496" actId="1076"/>
          <ac:spMkLst>
            <pc:docMk/>
            <pc:sldMk cId="960771001" sldId="332"/>
            <ac:spMk id="30" creationId="{4543817B-314F-4E49-98D0-554DF7889C86}"/>
          </ac:spMkLst>
        </pc:spChg>
        <pc:spChg chg="mod">
          <ac:chgData name="Arthur Walker (Student at CentraleSupelec)" userId="6a5f520e-7585-4a8b-aded-220a6bb8e2e3" providerId="ADAL" clId="{219B5A69-0229-4517-82F5-536D93AF1EC1}" dt="2022-03-31T07:20:01.109" v="1513" actId="1076"/>
          <ac:spMkLst>
            <pc:docMk/>
            <pc:sldMk cId="960771001" sldId="332"/>
            <ac:spMk id="101" creationId="{00000000-0000-0000-0000-000000000000}"/>
          </ac:spMkLst>
        </pc:spChg>
        <pc:grpChg chg="add mod">
          <ac:chgData name="Arthur Walker (Student at CentraleSupelec)" userId="6a5f520e-7585-4a8b-aded-220a6bb8e2e3" providerId="ADAL" clId="{219B5A69-0229-4517-82F5-536D93AF1EC1}" dt="2022-03-31T07:26:47.479" v="1558" actId="1076"/>
          <ac:grpSpMkLst>
            <pc:docMk/>
            <pc:sldMk cId="960771001" sldId="332"/>
            <ac:grpSpMk id="13" creationId="{80E6CA61-3253-422F-9104-82E5416C5492}"/>
          </ac:grpSpMkLst>
        </pc:grpChg>
        <pc:grpChg chg="mod">
          <ac:chgData name="Arthur Walker (Student at CentraleSupelec)" userId="6a5f520e-7585-4a8b-aded-220a6bb8e2e3" providerId="ADAL" clId="{219B5A69-0229-4517-82F5-536D93AF1EC1}" dt="2022-04-01T07:51:34.271" v="2337" actId="1076"/>
          <ac:grpSpMkLst>
            <pc:docMk/>
            <pc:sldMk cId="960771001" sldId="332"/>
            <ac:grpSpMk id="39" creationId="{617BE134-ADA9-4844-9B7D-C7B151D54376}"/>
          </ac:grpSpMkLst>
        </pc:grpChg>
        <pc:picChg chg="del mod">
          <ac:chgData name="Arthur Walker (Student at CentraleSupelec)" userId="6a5f520e-7585-4a8b-aded-220a6bb8e2e3" providerId="ADAL" clId="{219B5A69-0229-4517-82F5-536D93AF1EC1}" dt="2022-04-01T06:46:56.279" v="2030" actId="478"/>
          <ac:picMkLst>
            <pc:docMk/>
            <pc:sldMk cId="960771001" sldId="332"/>
            <ac:picMk id="4" creationId="{8E0F647A-0D98-42DF-8902-BD3CD46418E1}"/>
          </ac:picMkLst>
        </pc:picChg>
        <pc:picChg chg="mod modCrop">
          <ac:chgData name="Arthur Walker (Student at CentraleSupelec)" userId="6a5f520e-7585-4a8b-aded-220a6bb8e2e3" providerId="ADAL" clId="{219B5A69-0229-4517-82F5-536D93AF1EC1}" dt="2022-03-31T07:26:36.880" v="1557" actId="1076"/>
          <ac:picMkLst>
            <pc:docMk/>
            <pc:sldMk cId="960771001" sldId="332"/>
            <ac:picMk id="15" creationId="{B6BEE4AA-A26A-49C4-97AB-33B67D6B8B70}"/>
          </ac:picMkLst>
        </pc:picChg>
        <pc:picChg chg="add del mod ord">
          <ac:chgData name="Arthur Walker (Student at CentraleSupelec)" userId="6a5f520e-7585-4a8b-aded-220a6bb8e2e3" providerId="ADAL" clId="{219B5A69-0229-4517-82F5-536D93AF1EC1}" dt="2022-04-01T06:46:58.670" v="2031" actId="478"/>
          <ac:picMkLst>
            <pc:docMk/>
            <pc:sldMk cId="960771001" sldId="332"/>
            <ac:picMk id="20" creationId="{310C1CBE-9D8B-4142-8AEB-561D73874ECE}"/>
          </ac:picMkLst>
        </pc:picChg>
      </pc:sldChg>
      <pc:sldChg chg="modSp mod">
        <pc:chgData name="Arthur Walker (Student at CentraleSupelec)" userId="6a5f520e-7585-4a8b-aded-220a6bb8e2e3" providerId="ADAL" clId="{219B5A69-0229-4517-82F5-536D93AF1EC1}" dt="2022-03-30T13:45:47.456" v="1319" actId="20577"/>
        <pc:sldMkLst>
          <pc:docMk/>
          <pc:sldMk cId="3840743767" sldId="333"/>
        </pc:sldMkLst>
        <pc:spChg chg="mod">
          <ac:chgData name="Arthur Walker (Student at CentraleSupelec)" userId="6a5f520e-7585-4a8b-aded-220a6bb8e2e3" providerId="ADAL" clId="{219B5A69-0229-4517-82F5-536D93AF1EC1}" dt="2022-03-30T13:45:47.456" v="1319" actId="20577"/>
          <ac:spMkLst>
            <pc:docMk/>
            <pc:sldMk cId="3840743767" sldId="333"/>
            <ac:spMk id="101" creationId="{00000000-0000-0000-0000-000000000000}"/>
          </ac:spMkLst>
        </pc:spChg>
      </pc:sldChg>
      <pc:sldChg chg="modSp mod">
        <pc:chgData name="Arthur Walker (Student at CentraleSupelec)" userId="6a5f520e-7585-4a8b-aded-220a6bb8e2e3" providerId="ADAL" clId="{219B5A69-0229-4517-82F5-536D93AF1EC1}" dt="2022-03-30T09:11:14.025" v="1234" actId="20577"/>
        <pc:sldMkLst>
          <pc:docMk/>
          <pc:sldMk cId="1354221754" sldId="334"/>
        </pc:sldMkLst>
        <pc:spChg chg="mod">
          <ac:chgData name="Arthur Walker (Student at CentraleSupelec)" userId="6a5f520e-7585-4a8b-aded-220a6bb8e2e3" providerId="ADAL" clId="{219B5A69-0229-4517-82F5-536D93AF1EC1}" dt="2022-03-30T08:54:31.272" v="1212" actId="20577"/>
          <ac:spMkLst>
            <pc:docMk/>
            <pc:sldMk cId="1354221754" sldId="334"/>
            <ac:spMk id="12" creationId="{13BF30B1-CB38-4E58-A803-D9C06E98BBD6}"/>
          </ac:spMkLst>
        </pc:spChg>
        <pc:spChg chg="mod">
          <ac:chgData name="Arthur Walker (Student at CentraleSupelec)" userId="6a5f520e-7585-4a8b-aded-220a6bb8e2e3" providerId="ADAL" clId="{219B5A69-0229-4517-82F5-536D93AF1EC1}" dt="2022-03-30T08:29:33.959" v="1138" actId="20577"/>
          <ac:spMkLst>
            <pc:docMk/>
            <pc:sldMk cId="1354221754" sldId="334"/>
            <ac:spMk id="13" creationId="{5E18E74E-E418-486E-A92B-F6A588BCB2D2}"/>
          </ac:spMkLst>
        </pc:spChg>
        <pc:spChg chg="mod">
          <ac:chgData name="Arthur Walker (Student at CentraleSupelec)" userId="6a5f520e-7585-4a8b-aded-220a6bb8e2e3" providerId="ADAL" clId="{219B5A69-0229-4517-82F5-536D93AF1EC1}" dt="2022-03-30T08:29:13.126" v="1128" actId="20577"/>
          <ac:spMkLst>
            <pc:docMk/>
            <pc:sldMk cId="1354221754" sldId="334"/>
            <ac:spMk id="18" creationId="{C49A428D-A3E6-4161-AC70-075DD43976B9}"/>
          </ac:spMkLst>
        </pc:spChg>
        <pc:spChg chg="mod">
          <ac:chgData name="Arthur Walker (Student at CentraleSupelec)" userId="6a5f520e-7585-4a8b-aded-220a6bb8e2e3" providerId="ADAL" clId="{219B5A69-0229-4517-82F5-536D93AF1EC1}" dt="2022-03-30T09:11:14.025" v="1234" actId="20577"/>
          <ac:spMkLst>
            <pc:docMk/>
            <pc:sldMk cId="1354221754" sldId="334"/>
            <ac:spMk id="101" creationId="{00000000-0000-0000-0000-000000000000}"/>
          </ac:spMkLst>
        </pc:spChg>
        <pc:grpChg chg="mod">
          <ac:chgData name="Arthur Walker (Student at CentraleSupelec)" userId="6a5f520e-7585-4a8b-aded-220a6bb8e2e3" providerId="ADAL" clId="{219B5A69-0229-4517-82F5-536D93AF1EC1}" dt="2022-03-30T08:54:38.405" v="1214" actId="1035"/>
          <ac:grpSpMkLst>
            <pc:docMk/>
            <pc:sldMk cId="1354221754" sldId="334"/>
            <ac:grpSpMk id="27" creationId="{B189261D-B476-4049-BBA6-263030A3EA9B}"/>
          </ac:grpSpMkLst>
        </pc:grpChg>
        <pc:cxnChg chg="mod">
          <ac:chgData name="Arthur Walker (Student at CentraleSupelec)" userId="6a5f520e-7585-4a8b-aded-220a6bb8e2e3" providerId="ADAL" clId="{219B5A69-0229-4517-82F5-536D93AF1EC1}" dt="2022-03-30T08:54:42.010" v="1217" actId="1036"/>
          <ac:cxnSpMkLst>
            <pc:docMk/>
            <pc:sldMk cId="1354221754" sldId="334"/>
            <ac:cxnSpMk id="14" creationId="{6D81C0B2-5B6F-4322-971F-331FFB1D76C2}"/>
          </ac:cxnSpMkLst>
        </pc:cxnChg>
        <pc:cxnChg chg="mod">
          <ac:chgData name="Arthur Walker (Student at CentraleSupelec)" userId="6a5f520e-7585-4a8b-aded-220a6bb8e2e3" providerId="ADAL" clId="{219B5A69-0229-4517-82F5-536D93AF1EC1}" dt="2022-03-30T08:54:45.409" v="1220" actId="1036"/>
          <ac:cxnSpMkLst>
            <pc:docMk/>
            <pc:sldMk cId="1354221754" sldId="334"/>
            <ac:cxnSpMk id="19" creationId="{43F09446-84B0-49FF-B13A-9022CD88F84C}"/>
          </ac:cxnSpMkLst>
        </pc:cxnChg>
      </pc:sldChg>
      <pc:sldChg chg="modSp mod">
        <pc:chgData name="Arthur Walker (Student at CentraleSupelec)" userId="6a5f520e-7585-4a8b-aded-220a6bb8e2e3" providerId="ADAL" clId="{219B5A69-0229-4517-82F5-536D93AF1EC1}" dt="2022-04-01T07:56:08.238" v="2427" actId="1076"/>
        <pc:sldMkLst>
          <pc:docMk/>
          <pc:sldMk cId="1967546647" sldId="337"/>
        </pc:sldMkLst>
        <pc:spChg chg="mod">
          <ac:chgData name="Arthur Walker (Student at CentraleSupelec)" userId="6a5f520e-7585-4a8b-aded-220a6bb8e2e3" providerId="ADAL" clId="{219B5A69-0229-4517-82F5-536D93AF1EC1}" dt="2022-04-01T07:56:08.238" v="2427" actId="1076"/>
          <ac:spMkLst>
            <pc:docMk/>
            <pc:sldMk cId="1967546647" sldId="337"/>
            <ac:spMk id="101" creationId="{00000000-0000-0000-0000-000000000000}"/>
          </ac:spMkLst>
        </pc:spChg>
      </pc:sldChg>
      <pc:sldChg chg="addSp delSp modSp mod">
        <pc:chgData name="Arthur Walker (Student at CentraleSupelec)" userId="6a5f520e-7585-4a8b-aded-220a6bb8e2e3" providerId="ADAL" clId="{219B5A69-0229-4517-82F5-536D93AF1EC1}" dt="2022-04-01T07:45:59.375" v="2243" actId="478"/>
        <pc:sldMkLst>
          <pc:docMk/>
          <pc:sldMk cId="135843239" sldId="340"/>
        </pc:sldMkLst>
        <pc:spChg chg="add del mod">
          <ac:chgData name="Arthur Walker (Student at CentraleSupelec)" userId="6a5f520e-7585-4a8b-aded-220a6bb8e2e3" providerId="ADAL" clId="{219B5A69-0229-4517-82F5-536D93AF1EC1}" dt="2022-04-01T07:45:59.375" v="2243" actId="478"/>
          <ac:spMkLst>
            <pc:docMk/>
            <pc:sldMk cId="135843239" sldId="340"/>
            <ac:spMk id="10" creationId="{4E31A098-F37D-44D9-9E91-8CA6E5BD308C}"/>
          </ac:spMkLst>
        </pc:spChg>
        <pc:spChg chg="mod">
          <ac:chgData name="Arthur Walker (Student at CentraleSupelec)" userId="6a5f520e-7585-4a8b-aded-220a6bb8e2e3" providerId="ADAL" clId="{219B5A69-0229-4517-82F5-536D93AF1EC1}" dt="2022-03-31T07:28:45.932" v="1650" actId="1076"/>
          <ac:spMkLst>
            <pc:docMk/>
            <pc:sldMk cId="135843239" sldId="340"/>
            <ac:spMk id="14" creationId="{6E31029C-E3E8-4674-9EAA-B4CFD610AB9C}"/>
          </ac:spMkLst>
        </pc:spChg>
        <pc:spChg chg="mod">
          <ac:chgData name="Arthur Walker (Student at CentraleSupelec)" userId="6a5f520e-7585-4a8b-aded-220a6bb8e2e3" providerId="ADAL" clId="{219B5A69-0229-4517-82F5-536D93AF1EC1}" dt="2022-03-31T07:28:45.932" v="1650" actId="1076"/>
          <ac:spMkLst>
            <pc:docMk/>
            <pc:sldMk cId="135843239" sldId="340"/>
            <ac:spMk id="15" creationId="{7B5F7BA8-DA19-42C2-B382-326BF71320BD}"/>
          </ac:spMkLst>
        </pc:spChg>
        <pc:spChg chg="mod">
          <ac:chgData name="Arthur Walker (Student at CentraleSupelec)" userId="6a5f520e-7585-4a8b-aded-220a6bb8e2e3" providerId="ADAL" clId="{219B5A69-0229-4517-82F5-536D93AF1EC1}" dt="2022-03-31T11:08:48.105" v="1811" actId="20577"/>
          <ac:spMkLst>
            <pc:docMk/>
            <pc:sldMk cId="135843239" sldId="340"/>
            <ac:spMk id="16" creationId="{06565AE5-02CB-4264-859A-52CFBB6AFBC1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17:32.330" v="2036" actId="1076"/>
          <ac:spMkLst>
            <pc:docMk/>
            <pc:sldMk cId="135843239" sldId="340"/>
            <ac:spMk id="17" creationId="{1562F5A7-03C7-4B09-B0A9-C527D6AA98C9}"/>
          </ac:spMkLst>
        </pc:spChg>
        <pc:spChg chg="del">
          <ac:chgData name="Arthur Walker (Student at CentraleSupelec)" userId="6a5f520e-7585-4a8b-aded-220a6bb8e2e3" providerId="ADAL" clId="{219B5A69-0229-4517-82F5-536D93AF1EC1}" dt="2022-03-30T08:02:50.879" v="985" actId="478"/>
          <ac:spMkLst>
            <pc:docMk/>
            <pc:sldMk cId="135843239" sldId="340"/>
            <ac:spMk id="18" creationId="{6542CB3C-3D24-4875-A1EE-6B0FB67CCF0A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17:48.320" v="2041" actId="20577"/>
          <ac:spMkLst>
            <pc:docMk/>
            <pc:sldMk cId="135843239" sldId="340"/>
            <ac:spMk id="18" creationId="{F196B855-551A-4279-8BB8-4A1FE3A725C7}"/>
          </ac:spMkLst>
        </pc:spChg>
        <pc:spChg chg="add mod">
          <ac:chgData name="Arthur Walker (Student at CentraleSupelec)" userId="6a5f520e-7585-4a8b-aded-220a6bb8e2e3" providerId="ADAL" clId="{219B5A69-0229-4517-82F5-536D93AF1EC1}" dt="2022-03-31T11:09:35.684" v="1815" actId="1076"/>
          <ac:spMkLst>
            <pc:docMk/>
            <pc:sldMk cId="135843239" sldId="340"/>
            <ac:spMk id="19" creationId="{15BAAB2F-C03D-4149-A3EF-6D394704E215}"/>
          </ac:spMkLst>
        </pc:spChg>
        <pc:spChg chg="mod">
          <ac:chgData name="Arthur Walker (Student at CentraleSupelec)" userId="6a5f520e-7585-4a8b-aded-220a6bb8e2e3" providerId="ADAL" clId="{219B5A69-0229-4517-82F5-536D93AF1EC1}" dt="2022-04-01T07:17:50.903" v="2043" actId="20577"/>
          <ac:spMkLst>
            <pc:docMk/>
            <pc:sldMk cId="135843239" sldId="340"/>
            <ac:spMk id="20" creationId="{8ECA71E1-FBB0-4E87-B3E1-0071628A1F7C}"/>
          </ac:spMkLst>
        </pc:spChg>
        <pc:spChg chg="del">
          <ac:chgData name="Arthur Walker (Student at CentraleSupelec)" userId="6a5f520e-7585-4a8b-aded-220a6bb8e2e3" providerId="ADAL" clId="{219B5A69-0229-4517-82F5-536D93AF1EC1}" dt="2022-03-30T08:02:52.871" v="986" actId="478"/>
          <ac:spMkLst>
            <pc:docMk/>
            <pc:sldMk cId="135843239" sldId="340"/>
            <ac:spMk id="21" creationId="{732D4174-B80A-4C6D-A406-A46DA76FCD32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18:14.745" v="2055" actId="20577"/>
          <ac:spMkLst>
            <pc:docMk/>
            <pc:sldMk cId="135843239" sldId="340"/>
            <ac:spMk id="21" creationId="{9048E279-F7E4-4FFA-98B5-DD39F697018D}"/>
          </ac:spMkLst>
        </pc:spChg>
        <pc:spChg chg="del mod">
          <ac:chgData name="Arthur Walker (Student at CentraleSupelec)" userId="6a5f520e-7585-4a8b-aded-220a6bb8e2e3" providerId="ADAL" clId="{219B5A69-0229-4517-82F5-536D93AF1EC1}" dt="2022-03-31T07:34:30.014" v="1662" actId="478"/>
          <ac:spMkLst>
            <pc:docMk/>
            <pc:sldMk cId="135843239" sldId="340"/>
            <ac:spMk id="21" creationId="{EF4E9A29-3374-4255-84DF-4F1C4A10E308}"/>
          </ac:spMkLst>
        </pc:spChg>
        <pc:spChg chg="del mod">
          <ac:chgData name="Arthur Walker (Student at CentraleSupelec)" userId="6a5f520e-7585-4a8b-aded-220a6bb8e2e3" providerId="ADAL" clId="{219B5A69-0229-4517-82F5-536D93AF1EC1}" dt="2022-03-31T07:34:32.720" v="1663" actId="478"/>
          <ac:spMkLst>
            <pc:docMk/>
            <pc:sldMk cId="135843239" sldId="340"/>
            <ac:spMk id="22" creationId="{11EEB52D-9718-4870-B4D8-6D4804B45C2D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18:11.339" v="2053" actId="1038"/>
          <ac:spMkLst>
            <pc:docMk/>
            <pc:sldMk cId="135843239" sldId="340"/>
            <ac:spMk id="22" creationId="{B6218AFB-D4B6-4426-90E5-5C7AEDBA4871}"/>
          </ac:spMkLst>
        </pc:spChg>
        <pc:spChg chg="mod">
          <ac:chgData name="Arthur Walker (Student at CentraleSupelec)" userId="6a5f520e-7585-4a8b-aded-220a6bb8e2e3" providerId="ADAL" clId="{219B5A69-0229-4517-82F5-536D93AF1EC1}" dt="2022-04-01T06:40:40.730" v="1994" actId="20577"/>
          <ac:spMkLst>
            <pc:docMk/>
            <pc:sldMk cId="135843239" sldId="340"/>
            <ac:spMk id="101" creationId="{00000000-0000-0000-0000-000000000000}"/>
          </ac:spMkLst>
        </pc:spChg>
        <pc:grpChg chg="mod">
          <ac:chgData name="Arthur Walker (Student at CentraleSupelec)" userId="6a5f520e-7585-4a8b-aded-220a6bb8e2e3" providerId="ADAL" clId="{219B5A69-0229-4517-82F5-536D93AF1EC1}" dt="2022-03-31T07:28:45.932" v="1650" actId="1076"/>
          <ac:grpSpMkLst>
            <pc:docMk/>
            <pc:sldMk cId="135843239" sldId="340"/>
            <ac:grpSpMk id="30" creationId="{1C46A1B8-1942-4BA0-92A2-ED5AB3805737}"/>
          </ac:grpSpMkLst>
        </pc:grpChg>
        <pc:picChg chg="mod ord modCrop">
          <ac:chgData name="Arthur Walker (Student at CentraleSupelec)" userId="6a5f520e-7585-4a8b-aded-220a6bb8e2e3" providerId="ADAL" clId="{219B5A69-0229-4517-82F5-536D93AF1EC1}" dt="2022-03-31T07:34:50.831" v="1666" actId="14100"/>
          <ac:picMkLst>
            <pc:docMk/>
            <pc:sldMk cId="135843239" sldId="340"/>
            <ac:picMk id="4" creationId="{F01C5B61-3627-4F5E-A0D2-A13745912C5D}"/>
          </ac:picMkLst>
        </pc:picChg>
        <pc:picChg chg="add mod ord">
          <ac:chgData name="Arthur Walker (Student at CentraleSupelec)" userId="6a5f520e-7585-4a8b-aded-220a6bb8e2e3" providerId="ADAL" clId="{219B5A69-0229-4517-82F5-536D93AF1EC1}" dt="2022-04-01T07:17:39.162" v="2039" actId="1076"/>
          <ac:picMkLst>
            <pc:docMk/>
            <pc:sldMk cId="135843239" sldId="340"/>
            <ac:picMk id="8" creationId="{AA008BE5-90A0-449E-BC1D-4151B876CD12}"/>
          </ac:picMkLst>
        </pc:picChg>
        <pc:picChg chg="del mod modCrop">
          <ac:chgData name="Arthur Walker (Student at CentraleSupelec)" userId="6a5f520e-7585-4a8b-aded-220a6bb8e2e3" providerId="ADAL" clId="{219B5A69-0229-4517-82F5-536D93AF1EC1}" dt="2022-03-31T11:07:02.032" v="1790" actId="478"/>
          <ac:picMkLst>
            <pc:docMk/>
            <pc:sldMk cId="135843239" sldId="340"/>
            <ac:picMk id="9" creationId="{EB0D4989-9A5A-44FE-8610-0C0C6C6AD239}"/>
          </ac:picMkLst>
        </pc:picChg>
      </pc:sldChg>
      <pc:sldChg chg="del">
        <pc:chgData name="Arthur Walker (Student at CentraleSupelec)" userId="6a5f520e-7585-4a8b-aded-220a6bb8e2e3" providerId="ADAL" clId="{219B5A69-0229-4517-82F5-536D93AF1EC1}" dt="2022-03-30T08:03:08.893" v="987" actId="47"/>
        <pc:sldMkLst>
          <pc:docMk/>
          <pc:sldMk cId="185327214" sldId="341"/>
        </pc:sldMkLst>
      </pc:sldChg>
      <pc:sldChg chg="addSp modSp mod">
        <pc:chgData name="Arthur Walker (Student at CentraleSupelec)" userId="6a5f520e-7585-4a8b-aded-220a6bb8e2e3" providerId="ADAL" clId="{219B5A69-0229-4517-82F5-536D93AF1EC1}" dt="2022-04-01T08:17:26.778" v="2482"/>
        <pc:sldMkLst>
          <pc:docMk/>
          <pc:sldMk cId="3279212082" sldId="341"/>
        </pc:sldMkLst>
        <pc:spChg chg="mod">
          <ac:chgData name="Arthur Walker (Student at CentraleSupelec)" userId="6a5f520e-7585-4a8b-aded-220a6bb8e2e3" providerId="ADAL" clId="{219B5A69-0229-4517-82F5-536D93AF1EC1}" dt="2022-04-01T08:17:26.778" v="2482"/>
          <ac:spMkLst>
            <pc:docMk/>
            <pc:sldMk cId="3279212082" sldId="341"/>
            <ac:spMk id="2" creationId="{389B4ECC-CE09-4B58-87EB-5CBD0E2145A1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51:29.395" v="1735" actId="1076"/>
          <ac:spMkLst>
            <pc:docMk/>
            <pc:sldMk cId="3279212082" sldId="341"/>
            <ac:spMk id="3" creationId="{6C334620-3D30-4917-A491-9CC91ADD8DD6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52:32.268" v="1776" actId="1076"/>
          <ac:spMkLst>
            <pc:docMk/>
            <pc:sldMk cId="3279212082" sldId="341"/>
            <ac:spMk id="4" creationId="{1D9B11DE-9815-4018-98D9-F3EC12535288}"/>
          </ac:spMkLst>
        </pc:spChg>
        <pc:spChg chg="mod">
          <ac:chgData name="Arthur Walker (Student at CentraleSupelec)" userId="6a5f520e-7585-4a8b-aded-220a6bb8e2e3" providerId="ADAL" clId="{219B5A69-0229-4517-82F5-536D93AF1EC1}" dt="2022-04-01T08:16:57.501" v="2468" actId="20577"/>
          <ac:spMkLst>
            <pc:docMk/>
            <pc:sldMk cId="3279212082" sldId="341"/>
            <ac:spMk id="8" creationId="{C772A284-4F81-40BF-BA2E-16BF3D55AF73}"/>
          </ac:spMkLst>
        </pc:spChg>
        <pc:spChg chg="add mod">
          <ac:chgData name="Arthur Walker (Student at CentraleSupelec)" userId="6a5f520e-7585-4a8b-aded-220a6bb8e2e3" providerId="ADAL" clId="{219B5A69-0229-4517-82F5-536D93AF1EC1}" dt="2022-03-31T07:52:27.700" v="1775" actId="1076"/>
          <ac:spMkLst>
            <pc:docMk/>
            <pc:sldMk cId="3279212082" sldId="341"/>
            <ac:spMk id="10" creationId="{F6CEC0ED-6516-4F41-844C-4550D81A668F}"/>
          </ac:spMkLst>
        </pc:spChg>
        <pc:spChg chg="mod">
          <ac:chgData name="Arthur Walker (Student at CentraleSupelec)" userId="6a5f520e-7585-4a8b-aded-220a6bb8e2e3" providerId="ADAL" clId="{219B5A69-0229-4517-82F5-536D93AF1EC1}" dt="2022-03-30T13:48:03.531" v="1341" actId="20577"/>
          <ac:spMkLst>
            <pc:docMk/>
            <pc:sldMk cId="3279212082" sldId="341"/>
            <ac:spMk id="3073" creationId="{00000000-0000-0000-0000-000000000000}"/>
          </ac:spMkLst>
        </pc:spChg>
      </pc:sldChg>
      <pc:sldChg chg="addSp delSp modSp mod delAnim">
        <pc:chgData name="Arthur Walker (Student at CentraleSupelec)" userId="6a5f520e-7585-4a8b-aded-220a6bb8e2e3" providerId="ADAL" clId="{219B5A69-0229-4517-82F5-536D93AF1EC1}" dt="2022-04-01T06:46:21.084" v="2029" actId="20577"/>
        <pc:sldMkLst>
          <pc:docMk/>
          <pc:sldMk cId="644609347" sldId="342"/>
        </pc:sldMkLst>
        <pc:spChg chg="del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14" creationId="{6E31029C-E3E8-4674-9EAA-B4CFD610AB9C}"/>
          </ac:spMkLst>
        </pc:spChg>
        <pc:spChg chg="del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15" creationId="{7B5F7BA8-DA19-42C2-B382-326BF71320BD}"/>
          </ac:spMkLst>
        </pc:spChg>
        <pc:spChg chg="del mod">
          <ac:chgData name="Arthur Walker (Student at CentraleSupelec)" userId="6a5f520e-7585-4a8b-aded-220a6bb8e2e3" providerId="ADAL" clId="{219B5A69-0229-4517-82F5-536D93AF1EC1}" dt="2022-04-01T06:45:47.692" v="2017" actId="478"/>
          <ac:spMkLst>
            <pc:docMk/>
            <pc:sldMk cId="644609347" sldId="342"/>
            <ac:spMk id="16" creationId="{06565AE5-02CB-4264-859A-52CFBB6AFBC1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17" creationId="{0F763E59-4B5F-4038-AA26-D1EAF6999215}"/>
          </ac:spMkLst>
        </pc:spChg>
        <pc:spChg chg="add del mod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18" creationId="{DC7B8D3B-1C6E-41D4-83DD-3D16C90AFCDD}"/>
          </ac:spMkLst>
        </pc:spChg>
        <pc:spChg chg="del mod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19" creationId="{DE8C38E5-ABAF-492C-8592-F180070B2C92}"/>
          </ac:spMkLst>
        </pc:spChg>
        <pc:spChg chg="add mod">
          <ac:chgData name="Arthur Walker (Student at CentraleSupelec)" userId="6a5f520e-7585-4a8b-aded-220a6bb8e2e3" providerId="ADAL" clId="{219B5A69-0229-4517-82F5-536D93AF1EC1}" dt="2022-03-30T08:45:34.639" v="1209" actId="1076"/>
          <ac:spMkLst>
            <pc:docMk/>
            <pc:sldMk cId="644609347" sldId="342"/>
            <ac:spMk id="20" creationId="{8ADD73BF-CA92-4164-A40F-F96ABE16B75D}"/>
          </ac:spMkLst>
        </pc:spChg>
        <pc:spChg chg="del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21" creationId="{4F47695A-423C-40DF-908B-8E7717647B2C}"/>
          </ac:spMkLst>
        </pc:spChg>
        <pc:spChg chg="del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22" creationId="{52CCB762-6E4B-4F7C-98F7-3D67745BC78E}"/>
          </ac:spMkLst>
        </pc:spChg>
        <pc:spChg chg="del">
          <ac:chgData name="Arthur Walker (Student at CentraleSupelec)" userId="6a5f520e-7585-4a8b-aded-220a6bb8e2e3" providerId="ADAL" clId="{219B5A69-0229-4517-82F5-536D93AF1EC1}" dt="2022-03-31T07:16:54.672" v="1498" actId="478"/>
          <ac:spMkLst>
            <pc:docMk/>
            <pc:sldMk cId="644609347" sldId="342"/>
            <ac:spMk id="25" creationId="{B66CB957-9073-471B-88EC-B3D349C0AA86}"/>
          </ac:spMkLst>
        </pc:spChg>
        <pc:spChg chg="del">
          <ac:chgData name="Arthur Walker (Student at CentraleSupelec)" userId="6a5f520e-7585-4a8b-aded-220a6bb8e2e3" providerId="ADAL" clId="{219B5A69-0229-4517-82F5-536D93AF1EC1}" dt="2022-04-01T06:43:09.837" v="1996" actId="478"/>
          <ac:spMkLst>
            <pc:docMk/>
            <pc:sldMk cId="644609347" sldId="342"/>
            <ac:spMk id="27" creationId="{FDA81ED7-0547-4837-BE16-DB83E5286D02}"/>
          </ac:spMkLst>
        </pc:spChg>
        <pc:spChg chg="del">
          <ac:chgData name="Arthur Walker (Student at CentraleSupelec)" userId="6a5f520e-7585-4a8b-aded-220a6bb8e2e3" providerId="ADAL" clId="{219B5A69-0229-4517-82F5-536D93AF1EC1}" dt="2022-03-30T08:44:54.945" v="1199" actId="478"/>
          <ac:spMkLst>
            <pc:docMk/>
            <pc:sldMk cId="644609347" sldId="342"/>
            <ac:spMk id="33" creationId="{07F252E7-7D90-409C-B196-7441D7D08E1F}"/>
          </ac:spMkLst>
        </pc:spChg>
        <pc:spChg chg="mod">
          <ac:chgData name="Arthur Walker (Student at CentraleSupelec)" userId="6a5f520e-7585-4a8b-aded-220a6bb8e2e3" providerId="ADAL" clId="{219B5A69-0229-4517-82F5-536D93AF1EC1}" dt="2022-04-01T06:46:21.084" v="2029" actId="20577"/>
          <ac:spMkLst>
            <pc:docMk/>
            <pc:sldMk cId="644609347" sldId="342"/>
            <ac:spMk id="101" creationId="{00000000-0000-0000-0000-000000000000}"/>
          </ac:spMkLst>
        </pc:spChg>
        <pc:picChg chg="del mod">
          <ac:chgData name="Arthur Walker (Student at CentraleSupelec)" userId="6a5f520e-7585-4a8b-aded-220a6bb8e2e3" providerId="ADAL" clId="{219B5A69-0229-4517-82F5-536D93AF1EC1}" dt="2022-04-01T06:43:09.837" v="1996" actId="478"/>
          <ac:picMkLst>
            <pc:docMk/>
            <pc:sldMk cId="644609347" sldId="342"/>
            <ac:picMk id="3" creationId="{F2E5D427-D172-4351-8EAF-069FDBE1C2DA}"/>
          </ac:picMkLst>
        </pc:picChg>
        <pc:picChg chg="add mod modCrop">
          <ac:chgData name="Arthur Walker (Student at CentraleSupelec)" userId="6a5f520e-7585-4a8b-aded-220a6bb8e2e3" providerId="ADAL" clId="{219B5A69-0229-4517-82F5-536D93AF1EC1}" dt="2022-04-01T06:44:47.625" v="2002" actId="14100"/>
          <ac:picMkLst>
            <pc:docMk/>
            <pc:sldMk cId="644609347" sldId="342"/>
            <ac:picMk id="4" creationId="{6C94FF96-4B25-4A2A-BCB3-3A5E64FF0543}"/>
          </ac:picMkLst>
        </pc:picChg>
        <pc:cxnChg chg="add mod">
          <ac:chgData name="Arthur Walker (Student at CentraleSupelec)" userId="6a5f520e-7585-4a8b-aded-220a6bb8e2e3" providerId="ADAL" clId="{219B5A69-0229-4517-82F5-536D93AF1EC1}" dt="2022-03-30T08:45:21.304" v="1205" actId="1037"/>
          <ac:cxnSpMkLst>
            <pc:docMk/>
            <pc:sldMk cId="644609347" sldId="342"/>
            <ac:cxnSpMk id="18" creationId="{004D6B81-7C5C-4802-B629-6D949741EBD0}"/>
          </ac:cxnSpMkLst>
        </pc:cxnChg>
        <pc:cxnChg chg="mod">
          <ac:chgData name="Arthur Walker (Student at CentraleSupelec)" userId="6a5f520e-7585-4a8b-aded-220a6bb8e2e3" providerId="ADAL" clId="{219B5A69-0229-4517-82F5-536D93AF1EC1}" dt="2022-03-30T08:45:26.593" v="1207" actId="1035"/>
          <ac:cxnSpMkLst>
            <pc:docMk/>
            <pc:sldMk cId="644609347" sldId="342"/>
            <ac:cxnSpMk id="23" creationId="{903FA910-867C-495F-8EAF-21245C402C34}"/>
          </ac:cxnSpMkLst>
        </pc:cxnChg>
      </pc:sldChg>
      <pc:sldChg chg="addSp delSp modSp add mod">
        <pc:chgData name="Arthur Walker (Student at CentraleSupelec)" userId="6a5f520e-7585-4a8b-aded-220a6bb8e2e3" providerId="ADAL" clId="{219B5A69-0229-4517-82F5-536D93AF1EC1}" dt="2022-04-01T07:30:03.165" v="2115" actId="1076"/>
        <pc:sldMkLst>
          <pc:docMk/>
          <pc:sldMk cId="3561774659" sldId="344"/>
        </pc:sldMkLst>
        <pc:spChg chg="del">
          <ac:chgData name="Arthur Walker (Student at CentraleSupelec)" userId="6a5f520e-7585-4a8b-aded-220a6bb8e2e3" providerId="ADAL" clId="{219B5A69-0229-4517-82F5-536D93AF1EC1}" dt="2022-03-30T09:19:11.916" v="1281" actId="478"/>
          <ac:spMkLst>
            <pc:docMk/>
            <pc:sldMk cId="3561774659" sldId="344"/>
            <ac:spMk id="16" creationId="{06565AE5-02CB-4264-859A-52CFBB6AFBC1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7:07.103" v="2067" actId="1076"/>
          <ac:spMkLst>
            <pc:docMk/>
            <pc:sldMk cId="3561774659" sldId="344"/>
            <ac:spMk id="16" creationId="{467FBA5A-3E4F-4902-97DF-478C3424F8F6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7:29.546" v="2075" actId="20577"/>
          <ac:spMkLst>
            <pc:docMk/>
            <pc:sldMk cId="3561774659" sldId="344"/>
            <ac:spMk id="17" creationId="{38B0CF34-1A88-4379-8626-4746D18A9D85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7:33.470" v="2077" actId="20577"/>
          <ac:spMkLst>
            <pc:docMk/>
            <pc:sldMk cId="3561774659" sldId="344"/>
            <ac:spMk id="18" creationId="{99CDE7B5-AC63-4803-9DB9-0171983F4C74}"/>
          </ac:spMkLst>
        </pc:spChg>
        <pc:spChg chg="mod">
          <ac:chgData name="Arthur Walker (Student at CentraleSupelec)" userId="6a5f520e-7585-4a8b-aded-220a6bb8e2e3" providerId="ADAL" clId="{219B5A69-0229-4517-82F5-536D93AF1EC1}" dt="2022-04-01T07:27:45.757" v="2078"/>
          <ac:spMkLst>
            <pc:docMk/>
            <pc:sldMk cId="3561774659" sldId="344"/>
            <ac:spMk id="21" creationId="{38C24655-7781-46A3-8FF7-D97622D2363C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9:06.574" v="2099" actId="1076"/>
          <ac:spMkLst>
            <pc:docMk/>
            <pc:sldMk cId="3561774659" sldId="344"/>
            <ac:spMk id="23" creationId="{3C755C16-4FA6-47B8-80FA-3E9921F769A0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30:03.165" v="2115" actId="1076"/>
          <ac:spMkLst>
            <pc:docMk/>
            <pc:sldMk cId="3561774659" sldId="344"/>
            <ac:spMk id="24" creationId="{6FC35667-F58B-4B59-96AA-DADC7BC165FF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9:20.228" v="2104" actId="1076"/>
          <ac:spMkLst>
            <pc:docMk/>
            <pc:sldMk cId="3561774659" sldId="344"/>
            <ac:spMk id="25" creationId="{0E8DA576-78C1-4F84-AD87-1A187DCBF245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9:29.971" v="2106" actId="1076"/>
          <ac:spMkLst>
            <pc:docMk/>
            <pc:sldMk cId="3561774659" sldId="344"/>
            <ac:spMk id="26" creationId="{CED304E8-D642-4D49-92C6-4DAF627C0D32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9:42.855" v="2112" actId="20577"/>
          <ac:spMkLst>
            <pc:docMk/>
            <pc:sldMk cId="3561774659" sldId="344"/>
            <ac:spMk id="27" creationId="{06C94D57-5A8C-4D55-B252-17C738CEE790}"/>
          </ac:spMkLst>
        </pc:spChg>
        <pc:spChg chg="add mod">
          <ac:chgData name="Arthur Walker (Student at CentraleSupelec)" userId="6a5f520e-7585-4a8b-aded-220a6bb8e2e3" providerId="ADAL" clId="{219B5A69-0229-4517-82F5-536D93AF1EC1}" dt="2022-04-01T07:29:45.274" v="2114" actId="20577"/>
          <ac:spMkLst>
            <pc:docMk/>
            <pc:sldMk cId="3561774659" sldId="344"/>
            <ac:spMk id="28" creationId="{D1188F41-856F-4806-90AD-EA966980FA9B}"/>
          </ac:spMkLst>
        </pc:spChg>
        <pc:spChg chg="mod">
          <ac:chgData name="Arthur Walker (Student at CentraleSupelec)" userId="6a5f520e-7585-4a8b-aded-220a6bb8e2e3" providerId="ADAL" clId="{219B5A69-0229-4517-82F5-536D93AF1EC1}" dt="2022-04-01T07:29:08.504" v="2100" actId="1076"/>
          <ac:spMkLst>
            <pc:docMk/>
            <pc:sldMk cId="3561774659" sldId="344"/>
            <ac:spMk id="101" creationId="{00000000-0000-0000-0000-000000000000}"/>
          </ac:spMkLst>
        </pc:spChg>
        <pc:grpChg chg="add mod">
          <ac:chgData name="Arthur Walker (Student at CentraleSupelec)" userId="6a5f520e-7585-4a8b-aded-220a6bb8e2e3" providerId="ADAL" clId="{219B5A69-0229-4517-82F5-536D93AF1EC1}" dt="2022-04-01T07:27:56.699" v="2082" actId="1076"/>
          <ac:grpSpMkLst>
            <pc:docMk/>
            <pc:sldMk cId="3561774659" sldId="344"/>
            <ac:grpSpMk id="19" creationId="{8FB10F9B-2543-428F-8C32-8D9EAA546F86}"/>
          </ac:grpSpMkLst>
        </pc:grpChg>
        <pc:grpChg chg="del">
          <ac:chgData name="Arthur Walker (Student at CentraleSupelec)" userId="6a5f520e-7585-4a8b-aded-220a6bb8e2e3" providerId="ADAL" clId="{219B5A69-0229-4517-82F5-536D93AF1EC1}" dt="2022-03-30T09:18:55.343" v="1245" actId="478"/>
          <ac:grpSpMkLst>
            <pc:docMk/>
            <pc:sldMk cId="3561774659" sldId="344"/>
            <ac:grpSpMk id="30" creationId="{1C46A1B8-1942-4BA0-92A2-ED5AB3805737}"/>
          </ac:grpSpMkLst>
        </pc:grpChg>
        <pc:picChg chg="add del mod">
          <ac:chgData name="Arthur Walker (Student at CentraleSupelec)" userId="6a5f520e-7585-4a8b-aded-220a6bb8e2e3" providerId="ADAL" clId="{219B5A69-0229-4517-82F5-536D93AF1EC1}" dt="2022-04-01T07:25:40.886" v="2056" actId="478"/>
          <ac:picMkLst>
            <pc:docMk/>
            <pc:sldMk cId="3561774659" sldId="344"/>
            <ac:picMk id="3" creationId="{9B0C7A2A-5AF1-4D23-8CC6-B3495CC7E67F}"/>
          </ac:picMkLst>
        </pc:picChg>
        <pc:picChg chg="add del mod">
          <ac:chgData name="Arthur Walker (Student at CentraleSupelec)" userId="6a5f520e-7585-4a8b-aded-220a6bb8e2e3" providerId="ADAL" clId="{219B5A69-0229-4517-82F5-536D93AF1EC1}" dt="2022-04-01T07:26:25.462" v="2059" actId="478"/>
          <ac:picMkLst>
            <pc:docMk/>
            <pc:sldMk cId="3561774659" sldId="344"/>
            <ac:picMk id="9" creationId="{DB5CEC43-AFE2-4E4D-8133-CF5399F9CFE2}"/>
          </ac:picMkLst>
        </pc:picChg>
        <pc:picChg chg="add mod">
          <ac:chgData name="Arthur Walker (Student at CentraleSupelec)" userId="6a5f520e-7585-4a8b-aded-220a6bb8e2e3" providerId="ADAL" clId="{219B5A69-0229-4517-82F5-536D93AF1EC1}" dt="2022-04-01T07:28:31.233" v="2087" actId="1076"/>
          <ac:picMkLst>
            <pc:docMk/>
            <pc:sldMk cId="3561774659" sldId="344"/>
            <ac:picMk id="11" creationId="{3A698BBE-63C8-4B02-8B4A-88C2738A2084}"/>
          </ac:picMkLst>
        </pc:picChg>
        <pc:picChg chg="mod">
          <ac:chgData name="Arthur Walker (Student at CentraleSupelec)" userId="6a5f520e-7585-4a8b-aded-220a6bb8e2e3" providerId="ADAL" clId="{219B5A69-0229-4517-82F5-536D93AF1EC1}" dt="2022-04-01T07:27:45.757" v="2078"/>
          <ac:picMkLst>
            <pc:docMk/>
            <pc:sldMk cId="3561774659" sldId="344"/>
            <ac:picMk id="20" creationId="{C2BA6186-34EB-4E1A-A32F-51B2E874A013}"/>
          </ac:picMkLst>
        </pc:picChg>
        <pc:picChg chg="add mod">
          <ac:chgData name="Arthur Walker (Student at CentraleSupelec)" userId="6a5f520e-7585-4a8b-aded-220a6bb8e2e3" providerId="ADAL" clId="{219B5A69-0229-4517-82F5-536D93AF1EC1}" dt="2022-04-01T07:28:53" v="2097" actId="14100"/>
          <ac:picMkLst>
            <pc:docMk/>
            <pc:sldMk cId="3561774659" sldId="344"/>
            <ac:picMk id="22" creationId="{21DB0A48-5AF4-4BF0-AA72-3432FF3CA9DF}"/>
          </ac:picMkLst>
        </pc:picChg>
      </pc:sldChg>
      <pc:sldChg chg="modSp mod">
        <pc:chgData name="Arthur Walker (Student at CentraleSupelec)" userId="6a5f520e-7585-4a8b-aded-220a6bb8e2e3" providerId="ADAL" clId="{219B5A69-0229-4517-82F5-536D93AF1EC1}" dt="2022-03-31T07:47:20.644" v="1694" actId="20577"/>
        <pc:sldMkLst>
          <pc:docMk/>
          <pc:sldMk cId="2276376730" sldId="346"/>
        </pc:sldMkLst>
        <pc:spChg chg="mod">
          <ac:chgData name="Arthur Walker (Student at CentraleSupelec)" userId="6a5f520e-7585-4a8b-aded-220a6bb8e2e3" providerId="ADAL" clId="{219B5A69-0229-4517-82F5-536D93AF1EC1}" dt="2022-03-31T07:47:20.644" v="1694" actId="20577"/>
          <ac:spMkLst>
            <pc:docMk/>
            <pc:sldMk cId="2276376730" sldId="346"/>
            <ac:spMk id="10" creationId="{4A9D2D88-0DE9-469E-99A3-204176F6D57A}"/>
          </ac:spMkLst>
        </pc:spChg>
      </pc:sldChg>
      <pc:sldChg chg="addSp modSp">
        <pc:chgData name="Arthur Walker (Student at CentraleSupelec)" userId="6a5f520e-7585-4a8b-aded-220a6bb8e2e3" providerId="ADAL" clId="{219B5A69-0229-4517-82F5-536D93AF1EC1}" dt="2022-04-01T07:48:19.795" v="2250"/>
        <pc:sldMkLst>
          <pc:docMk/>
          <pc:sldMk cId="2617799655" sldId="347"/>
        </pc:sldMkLst>
        <pc:spChg chg="add mod">
          <ac:chgData name="Arthur Walker (Student at CentraleSupelec)" userId="6a5f520e-7585-4a8b-aded-220a6bb8e2e3" providerId="ADAL" clId="{219B5A69-0229-4517-82F5-536D93AF1EC1}" dt="2022-04-01T07:48:19.795" v="2250"/>
          <ac:spMkLst>
            <pc:docMk/>
            <pc:sldMk cId="2617799655" sldId="347"/>
            <ac:spMk id="10" creationId="{1A0BF29C-9E1A-454D-A3E6-C62262051661}"/>
          </ac:spMkLst>
        </pc:spChg>
      </pc:sldChg>
      <pc:sldChg chg="addSp delSp modSp add mod ord delAnim">
        <pc:chgData name="Arthur Walker (Student at CentraleSupelec)" userId="6a5f520e-7585-4a8b-aded-220a6bb8e2e3" providerId="ADAL" clId="{219B5A69-0229-4517-82F5-536D93AF1EC1}" dt="2022-04-01T08:19:58.786" v="2546" actId="20577"/>
        <pc:sldMkLst>
          <pc:docMk/>
          <pc:sldMk cId="2861462673" sldId="348"/>
        </pc:sldMkLst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14" creationId="{6E31029C-E3E8-4674-9EAA-B4CFD610AB9C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15" creationId="{7B5F7BA8-DA19-42C2-B382-326BF71320BD}"/>
          </ac:spMkLst>
        </pc:spChg>
        <pc:spChg chg="del mod">
          <ac:chgData name="Arthur Walker (Student at CentraleSupelec)" userId="6a5f520e-7585-4a8b-aded-220a6bb8e2e3" providerId="ADAL" clId="{219B5A69-0229-4517-82F5-536D93AF1EC1}" dt="2022-04-01T06:45:44.102" v="2016" actId="478"/>
          <ac:spMkLst>
            <pc:docMk/>
            <pc:sldMk cId="2861462673" sldId="348"/>
            <ac:spMk id="16" creationId="{06565AE5-02CB-4264-859A-52CFBB6AFBC1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17" creationId="{0F763E59-4B5F-4038-AA26-D1EAF6999215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18" creationId="{DC7B8D3B-1C6E-41D4-83DD-3D16C90AFCDD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19" creationId="{DE8C38E5-ABAF-492C-8592-F180070B2C92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21" creationId="{4F47695A-423C-40DF-908B-8E7717647B2C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22" creationId="{52CCB762-6E4B-4F7C-98F7-3D67745BC78E}"/>
          </ac:spMkLst>
        </pc:spChg>
        <pc:spChg chg="del">
          <ac:chgData name="Arthur Walker (Student at CentraleSupelec)" userId="6a5f520e-7585-4a8b-aded-220a6bb8e2e3" providerId="ADAL" clId="{219B5A69-0229-4517-82F5-536D93AF1EC1}" dt="2022-04-01T06:44:57.198" v="2004" actId="478"/>
          <ac:spMkLst>
            <pc:docMk/>
            <pc:sldMk cId="2861462673" sldId="348"/>
            <ac:spMk id="27" creationId="{FDA81ED7-0547-4837-BE16-DB83E5286D02}"/>
          </ac:spMkLst>
        </pc:spChg>
        <pc:spChg chg="mod">
          <ac:chgData name="Arthur Walker (Student at CentraleSupelec)" userId="6a5f520e-7585-4a8b-aded-220a6bb8e2e3" providerId="ADAL" clId="{219B5A69-0229-4517-82F5-536D93AF1EC1}" dt="2022-04-01T08:19:58.786" v="2546" actId="20577"/>
          <ac:spMkLst>
            <pc:docMk/>
            <pc:sldMk cId="2861462673" sldId="348"/>
            <ac:spMk id="101" creationId="{00000000-0000-0000-0000-000000000000}"/>
          </ac:spMkLst>
        </pc:spChg>
        <pc:picChg chg="del">
          <ac:chgData name="Arthur Walker (Student at CentraleSupelec)" userId="6a5f520e-7585-4a8b-aded-220a6bb8e2e3" providerId="ADAL" clId="{219B5A69-0229-4517-82F5-536D93AF1EC1}" dt="2022-04-01T06:44:57.198" v="2004" actId="478"/>
          <ac:picMkLst>
            <pc:docMk/>
            <pc:sldMk cId="2861462673" sldId="348"/>
            <ac:picMk id="3" creationId="{F2E5D427-D172-4351-8EAF-069FDBE1C2DA}"/>
          </ac:picMkLst>
        </pc:picChg>
        <pc:picChg chg="add del mod">
          <ac:chgData name="Arthur Walker (Student at CentraleSupelec)" userId="6a5f520e-7585-4a8b-aded-220a6bb8e2e3" providerId="ADAL" clId="{219B5A69-0229-4517-82F5-536D93AF1EC1}" dt="2022-04-01T06:45:05.005" v="2006" actId="478"/>
          <ac:picMkLst>
            <pc:docMk/>
            <pc:sldMk cId="2861462673" sldId="348"/>
            <ac:picMk id="4" creationId="{24E472C6-68D5-4E34-B58A-AF8E2AD90AC5}"/>
          </ac:picMkLst>
        </pc:picChg>
        <pc:picChg chg="add mod modCrop">
          <ac:chgData name="Arthur Walker (Student at CentraleSupelec)" userId="6a5f520e-7585-4a8b-aded-220a6bb8e2e3" providerId="ADAL" clId="{219B5A69-0229-4517-82F5-536D93AF1EC1}" dt="2022-04-01T06:46:04.572" v="2022" actId="1037"/>
          <ac:picMkLst>
            <pc:docMk/>
            <pc:sldMk cId="2861462673" sldId="348"/>
            <ac:picMk id="9" creationId="{8F2A788E-0298-44BB-9DA3-11D5DD06122B}"/>
          </ac:picMkLst>
        </pc:picChg>
      </pc:sldChg>
      <pc:sldChg chg="modSp mod ord">
        <pc:chgData name="Arthur Walker (Student at CentraleSupelec)" userId="6a5f520e-7585-4a8b-aded-220a6bb8e2e3" providerId="ADAL" clId="{219B5A69-0229-4517-82F5-536D93AF1EC1}" dt="2022-04-01T08:19:01.569" v="2543" actId="14100"/>
        <pc:sldMkLst>
          <pc:docMk/>
          <pc:sldMk cId="1310551011" sldId="349"/>
        </pc:sldMkLst>
        <pc:picChg chg="mod">
          <ac:chgData name="Arthur Walker (Student at CentraleSupelec)" userId="6a5f520e-7585-4a8b-aded-220a6bb8e2e3" providerId="ADAL" clId="{219B5A69-0229-4517-82F5-536D93AF1EC1}" dt="2022-04-01T08:19:01.569" v="2543" actId="14100"/>
          <ac:picMkLst>
            <pc:docMk/>
            <pc:sldMk cId="1310551011" sldId="349"/>
            <ac:picMk id="8" creationId="{9AE77A64-336D-40BF-95B4-E78ECD51D91B}"/>
          </ac:picMkLst>
        </pc:picChg>
      </pc:sldChg>
      <pc:sldChg chg="modSp add mod ord">
        <pc:chgData name="Arthur Walker (Student at CentraleSupelec)" userId="6a5f520e-7585-4a8b-aded-220a6bb8e2e3" providerId="ADAL" clId="{219B5A69-0229-4517-82F5-536D93AF1EC1}" dt="2022-04-01T08:17:45.877" v="2493"/>
        <pc:sldMkLst>
          <pc:docMk/>
          <pc:sldMk cId="3565950326" sldId="350"/>
        </pc:sldMkLst>
        <pc:spChg chg="mod">
          <ac:chgData name="Arthur Walker (Student at CentraleSupelec)" userId="6a5f520e-7585-4a8b-aded-220a6bb8e2e3" providerId="ADAL" clId="{219B5A69-0229-4517-82F5-536D93AF1EC1}" dt="2022-04-01T08:17:45.877" v="2493"/>
          <ac:spMkLst>
            <pc:docMk/>
            <pc:sldMk cId="3565950326" sldId="350"/>
            <ac:spMk id="2" creationId="{389B4ECC-CE09-4B58-87EB-5CBD0E2145A1}"/>
          </ac:spMkLst>
        </pc:spChg>
        <pc:spChg chg="mod">
          <ac:chgData name="Arthur Walker (Student at CentraleSupelec)" userId="6a5f520e-7585-4a8b-aded-220a6bb8e2e3" providerId="ADAL" clId="{219B5A69-0229-4517-82F5-536D93AF1EC1}" dt="2022-04-01T08:17:35.311" v="2486" actId="20577"/>
          <ac:spMkLst>
            <pc:docMk/>
            <pc:sldMk cId="3565950326" sldId="350"/>
            <ac:spMk id="8" creationId="{C772A284-4F81-40BF-BA2E-16BF3D55AF73}"/>
          </ac:spMkLst>
        </pc:spChg>
        <pc:spChg chg="mod">
          <ac:chgData name="Arthur Walker (Student at CentraleSupelec)" userId="6a5f520e-7585-4a8b-aded-220a6bb8e2e3" providerId="ADAL" clId="{219B5A69-0229-4517-82F5-536D93AF1EC1}" dt="2022-04-01T07:50:34.142" v="2333" actId="20577"/>
          <ac:spMkLst>
            <pc:docMk/>
            <pc:sldMk cId="3565950326" sldId="350"/>
            <ac:spMk id="3073" creationId="{00000000-0000-0000-0000-000000000000}"/>
          </ac:spMkLst>
        </pc:spChg>
      </pc:sldChg>
    </pc:docChg>
  </pc:docChgLst>
  <pc:docChgLst>
    <pc:chgData name="Flore Bergerot (Student at CentraleSupelec)" userId="S::flore.bergerot@student-cs.fr::9b398b0d-bf0e-40df-a42f-ff8ce2c7c285" providerId="AD" clId="Web-{36A3653A-01B0-4EE6-8F5D-EB93D242EC0E}"/>
    <pc:docChg chg="modSld">
      <pc:chgData name="Flore Bergerot (Student at CentraleSupelec)" userId="S::flore.bergerot@student-cs.fr::9b398b0d-bf0e-40df-a42f-ff8ce2c7c285" providerId="AD" clId="Web-{36A3653A-01B0-4EE6-8F5D-EB93D242EC0E}" dt="2023-03-29T19:33:26.013" v="113" actId="20577"/>
      <pc:docMkLst>
        <pc:docMk/>
      </pc:docMkLst>
      <pc:sldChg chg="modSp">
        <pc:chgData name="Flore Bergerot (Student at CentraleSupelec)" userId="S::flore.bergerot@student-cs.fr::9b398b0d-bf0e-40df-a42f-ff8ce2c7c285" providerId="AD" clId="Web-{36A3653A-01B0-4EE6-8F5D-EB93D242EC0E}" dt="2023-03-29T19:33:26.013" v="113" actId="20577"/>
        <pc:sldMkLst>
          <pc:docMk/>
          <pc:sldMk cId="336249700" sldId="292"/>
        </pc:sldMkLst>
        <pc:spChg chg="mod">
          <ac:chgData name="Flore Bergerot (Student at CentraleSupelec)" userId="S::flore.bergerot@student-cs.fr::9b398b0d-bf0e-40df-a42f-ff8ce2c7c285" providerId="AD" clId="Web-{36A3653A-01B0-4EE6-8F5D-EB93D242EC0E}" dt="2023-03-29T19:33:26.013" v="113" actId="20577"/>
          <ac:spMkLst>
            <pc:docMk/>
            <pc:sldMk cId="336249700" sldId="292"/>
            <ac:spMk id="101" creationId="{00000000-0000-0000-0000-000000000000}"/>
          </ac:spMkLst>
        </pc:spChg>
      </pc:sldChg>
    </pc:docChg>
  </pc:docChgLst>
  <pc:docChgLst>
    <pc:chgData name="Amine Slimani Houti (Student at CentraleSupelec)" userId="ad933ea9-86f9-4219-8c54-a3ee881a6b84" providerId="ADAL" clId="{02B86741-F239-47C3-ACC2-45F16E67B5CD}"/>
    <pc:docChg chg="undo custSel addSld delSld modSld sldOrd">
      <pc:chgData name="Amine Slimani Houti (Student at CentraleSupelec)" userId="ad933ea9-86f9-4219-8c54-a3ee881a6b84" providerId="ADAL" clId="{02B86741-F239-47C3-ACC2-45F16E67B5CD}" dt="2022-03-31T09:48:29.634" v="1540" actId="947"/>
      <pc:docMkLst>
        <pc:docMk/>
      </pc:docMkLst>
      <pc:sldChg chg="modSp mod">
        <pc:chgData name="Amine Slimani Houti (Student at CentraleSupelec)" userId="ad933ea9-86f9-4219-8c54-a3ee881a6b84" providerId="ADAL" clId="{02B86741-F239-47C3-ACC2-45F16E67B5CD}" dt="2022-03-30T11:55:52.805" v="392" actId="20577"/>
        <pc:sldMkLst>
          <pc:docMk/>
          <pc:sldMk cId="3827946629" sldId="257"/>
        </pc:sldMkLst>
        <pc:spChg chg="mod">
          <ac:chgData name="Amine Slimani Houti (Student at CentraleSupelec)" userId="ad933ea9-86f9-4219-8c54-a3ee881a6b84" providerId="ADAL" clId="{02B86741-F239-47C3-ACC2-45F16E67B5CD}" dt="2022-03-30T11:55:52.805" v="392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ord">
        <pc:chgData name="Amine Slimani Houti (Student at CentraleSupelec)" userId="ad933ea9-86f9-4219-8c54-a3ee881a6b84" providerId="ADAL" clId="{02B86741-F239-47C3-ACC2-45F16E67B5CD}" dt="2022-03-30T08:10:23.824" v="168" actId="20578"/>
        <pc:sldMkLst>
          <pc:docMk/>
          <pc:sldMk cId="4271017113" sldId="294"/>
        </pc:sldMkLst>
      </pc:sldChg>
      <pc:sldChg chg="addSp modSp mod">
        <pc:chgData name="Amine Slimani Houti (Student at CentraleSupelec)" userId="ad933ea9-86f9-4219-8c54-a3ee881a6b84" providerId="ADAL" clId="{02B86741-F239-47C3-ACC2-45F16E67B5CD}" dt="2022-03-30T12:55:38.677" v="401" actId="1582"/>
        <pc:sldMkLst>
          <pc:docMk/>
          <pc:sldMk cId="3243181642" sldId="317"/>
        </pc:sldMkLst>
        <pc:spChg chg="add mod">
          <ac:chgData name="Amine Slimani Houti (Student at CentraleSupelec)" userId="ad933ea9-86f9-4219-8c54-a3ee881a6b84" providerId="ADAL" clId="{02B86741-F239-47C3-ACC2-45F16E67B5CD}" dt="2022-03-30T12:55:38.677" v="401" actId="1582"/>
          <ac:spMkLst>
            <pc:docMk/>
            <pc:sldMk cId="3243181642" sldId="317"/>
            <ac:spMk id="2" creationId="{C4FAEC31-DBC0-4460-B6E4-477FBEE68CF1}"/>
          </ac:spMkLst>
        </pc:spChg>
      </pc:sldChg>
      <pc:sldChg chg="del">
        <pc:chgData name="Amine Slimani Houti (Student at CentraleSupelec)" userId="ad933ea9-86f9-4219-8c54-a3ee881a6b84" providerId="ADAL" clId="{02B86741-F239-47C3-ACC2-45F16E67B5CD}" dt="2022-03-30T12:54:33.394" v="396" actId="47"/>
        <pc:sldMkLst>
          <pc:docMk/>
          <pc:sldMk cId="1220683999" sldId="318"/>
        </pc:sldMkLst>
      </pc:sldChg>
      <pc:sldChg chg="addSp delSp modSp mod ord">
        <pc:chgData name="Amine Slimani Houti (Student at CentraleSupelec)" userId="ad933ea9-86f9-4219-8c54-a3ee881a6b84" providerId="ADAL" clId="{02B86741-F239-47C3-ACC2-45F16E67B5CD}" dt="2022-03-31T08:42:18.387" v="807"/>
        <pc:sldMkLst>
          <pc:docMk/>
          <pc:sldMk cId="410236147" sldId="320"/>
        </pc:sldMkLst>
        <pc:picChg chg="del">
          <ac:chgData name="Amine Slimani Houti (Student at CentraleSupelec)" userId="ad933ea9-86f9-4219-8c54-a3ee881a6b84" providerId="ADAL" clId="{02B86741-F239-47C3-ACC2-45F16E67B5CD}" dt="2022-03-31T08:37:46.311" v="772" actId="478"/>
          <ac:picMkLst>
            <pc:docMk/>
            <pc:sldMk cId="410236147" sldId="320"/>
            <ac:picMk id="3" creationId="{7AF9C586-749D-489F-AF8A-48681737545E}"/>
          </ac:picMkLst>
        </pc:picChg>
        <pc:picChg chg="add mod">
          <ac:chgData name="Amine Slimani Houti (Student at CentraleSupelec)" userId="ad933ea9-86f9-4219-8c54-a3ee881a6b84" providerId="ADAL" clId="{02B86741-F239-47C3-ACC2-45F16E67B5CD}" dt="2022-03-31T08:37:56.473" v="777" actId="1076"/>
          <ac:picMkLst>
            <pc:docMk/>
            <pc:sldMk cId="410236147" sldId="320"/>
            <ac:picMk id="4" creationId="{6EFA6B2D-ACAE-490E-A2FC-A968091ECAFC}"/>
          </ac:picMkLst>
        </pc:picChg>
      </pc:sldChg>
      <pc:sldChg chg="ord">
        <pc:chgData name="Amine Slimani Houti (Student at CentraleSupelec)" userId="ad933ea9-86f9-4219-8c54-a3ee881a6b84" providerId="ADAL" clId="{02B86741-F239-47C3-ACC2-45F16E67B5CD}" dt="2022-03-31T08:42:42.630" v="809"/>
        <pc:sldMkLst>
          <pc:docMk/>
          <pc:sldMk cId="1850155625" sldId="321"/>
        </pc:sldMkLst>
      </pc:sldChg>
      <pc:sldChg chg="modSp mod ord">
        <pc:chgData name="Amine Slimani Houti (Student at CentraleSupelec)" userId="ad933ea9-86f9-4219-8c54-a3ee881a6b84" providerId="ADAL" clId="{02B86741-F239-47C3-ACC2-45F16E67B5CD}" dt="2022-03-31T09:47:31.242" v="1539" actId="947"/>
        <pc:sldMkLst>
          <pc:docMk/>
          <pc:sldMk cId="1273777140" sldId="322"/>
        </pc:sldMkLst>
        <pc:spChg chg="mod">
          <ac:chgData name="Amine Slimani Houti (Student at CentraleSupelec)" userId="ad933ea9-86f9-4219-8c54-a3ee881a6b84" providerId="ADAL" clId="{02B86741-F239-47C3-ACC2-45F16E67B5CD}" dt="2022-03-31T09:47:31.242" v="1539" actId="947"/>
          <ac:spMkLst>
            <pc:docMk/>
            <pc:sldMk cId="1273777140" sldId="322"/>
            <ac:spMk id="2" creationId="{389B4ECC-CE09-4B58-87EB-5CBD0E2145A1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14:14:24.103" v="728" actId="20577"/>
          <ac:spMkLst>
            <pc:docMk/>
            <pc:sldMk cId="1273777140" sldId="322"/>
            <ac:spMk id="8" creationId="{C772A284-4F81-40BF-BA2E-16BF3D55AF73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13:55:01.602" v="443" actId="947"/>
          <ac:spMkLst>
            <pc:docMk/>
            <pc:sldMk cId="1273777140" sldId="322"/>
            <ac:spMk id="3073" creationId="{00000000-0000-0000-0000-000000000000}"/>
          </ac:spMkLst>
        </pc:spChg>
      </pc:sldChg>
      <pc:sldChg chg="delSp modSp mod">
        <pc:chgData name="Amine Slimani Houti (Student at CentraleSupelec)" userId="ad933ea9-86f9-4219-8c54-a3ee881a6b84" providerId="ADAL" clId="{02B86741-F239-47C3-ACC2-45F16E67B5CD}" dt="2022-03-31T08:25:05.235" v="771" actId="20577"/>
        <pc:sldMkLst>
          <pc:docMk/>
          <pc:sldMk cId="1317091636" sldId="323"/>
        </pc:sldMkLst>
        <pc:spChg chg="mod">
          <ac:chgData name="Amine Slimani Houti (Student at CentraleSupelec)" userId="ad933ea9-86f9-4219-8c54-a3ee881a6b84" providerId="ADAL" clId="{02B86741-F239-47C3-ACC2-45F16E67B5CD}" dt="2022-03-31T08:25:05.235" v="771" actId="20577"/>
          <ac:spMkLst>
            <pc:docMk/>
            <pc:sldMk cId="1317091636" sldId="323"/>
            <ac:spMk id="2" creationId="{5E386C70-2139-4C64-879E-146BCC25AE16}"/>
          </ac:spMkLst>
        </pc:spChg>
        <pc:spChg chg="del">
          <ac:chgData name="Amine Slimani Houti (Student at CentraleSupelec)" userId="ad933ea9-86f9-4219-8c54-a3ee881a6b84" providerId="ADAL" clId="{02B86741-F239-47C3-ACC2-45F16E67B5CD}" dt="2022-03-30T09:09:58.778" v="370" actId="478"/>
          <ac:spMkLst>
            <pc:docMk/>
            <pc:sldMk cId="1317091636" sldId="323"/>
            <ac:spMk id="4" creationId="{8C8F584A-592B-46B7-B867-4C5639384018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13:54:20.888" v="439" actId="14100"/>
          <ac:spMkLst>
            <pc:docMk/>
            <pc:sldMk cId="1317091636" sldId="323"/>
            <ac:spMk id="3073" creationId="{00000000-0000-0000-0000-000000000000}"/>
          </ac:spMkLst>
        </pc:spChg>
        <pc:picChg chg="del">
          <ac:chgData name="Amine Slimani Houti (Student at CentraleSupelec)" userId="ad933ea9-86f9-4219-8c54-a3ee881a6b84" providerId="ADAL" clId="{02B86741-F239-47C3-ACC2-45F16E67B5CD}" dt="2022-03-30T09:09:55.606" v="369" actId="478"/>
          <ac:picMkLst>
            <pc:docMk/>
            <pc:sldMk cId="1317091636" sldId="323"/>
            <ac:picMk id="1026" creationId="{FD3A4C00-8F94-41E9-84F1-B9B44AA2A9FD}"/>
          </ac:picMkLst>
        </pc:picChg>
      </pc:sldChg>
      <pc:sldChg chg="addSp delSp modSp mod ord">
        <pc:chgData name="Amine Slimani Houti (Student at CentraleSupelec)" userId="ad933ea9-86f9-4219-8c54-a3ee881a6b84" providerId="ADAL" clId="{02B86741-F239-47C3-ACC2-45F16E67B5CD}" dt="2022-03-31T08:47:37.861" v="850" actId="1076"/>
        <pc:sldMkLst>
          <pc:docMk/>
          <pc:sldMk cId="2727488387" sldId="326"/>
        </pc:sldMkLst>
        <pc:spChg chg="mod">
          <ac:chgData name="Amine Slimani Houti (Student at CentraleSupelec)" userId="ad933ea9-86f9-4219-8c54-a3ee881a6b84" providerId="ADAL" clId="{02B86741-F239-47C3-ACC2-45F16E67B5CD}" dt="2022-03-31T08:47:35.512" v="849" actId="1076"/>
          <ac:spMkLst>
            <pc:docMk/>
            <pc:sldMk cId="2727488387" sldId="326"/>
            <ac:spMk id="9" creationId="{234D6060-2FC7-4644-955C-3A192D822D58}"/>
          </ac:spMkLst>
        </pc:spChg>
        <pc:spChg chg="mod">
          <ac:chgData name="Amine Slimani Houti (Student at CentraleSupelec)" userId="ad933ea9-86f9-4219-8c54-a3ee881a6b84" providerId="ADAL" clId="{02B86741-F239-47C3-ACC2-45F16E67B5CD}" dt="2022-03-31T08:47:30.144" v="845" actId="1076"/>
          <ac:spMkLst>
            <pc:docMk/>
            <pc:sldMk cId="2727488387" sldId="326"/>
            <ac:spMk id="101" creationId="{00000000-0000-0000-0000-000000000000}"/>
          </ac:spMkLst>
        </pc:spChg>
        <pc:picChg chg="del">
          <ac:chgData name="Amine Slimani Houti (Student at CentraleSupelec)" userId="ad933ea9-86f9-4219-8c54-a3ee881a6b84" providerId="ADAL" clId="{02B86741-F239-47C3-ACC2-45F16E67B5CD}" dt="2022-03-31T08:46:34.468" v="814" actId="478"/>
          <ac:picMkLst>
            <pc:docMk/>
            <pc:sldMk cId="2727488387" sldId="326"/>
            <ac:picMk id="4" creationId="{8A4FD4D1-3347-1C57-6039-E2EB3F8FA165}"/>
          </ac:picMkLst>
        </pc:picChg>
        <pc:picChg chg="add mod ord">
          <ac:chgData name="Amine Slimani Houti (Student at CentraleSupelec)" userId="ad933ea9-86f9-4219-8c54-a3ee881a6b84" providerId="ADAL" clId="{02B86741-F239-47C3-ACC2-45F16E67B5CD}" dt="2022-03-31T08:47:37.861" v="850" actId="1076"/>
          <ac:picMkLst>
            <pc:docMk/>
            <pc:sldMk cId="2727488387" sldId="326"/>
            <ac:picMk id="13" creationId="{B4E3CFFD-E017-4EBF-A7E1-BD1880B1A7ED}"/>
          </ac:picMkLst>
        </pc:picChg>
      </pc:sldChg>
      <pc:sldChg chg="ord">
        <pc:chgData name="Amine Slimani Houti (Student at CentraleSupelec)" userId="ad933ea9-86f9-4219-8c54-a3ee881a6b84" providerId="ADAL" clId="{02B86741-F239-47C3-ACC2-45F16E67B5CD}" dt="2022-03-31T08:44:15.146" v="813"/>
        <pc:sldMkLst>
          <pc:docMk/>
          <pc:sldMk cId="683013247" sldId="327"/>
        </pc:sldMkLst>
      </pc:sldChg>
      <pc:sldChg chg="modSp mod">
        <pc:chgData name="Amine Slimani Houti (Student at CentraleSupelec)" userId="ad933ea9-86f9-4219-8c54-a3ee881a6b84" providerId="ADAL" clId="{02B86741-F239-47C3-ACC2-45F16E67B5CD}" dt="2022-03-30T08:49:29.819" v="365" actId="20577"/>
        <pc:sldMkLst>
          <pc:docMk/>
          <pc:sldMk cId="960771001" sldId="332"/>
        </pc:sldMkLst>
        <pc:spChg chg="mod">
          <ac:chgData name="Amine Slimani Houti (Student at CentraleSupelec)" userId="ad933ea9-86f9-4219-8c54-a3ee881a6b84" providerId="ADAL" clId="{02B86741-F239-47C3-ACC2-45F16E67B5CD}" dt="2022-03-30T08:49:29.819" v="365" actId="20577"/>
          <ac:spMkLst>
            <pc:docMk/>
            <pc:sldMk cId="960771001" sldId="332"/>
            <ac:spMk id="12" creationId="{DEEE8FEA-548B-4F42-8F5B-10B347A37C83}"/>
          </ac:spMkLst>
        </pc:spChg>
      </pc:sldChg>
      <pc:sldChg chg="modSp mod">
        <pc:chgData name="Amine Slimani Houti (Student at CentraleSupelec)" userId="ad933ea9-86f9-4219-8c54-a3ee881a6b84" providerId="ADAL" clId="{02B86741-F239-47C3-ACC2-45F16E67B5CD}" dt="2022-03-31T07:45:49.725" v="741" actId="20577"/>
        <pc:sldMkLst>
          <pc:docMk/>
          <pc:sldMk cId="3840743767" sldId="333"/>
        </pc:sldMkLst>
        <pc:graphicFrameChg chg="modGraphic">
          <ac:chgData name="Amine Slimani Houti (Student at CentraleSupelec)" userId="ad933ea9-86f9-4219-8c54-a3ee881a6b84" providerId="ADAL" clId="{02B86741-F239-47C3-ACC2-45F16E67B5CD}" dt="2022-03-31T07:45:49.725" v="741" actId="20577"/>
          <ac:graphicFrameMkLst>
            <pc:docMk/>
            <pc:sldMk cId="3840743767" sldId="333"/>
            <ac:graphicFrameMk id="12" creationId="{FAE89B5C-D808-4419-A9FF-66BE1654D63C}"/>
          </ac:graphicFrameMkLst>
        </pc:graphicFrameChg>
      </pc:sldChg>
      <pc:sldChg chg="del ord">
        <pc:chgData name="Amine Slimani Houti (Student at CentraleSupelec)" userId="ad933ea9-86f9-4219-8c54-a3ee881a6b84" providerId="ADAL" clId="{02B86741-F239-47C3-ACC2-45F16E67B5CD}" dt="2022-03-30T12:57:56.103" v="404" actId="47"/>
        <pc:sldMkLst>
          <pc:docMk/>
          <pc:sldMk cId="1354221754" sldId="334"/>
        </pc:sldMkLst>
      </pc:sldChg>
      <pc:sldChg chg="modSp mod">
        <pc:chgData name="Amine Slimani Houti (Student at CentraleSupelec)" userId="ad933ea9-86f9-4219-8c54-a3ee881a6b84" providerId="ADAL" clId="{02B86741-F239-47C3-ACC2-45F16E67B5CD}" dt="2022-03-30T08:49:41.091" v="366" actId="1076"/>
        <pc:sldMkLst>
          <pc:docMk/>
          <pc:sldMk cId="856140611" sldId="335"/>
        </pc:sldMkLst>
        <pc:cxnChg chg="mod">
          <ac:chgData name="Amine Slimani Houti (Student at CentraleSupelec)" userId="ad933ea9-86f9-4219-8c54-a3ee881a6b84" providerId="ADAL" clId="{02B86741-F239-47C3-ACC2-45F16E67B5CD}" dt="2022-03-30T08:49:41.091" v="366" actId="1076"/>
          <ac:cxnSpMkLst>
            <pc:docMk/>
            <pc:sldMk cId="856140611" sldId="335"/>
            <ac:cxnSpMk id="4" creationId="{361717D4-717C-4AF9-A8EF-367A58E2D66E}"/>
          </ac:cxnSpMkLst>
        </pc:cxnChg>
      </pc:sldChg>
      <pc:sldChg chg="addSp delSp modSp mod ord">
        <pc:chgData name="Amine Slimani Houti (Student at CentraleSupelec)" userId="ad933ea9-86f9-4219-8c54-a3ee881a6b84" providerId="ADAL" clId="{02B86741-F239-47C3-ACC2-45F16E67B5CD}" dt="2022-03-30T08:25:23.327" v="298" actId="1076"/>
        <pc:sldMkLst>
          <pc:docMk/>
          <pc:sldMk cId="135843239" sldId="340"/>
        </pc:sldMkLst>
        <pc:spChg chg="add mod">
          <ac:chgData name="Amine Slimani Houti (Student at CentraleSupelec)" userId="ad933ea9-86f9-4219-8c54-a3ee881a6b84" providerId="ADAL" clId="{02B86741-F239-47C3-ACC2-45F16E67B5CD}" dt="2022-03-30T08:14:03.886" v="174" actId="1076"/>
          <ac:spMkLst>
            <pc:docMk/>
            <pc:sldMk cId="135843239" sldId="340"/>
            <ac:spMk id="12" creationId="{91E79736-E5BF-473F-BEFB-26A1FAFAA3D8}"/>
          </ac:spMkLst>
        </pc:spChg>
        <pc:spChg chg="add del mod">
          <ac:chgData name="Amine Slimani Houti (Student at CentraleSupelec)" userId="ad933ea9-86f9-4219-8c54-a3ee881a6b84" providerId="ADAL" clId="{02B86741-F239-47C3-ACC2-45F16E67B5CD}" dt="2022-03-30T08:20:43.937" v="256"/>
          <ac:spMkLst>
            <pc:docMk/>
            <pc:sldMk cId="135843239" sldId="340"/>
            <ac:spMk id="28" creationId="{7772D32B-26E3-4E02-98F1-CDED1F59FC9C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16:41.416" v="216" actId="1076"/>
          <ac:spMkLst>
            <pc:docMk/>
            <pc:sldMk cId="135843239" sldId="340"/>
            <ac:spMk id="29" creationId="{932A583B-79FF-4E81-BD58-0DBF08C72C03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16:51.688" v="218" actId="1076"/>
          <ac:spMkLst>
            <pc:docMk/>
            <pc:sldMk cId="135843239" sldId="340"/>
            <ac:spMk id="31" creationId="{480F5180-2626-4BCD-A03C-7B1839735806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24:49.322" v="277" actId="1076"/>
          <ac:spMkLst>
            <pc:docMk/>
            <pc:sldMk cId="135843239" sldId="340"/>
            <ac:spMk id="37" creationId="{7AB73B37-3B7A-4BC8-8249-DAD9AEC82C31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24:13.947" v="272" actId="1076"/>
          <ac:spMkLst>
            <pc:docMk/>
            <pc:sldMk cId="135843239" sldId="340"/>
            <ac:spMk id="38" creationId="{148ABC5B-4FF3-4045-B7B9-C791BA287B8F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25:23.327" v="298" actId="1076"/>
          <ac:spMkLst>
            <pc:docMk/>
            <pc:sldMk cId="135843239" sldId="340"/>
            <ac:spMk id="41" creationId="{BFE6CB74-DD7D-4E64-A9A4-E93786153F60}"/>
          </ac:spMkLst>
        </pc:spChg>
        <pc:picChg chg="mod">
          <ac:chgData name="Amine Slimani Houti (Student at CentraleSupelec)" userId="ad933ea9-86f9-4219-8c54-a3ee881a6b84" providerId="ADAL" clId="{02B86741-F239-47C3-ACC2-45F16E67B5CD}" dt="2022-03-30T08:16:59.263" v="222" actId="1076"/>
          <ac:picMkLst>
            <pc:docMk/>
            <pc:sldMk cId="135843239" sldId="340"/>
            <ac:picMk id="3" creationId="{358FBFD3-85F8-4DC2-9F4C-8C4F5DDC496E}"/>
          </ac:picMkLst>
        </pc:picChg>
        <pc:cxnChg chg="add">
          <ac:chgData name="Amine Slimani Houti (Student at CentraleSupelec)" userId="ad933ea9-86f9-4219-8c54-a3ee881a6b84" providerId="ADAL" clId="{02B86741-F239-47C3-ACC2-45F16E67B5CD}" dt="2022-03-30T08:14:26.203" v="175" actId="11529"/>
          <ac:cxnSpMkLst>
            <pc:docMk/>
            <pc:sldMk cId="135843239" sldId="340"/>
            <ac:cxnSpMk id="27" creationId="{955C88B4-A5D6-477B-AFE6-FF7FC1446616}"/>
          </ac:cxnSpMkLst>
        </pc:cxnChg>
        <pc:cxnChg chg="add mod">
          <ac:chgData name="Amine Slimani Houti (Student at CentraleSupelec)" userId="ad933ea9-86f9-4219-8c54-a3ee881a6b84" providerId="ADAL" clId="{02B86741-F239-47C3-ACC2-45F16E67B5CD}" dt="2022-03-30T08:17:10.808" v="225" actId="14100"/>
          <ac:cxnSpMkLst>
            <pc:docMk/>
            <pc:sldMk cId="135843239" sldId="340"/>
            <ac:cxnSpMk id="32" creationId="{35E7063C-7A56-4CB7-AABE-B51F391464E1}"/>
          </ac:cxnSpMkLst>
        </pc:cxnChg>
        <pc:cxnChg chg="add mod">
          <ac:chgData name="Amine Slimani Houti (Student at CentraleSupelec)" userId="ad933ea9-86f9-4219-8c54-a3ee881a6b84" providerId="ADAL" clId="{02B86741-F239-47C3-ACC2-45F16E67B5CD}" dt="2022-03-30T08:24:45.655" v="276" actId="14100"/>
          <ac:cxnSpMkLst>
            <pc:docMk/>
            <pc:sldMk cId="135843239" sldId="340"/>
            <ac:cxnSpMk id="39" creationId="{A96116F3-7EE1-48EC-82C9-E72239068C41}"/>
          </ac:cxnSpMkLst>
        </pc:cxnChg>
      </pc:sldChg>
      <pc:sldChg chg="delSp modSp add mod">
        <pc:chgData name="Amine Slimani Houti (Student at CentraleSupelec)" userId="ad933ea9-86f9-4219-8c54-a3ee881a6b84" providerId="ADAL" clId="{02B86741-F239-47C3-ACC2-45F16E67B5CD}" dt="2022-03-31T09:48:29.634" v="1540" actId="947"/>
        <pc:sldMkLst>
          <pc:docMk/>
          <pc:sldMk cId="3279212082" sldId="341"/>
        </pc:sldMkLst>
        <pc:spChg chg="mod">
          <ac:chgData name="Amine Slimani Houti (Student at CentraleSupelec)" userId="ad933ea9-86f9-4219-8c54-a3ee881a6b84" providerId="ADAL" clId="{02B86741-F239-47C3-ACC2-45F16E67B5CD}" dt="2022-03-31T09:48:29.634" v="1540" actId="947"/>
          <ac:spMkLst>
            <pc:docMk/>
            <pc:sldMk cId="3279212082" sldId="341"/>
            <ac:spMk id="2" creationId="{389B4ECC-CE09-4B58-87EB-5CBD0E2145A1}"/>
          </ac:spMkLst>
        </pc:spChg>
        <pc:spChg chg="del">
          <ac:chgData name="Amine Slimani Houti (Student at CentraleSupelec)" userId="ad933ea9-86f9-4219-8c54-a3ee881a6b84" providerId="ADAL" clId="{02B86741-F239-47C3-ACC2-45F16E67B5CD}" dt="2022-03-31T09:45:21.695" v="1529" actId="478"/>
          <ac:spMkLst>
            <pc:docMk/>
            <pc:sldMk cId="3279212082" sldId="341"/>
            <ac:spMk id="3" creationId="{6C334620-3D30-4917-A491-9CC91ADD8DD6}"/>
          </ac:spMkLst>
        </pc:spChg>
        <pc:spChg chg="del">
          <ac:chgData name="Amine Slimani Houti (Student at CentraleSupelec)" userId="ad933ea9-86f9-4219-8c54-a3ee881a6b84" providerId="ADAL" clId="{02B86741-F239-47C3-ACC2-45F16E67B5CD}" dt="2022-03-31T09:12:43.465" v="853" actId="478"/>
          <ac:spMkLst>
            <pc:docMk/>
            <pc:sldMk cId="3279212082" sldId="341"/>
            <ac:spMk id="4" creationId="{1D9B11DE-9815-4018-98D9-F3EC12535288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14:15:56.167" v="737"/>
          <ac:spMkLst>
            <pc:docMk/>
            <pc:sldMk cId="3279212082" sldId="341"/>
            <ac:spMk id="8" creationId="{C772A284-4F81-40BF-BA2E-16BF3D55AF73}"/>
          </ac:spMkLst>
        </pc:spChg>
        <pc:spChg chg="del">
          <ac:chgData name="Amine Slimani Houti (Student at CentraleSupelec)" userId="ad933ea9-86f9-4219-8c54-a3ee881a6b84" providerId="ADAL" clId="{02B86741-F239-47C3-ACC2-45F16E67B5CD}" dt="2022-03-31T09:12:47.898" v="854" actId="478"/>
          <ac:spMkLst>
            <pc:docMk/>
            <pc:sldMk cId="3279212082" sldId="341"/>
            <ac:spMk id="10" creationId="{F6CEC0ED-6516-4F41-844C-4550D81A668F}"/>
          </ac:spMkLst>
        </pc:spChg>
        <pc:spChg chg="del mod">
          <ac:chgData name="Amine Slimani Houti (Student at CentraleSupelec)" userId="ad933ea9-86f9-4219-8c54-a3ee881a6b84" providerId="ADAL" clId="{02B86741-F239-47C3-ACC2-45F16E67B5CD}" dt="2022-03-31T09:45:25.105" v="1531" actId="478"/>
          <ac:spMkLst>
            <pc:docMk/>
            <pc:sldMk cId="3279212082" sldId="341"/>
            <ac:spMk id="11" creationId="{D5C682E6-FF1B-4C35-AFD4-2AEA9AD7BE8C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13:56:31.477" v="447" actId="20577"/>
          <ac:spMkLst>
            <pc:docMk/>
            <pc:sldMk cId="3279212082" sldId="341"/>
            <ac:spMk id="3073" creationId="{00000000-0000-0000-0000-000000000000}"/>
          </ac:spMkLst>
        </pc:spChg>
      </pc:sldChg>
      <pc:sldChg chg="addSp delSp modSp add mod">
        <pc:chgData name="Amine Slimani Houti (Student at CentraleSupelec)" userId="ad933ea9-86f9-4219-8c54-a3ee881a6b84" providerId="ADAL" clId="{02B86741-F239-47C3-ACC2-45F16E67B5CD}" dt="2022-03-30T13:56:15.265" v="445" actId="478"/>
        <pc:sldMkLst>
          <pc:docMk/>
          <pc:sldMk cId="644609347" sldId="342"/>
        </pc:sldMkLst>
        <pc:spChg chg="mod">
          <ac:chgData name="Amine Slimani Houti (Student at CentraleSupelec)" userId="ad933ea9-86f9-4219-8c54-a3ee881a6b84" providerId="ADAL" clId="{02B86741-F239-47C3-ACC2-45F16E67B5CD}" dt="2022-03-30T08:39:23.235" v="318" actId="1076"/>
          <ac:spMkLst>
            <pc:docMk/>
            <pc:sldMk cId="644609347" sldId="342"/>
            <ac:spMk id="16" creationId="{06565AE5-02CB-4264-859A-52CFBB6AFBC1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08:48:57.422" v="363" actId="1076"/>
          <ac:spMkLst>
            <pc:docMk/>
            <pc:sldMk cId="644609347" sldId="342"/>
            <ac:spMk id="20" creationId="{8ADD73BF-CA92-4164-A40F-F96ABE16B75D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42:33.085" v="320" actId="1076"/>
          <ac:spMkLst>
            <pc:docMk/>
            <pc:sldMk cId="644609347" sldId="342"/>
            <ac:spMk id="22" creationId="{52CCB762-6E4B-4F7C-98F7-3D67745BC78E}"/>
          </ac:spMkLst>
        </pc:spChg>
        <pc:spChg chg="add del mod">
          <ac:chgData name="Amine Slimani Houti (Student at CentraleSupelec)" userId="ad933ea9-86f9-4219-8c54-a3ee881a6b84" providerId="ADAL" clId="{02B86741-F239-47C3-ACC2-45F16E67B5CD}" dt="2022-03-30T13:56:15.265" v="445" actId="478"/>
          <ac:spMkLst>
            <pc:docMk/>
            <pc:sldMk cId="644609347" sldId="342"/>
            <ac:spMk id="24" creationId="{BA08869A-6239-4AC4-9540-D51B268345EF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42:58.449" v="338" actId="1076"/>
          <ac:spMkLst>
            <pc:docMk/>
            <pc:sldMk cId="644609347" sldId="342"/>
            <ac:spMk id="25" creationId="{B66CB957-9073-471B-88EC-B3D349C0AA86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0T08:43:50.264" v="357" actId="20577"/>
          <ac:spMkLst>
            <pc:docMk/>
            <pc:sldMk cId="644609347" sldId="342"/>
            <ac:spMk id="28" creationId="{5C17EE77-0B5D-4216-B41E-00CFF5DEEA44}"/>
          </ac:spMkLst>
        </pc:spChg>
        <pc:spChg chg="add del mod">
          <ac:chgData name="Amine Slimani Houti (Student at CentraleSupelec)" userId="ad933ea9-86f9-4219-8c54-a3ee881a6b84" providerId="ADAL" clId="{02B86741-F239-47C3-ACC2-45F16E67B5CD}" dt="2022-03-30T08:44:58.354" v="362" actId="478"/>
          <ac:spMkLst>
            <pc:docMk/>
            <pc:sldMk cId="644609347" sldId="342"/>
            <ac:spMk id="33" creationId="{07F252E7-7D90-409C-B196-7441D7D08E1F}"/>
          </ac:spMkLst>
        </pc:spChg>
        <pc:spChg chg="mod">
          <ac:chgData name="Amine Slimani Houti (Student at CentraleSupelec)" userId="ad933ea9-86f9-4219-8c54-a3ee881a6b84" providerId="ADAL" clId="{02B86741-F239-47C3-ACC2-45F16E67B5CD}" dt="2022-03-30T08:39:07.109" v="315" actId="20577"/>
          <ac:spMkLst>
            <pc:docMk/>
            <pc:sldMk cId="644609347" sldId="342"/>
            <ac:spMk id="101" creationId="{00000000-0000-0000-0000-000000000000}"/>
          </ac:spMkLst>
        </pc:spChg>
        <pc:grpChg chg="del">
          <ac:chgData name="Amine Slimani Houti (Student at CentraleSupelec)" userId="ad933ea9-86f9-4219-8c54-a3ee881a6b84" providerId="ADAL" clId="{02B86741-F239-47C3-ACC2-45F16E67B5CD}" dt="2022-03-30T08:36:47.233" v="300" actId="478"/>
          <ac:grpSpMkLst>
            <pc:docMk/>
            <pc:sldMk cId="644609347" sldId="342"/>
            <ac:grpSpMk id="30" creationId="{1C46A1B8-1942-4BA0-92A2-ED5AB3805737}"/>
          </ac:grpSpMkLst>
        </pc:grpChg>
        <pc:picChg chg="add mod">
          <ac:chgData name="Amine Slimani Houti (Student at CentraleSupelec)" userId="ad933ea9-86f9-4219-8c54-a3ee881a6b84" providerId="ADAL" clId="{02B86741-F239-47C3-ACC2-45F16E67B5CD}" dt="2022-03-30T08:44:44.010" v="360" actId="1076"/>
          <ac:picMkLst>
            <pc:docMk/>
            <pc:sldMk cId="644609347" sldId="342"/>
            <ac:picMk id="4" creationId="{BF97D8EC-5AC6-4A00-B7BC-E14C6290A954}"/>
          </ac:picMkLst>
        </pc:picChg>
        <pc:cxnChg chg="add del mod">
          <ac:chgData name="Amine Slimani Houti (Student at CentraleSupelec)" userId="ad933ea9-86f9-4219-8c54-a3ee881a6b84" providerId="ADAL" clId="{02B86741-F239-47C3-ACC2-45F16E67B5CD}" dt="2022-03-30T13:56:11.276" v="444" actId="478"/>
          <ac:cxnSpMkLst>
            <pc:docMk/>
            <pc:sldMk cId="644609347" sldId="342"/>
            <ac:cxnSpMk id="23" creationId="{903FA910-867C-495F-8EAF-21245C402C34}"/>
          </ac:cxnSpMkLst>
        </pc:cxnChg>
        <pc:cxnChg chg="add mod">
          <ac:chgData name="Amine Slimani Houti (Student at CentraleSupelec)" userId="ad933ea9-86f9-4219-8c54-a3ee881a6b84" providerId="ADAL" clId="{02B86741-F239-47C3-ACC2-45F16E67B5CD}" dt="2022-03-30T08:43:38.970" v="352" actId="14100"/>
          <ac:cxnSpMkLst>
            <pc:docMk/>
            <pc:sldMk cId="644609347" sldId="342"/>
            <ac:cxnSpMk id="26" creationId="{9C95250B-13F3-4032-8185-8121DC27EDDF}"/>
          </ac:cxnSpMkLst>
        </pc:cxnChg>
      </pc:sldChg>
      <pc:sldChg chg="addSp delSp modSp add del mod">
        <pc:chgData name="Amine Slimani Houti (Student at CentraleSupelec)" userId="ad933ea9-86f9-4219-8c54-a3ee881a6b84" providerId="ADAL" clId="{02B86741-F239-47C3-ACC2-45F16E67B5CD}" dt="2022-03-31T08:48:58.412" v="851" actId="47"/>
        <pc:sldMkLst>
          <pc:docMk/>
          <pc:sldMk cId="1061094369" sldId="343"/>
        </pc:sldMkLst>
        <pc:spChg chg="del">
          <ac:chgData name="Amine Slimani Houti (Student at CentraleSupelec)" userId="ad933ea9-86f9-4219-8c54-a3ee881a6b84" providerId="ADAL" clId="{02B86741-F239-47C3-ACC2-45F16E67B5CD}" dt="2022-03-30T09:10:43.733" v="374" actId="478"/>
          <ac:spMkLst>
            <pc:docMk/>
            <pc:sldMk cId="1061094369" sldId="343"/>
            <ac:spMk id="2" creationId="{5E386C70-2139-4C64-879E-146BCC25AE16}"/>
          </ac:spMkLst>
        </pc:spChg>
        <pc:spChg chg="del">
          <ac:chgData name="Amine Slimani Houti (Student at CentraleSupelec)" userId="ad933ea9-86f9-4219-8c54-a3ee881a6b84" providerId="ADAL" clId="{02B86741-F239-47C3-ACC2-45F16E67B5CD}" dt="2022-03-30T09:10:03.919" v="373" actId="478"/>
          <ac:spMkLst>
            <pc:docMk/>
            <pc:sldMk cId="1061094369" sldId="343"/>
            <ac:spMk id="4" creationId="{8C8F584A-592B-46B7-B867-4C5639384018}"/>
          </ac:spMkLst>
        </pc:spChg>
        <pc:spChg chg="mod">
          <ac:chgData name="Amine Slimani Houti (Student at CentraleSupelec)" userId="ad933ea9-86f9-4219-8c54-a3ee881a6b84" providerId="ADAL" clId="{02B86741-F239-47C3-ACC2-45F16E67B5CD}" dt="2022-03-31T08:40:10.214" v="791" actId="1076"/>
          <ac:spMkLst>
            <pc:docMk/>
            <pc:sldMk cId="1061094369" sldId="343"/>
            <ac:spMk id="9" creationId="{D8D19DE7-27AE-4911-9136-78F5FC0169F1}"/>
          </ac:spMkLst>
        </pc:spChg>
        <pc:picChg chg="add mod ord">
          <ac:chgData name="Amine Slimani Houti (Student at CentraleSupelec)" userId="ad933ea9-86f9-4219-8c54-a3ee881a6b84" providerId="ADAL" clId="{02B86741-F239-47C3-ACC2-45F16E67B5CD}" dt="2022-03-31T08:40:02.837" v="790" actId="1076"/>
          <ac:picMkLst>
            <pc:docMk/>
            <pc:sldMk cId="1061094369" sldId="343"/>
            <ac:picMk id="3" creationId="{670602AC-9FC9-46DE-9CDE-C5D2CF830280}"/>
          </ac:picMkLst>
        </pc:picChg>
        <pc:picChg chg="add del mod modCrop">
          <ac:chgData name="Amine Slimani Houti (Student at CentraleSupelec)" userId="ad933ea9-86f9-4219-8c54-a3ee881a6b84" providerId="ADAL" clId="{02B86741-F239-47C3-ACC2-45F16E67B5CD}" dt="2022-03-30T09:14:33.628" v="381" actId="478"/>
          <ac:picMkLst>
            <pc:docMk/>
            <pc:sldMk cId="1061094369" sldId="343"/>
            <ac:picMk id="8" creationId="{544FCC8E-1F6F-42A9-92D1-A4488C2D6CBB}"/>
          </ac:picMkLst>
        </pc:picChg>
        <pc:picChg chg="add del mod">
          <ac:chgData name="Amine Slimani Houti (Student at CentraleSupelec)" userId="ad933ea9-86f9-4219-8c54-a3ee881a6b84" providerId="ADAL" clId="{02B86741-F239-47C3-ACC2-45F16E67B5CD}" dt="2022-03-30T09:26:59.656" v="386" actId="478"/>
          <ac:picMkLst>
            <pc:docMk/>
            <pc:sldMk cId="1061094369" sldId="343"/>
            <ac:picMk id="11" creationId="{398436DC-57E7-4AAE-89F5-80B120E6B2C9}"/>
          </ac:picMkLst>
        </pc:picChg>
        <pc:picChg chg="add del mod">
          <ac:chgData name="Amine Slimani Houti (Student at CentraleSupelec)" userId="ad933ea9-86f9-4219-8c54-a3ee881a6b84" providerId="ADAL" clId="{02B86741-F239-47C3-ACC2-45F16E67B5CD}" dt="2022-03-31T08:39:26.404" v="778" actId="478"/>
          <ac:picMkLst>
            <pc:docMk/>
            <pc:sldMk cId="1061094369" sldId="343"/>
            <ac:picMk id="13" creationId="{632F5E0D-4FA7-48A1-B97C-6AE7CF9030A0}"/>
          </ac:picMkLst>
        </pc:picChg>
        <pc:picChg chg="del">
          <ac:chgData name="Amine Slimani Houti (Student at CentraleSupelec)" userId="ad933ea9-86f9-4219-8c54-a3ee881a6b84" providerId="ADAL" clId="{02B86741-F239-47C3-ACC2-45F16E67B5CD}" dt="2022-03-30T09:09:51.563" v="368" actId="478"/>
          <ac:picMkLst>
            <pc:docMk/>
            <pc:sldMk cId="1061094369" sldId="343"/>
            <ac:picMk id="1026" creationId="{FD3A4C00-8F94-41E9-84F1-B9B44AA2A9FD}"/>
          </ac:picMkLst>
        </pc:picChg>
      </pc:sldChg>
      <pc:sldChg chg="add del">
        <pc:chgData name="Amine Slimani Houti (Student at CentraleSupelec)" userId="ad933ea9-86f9-4219-8c54-a3ee881a6b84" providerId="ADAL" clId="{02B86741-F239-47C3-ACC2-45F16E67B5CD}" dt="2022-03-30T09:10:01.497" v="372"/>
        <pc:sldMkLst>
          <pc:docMk/>
          <pc:sldMk cId="2051189645" sldId="344"/>
        </pc:sldMkLst>
      </pc:sldChg>
      <pc:sldChg chg="addSp delSp modSp new mod">
        <pc:chgData name="Amine Slimani Houti (Student at CentraleSupelec)" userId="ad933ea9-86f9-4219-8c54-a3ee881a6b84" providerId="ADAL" clId="{02B86741-F239-47C3-ACC2-45F16E67B5CD}" dt="2022-03-31T09:45:02.731" v="1528" actId="20577"/>
        <pc:sldMkLst>
          <pc:docMk/>
          <pc:sldMk cId="2617799655" sldId="347"/>
        </pc:sldMkLst>
        <pc:spChg chg="add del mod">
          <ac:chgData name="Amine Slimani Houti (Student at CentraleSupelec)" userId="ad933ea9-86f9-4219-8c54-a3ee881a6b84" providerId="ADAL" clId="{02B86741-F239-47C3-ACC2-45F16E67B5CD}" dt="2022-03-31T09:33:37.278" v="1220" actId="478"/>
          <ac:spMkLst>
            <pc:docMk/>
            <pc:sldMk cId="2617799655" sldId="347"/>
            <ac:spMk id="4" creationId="{A5D98A14-4DDF-4147-B7D2-1FD799FF1E4B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1T09:40:57.702" v="1385" actId="1076"/>
          <ac:spMkLst>
            <pc:docMk/>
            <pc:sldMk cId="2617799655" sldId="347"/>
            <ac:spMk id="5" creationId="{99298ED0-CA1D-46EB-8218-6F0C28F81A2A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1T09:44:33.038" v="1502" actId="1076"/>
          <ac:spMkLst>
            <pc:docMk/>
            <pc:sldMk cId="2617799655" sldId="347"/>
            <ac:spMk id="7" creationId="{87369DFB-A16E-4978-B8CB-B88EE3EE6BBA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1T09:41:04.601" v="1386" actId="1076"/>
          <ac:spMkLst>
            <pc:docMk/>
            <pc:sldMk cId="2617799655" sldId="347"/>
            <ac:spMk id="8" creationId="{C7AD0385-BED0-4CED-969F-D37939CB50F1}"/>
          </ac:spMkLst>
        </pc:spChg>
        <pc:spChg chg="add mod">
          <ac:chgData name="Amine Slimani Houti (Student at CentraleSupelec)" userId="ad933ea9-86f9-4219-8c54-a3ee881a6b84" providerId="ADAL" clId="{02B86741-F239-47C3-ACC2-45F16E67B5CD}" dt="2022-03-31T09:45:02.731" v="1528" actId="20577"/>
          <ac:spMkLst>
            <pc:docMk/>
            <pc:sldMk cId="2617799655" sldId="347"/>
            <ac:spMk id="9" creationId="{9FB8A91B-82D7-4867-A98E-2450644F5653}"/>
          </ac:spMkLst>
        </pc:spChg>
        <pc:picChg chg="add mod">
          <ac:chgData name="Amine Slimani Houti (Student at CentraleSupelec)" userId="ad933ea9-86f9-4219-8c54-a3ee881a6b84" providerId="ADAL" clId="{02B86741-F239-47C3-ACC2-45F16E67B5CD}" dt="2022-03-31T09:44:27.288" v="1501" actId="1076"/>
          <ac:picMkLst>
            <pc:docMk/>
            <pc:sldMk cId="2617799655" sldId="347"/>
            <ac:picMk id="11" creationId="{B99B2D82-8EF9-44B8-8F88-CB4B35BF56EB}"/>
          </ac:picMkLst>
        </pc:picChg>
      </pc:sldChg>
    </pc:docChg>
  </pc:docChgLst>
  <pc:docChgLst>
    <pc:chgData name="Amine Slimani Houti (Student at CentraleSupelec)" userId="S::amine.slimani-houti@student-cs.fr::ad933ea9-86f9-4219-8c54-a3ee881a6b84" providerId="AD" clId="Web-{3601F20F-5153-4F11-A381-620ED3EE98F7}"/>
    <pc:docChg chg="modSld">
      <pc:chgData name="Amine Slimani Houti (Student at CentraleSupelec)" userId="S::amine.slimani-houti@student-cs.fr::ad933ea9-86f9-4219-8c54-a3ee881a6b84" providerId="AD" clId="Web-{3601F20F-5153-4F11-A381-620ED3EE98F7}" dt="2022-04-01T13:19:48.898" v="3"/>
      <pc:docMkLst>
        <pc:docMk/>
      </pc:docMkLst>
      <pc:sldChg chg="addSp delSp modSp">
        <pc:chgData name="Amine Slimani Houti (Student at CentraleSupelec)" userId="S::amine.slimani-houti@student-cs.fr::ad933ea9-86f9-4219-8c54-a3ee881a6b84" providerId="AD" clId="Web-{3601F20F-5153-4F11-A381-620ED3EE98F7}" dt="2022-04-01T13:19:48.898" v="3"/>
        <pc:sldMkLst>
          <pc:docMk/>
          <pc:sldMk cId="2861462673" sldId="348"/>
        </pc:sldMkLst>
        <pc:spChg chg="add del mod">
          <ac:chgData name="Amine Slimani Houti (Student at CentraleSupelec)" userId="S::amine.slimani-houti@student-cs.fr::ad933ea9-86f9-4219-8c54-a3ee881a6b84" providerId="AD" clId="Web-{3601F20F-5153-4F11-A381-620ED3EE98F7}" dt="2022-04-01T13:19:48.898" v="3"/>
          <ac:spMkLst>
            <pc:docMk/>
            <pc:sldMk cId="2861462673" sldId="348"/>
            <ac:spMk id="3" creationId="{89C3FE4D-BFA9-9087-408F-89F14273856C}"/>
          </ac:spMkLst>
        </pc:spChg>
      </pc:sldChg>
    </pc:docChg>
  </pc:docChgLst>
  <pc:docChgLst>
    <pc:chgData name="Justin Rigal (Student at CentraleSupelec)" userId="e1072e47-4056-4504-9001-17ee395dfcb4" providerId="ADAL" clId="{7975850E-D080-4364-AFEA-4D60797C311F}"/>
    <pc:docChg chg="undo custSel addSld delSld modSld sldOrd">
      <pc:chgData name="Justin Rigal (Student at CentraleSupelec)" userId="e1072e47-4056-4504-9001-17ee395dfcb4" providerId="ADAL" clId="{7975850E-D080-4364-AFEA-4D60797C311F}" dt="2022-04-01T07:27:47.661" v="576" actId="47"/>
      <pc:docMkLst>
        <pc:docMk/>
      </pc:docMkLst>
      <pc:sldChg chg="addSp delSp modSp mod ord">
        <pc:chgData name="Justin Rigal (Student at CentraleSupelec)" userId="e1072e47-4056-4504-9001-17ee395dfcb4" providerId="ADAL" clId="{7975850E-D080-4364-AFEA-4D60797C311F}" dt="2022-04-01T07:25:30.705" v="575" actId="1076"/>
        <pc:sldMkLst>
          <pc:docMk/>
          <pc:sldMk cId="960771001" sldId="332"/>
        </pc:sldMkLst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2" creationId="{A55601AC-4449-4FFB-9FDF-9A8237A798E9}"/>
          </ac:spMkLst>
        </pc:spChg>
        <pc:spChg chg="mod">
          <ac:chgData name="Justin Rigal (Student at CentraleSupelec)" userId="e1072e47-4056-4504-9001-17ee395dfcb4" providerId="ADAL" clId="{7975850E-D080-4364-AFEA-4D60797C311F}" dt="2022-03-30T09:38:30.430" v="218" actId="1076"/>
          <ac:spMkLst>
            <pc:docMk/>
            <pc:sldMk cId="960771001" sldId="332"/>
            <ac:spMk id="12" creationId="{DEEE8FEA-548B-4F42-8F5B-10B347A37C83}"/>
          </ac:spMkLst>
        </pc:spChg>
        <pc:spChg chg="mod">
          <ac:chgData name="Justin Rigal (Student at CentraleSupelec)" userId="e1072e47-4056-4504-9001-17ee395dfcb4" providerId="ADAL" clId="{7975850E-D080-4364-AFEA-4D60797C311F}" dt="2022-03-30T09:38:28.727" v="217" actId="1076"/>
          <ac:spMkLst>
            <pc:docMk/>
            <pc:sldMk cId="960771001" sldId="332"/>
            <ac:spMk id="14" creationId="{93FB4E2D-5ECA-4881-AA3D-2E6F76C23E15}"/>
          </ac:spMkLst>
        </pc:spChg>
        <pc:spChg chg="mod">
          <ac:chgData name="Justin Rigal (Student at CentraleSupelec)" userId="e1072e47-4056-4504-9001-17ee395dfcb4" providerId="ADAL" clId="{7975850E-D080-4364-AFEA-4D60797C311F}" dt="2022-04-01T07:25:15.600" v="572" actId="164"/>
          <ac:spMkLst>
            <pc:docMk/>
            <pc:sldMk cId="960771001" sldId="332"/>
            <ac:spMk id="17" creationId="{45E2487E-3027-4D23-9160-3513CF701936}"/>
          </ac:spMkLst>
        </pc:spChg>
        <pc:spChg chg="mod">
          <ac:chgData name="Justin Rigal (Student at CentraleSupelec)" userId="e1072e47-4056-4504-9001-17ee395dfcb4" providerId="ADAL" clId="{7975850E-D080-4364-AFEA-4D60797C311F}" dt="2022-04-01T07:25:15.600" v="572" actId="164"/>
          <ac:spMkLst>
            <pc:docMk/>
            <pc:sldMk cId="960771001" sldId="332"/>
            <ac:spMk id="18" creationId="{60F317E7-4531-4672-8F42-3483DA002751}"/>
          </ac:spMkLst>
        </pc:spChg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23" creationId="{D4433CAA-4B52-4A2B-AD6A-F06E7E99FAD2}"/>
          </ac:spMkLst>
        </pc:spChg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25" creationId="{4A8FD797-A1B3-451D-B1AB-68F29EA7F649}"/>
          </ac:spMkLst>
        </pc:spChg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27" creationId="{338319D8-5FF6-45E0-A4AB-1DF87F16CD5A}"/>
          </ac:spMkLst>
        </pc:spChg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28" creationId="{CFDB3CFE-05E2-46F6-A0D3-35F48DB3E97F}"/>
          </ac:spMkLst>
        </pc:spChg>
        <pc:spChg chg="mod">
          <ac:chgData name="Justin Rigal (Student at CentraleSupelec)" userId="e1072e47-4056-4504-9001-17ee395dfcb4" providerId="ADAL" clId="{7975850E-D080-4364-AFEA-4D60797C311F}" dt="2022-04-01T07:25:15.600" v="572" actId="164"/>
          <ac:spMkLst>
            <pc:docMk/>
            <pc:sldMk cId="960771001" sldId="332"/>
            <ac:spMk id="29" creationId="{A8DD3EBD-748C-4B10-ADC4-821A6008B172}"/>
          </ac:spMkLst>
        </pc:spChg>
        <pc:spChg chg="del">
          <ac:chgData name="Justin Rigal (Student at CentraleSupelec)" userId="e1072e47-4056-4504-9001-17ee395dfcb4" providerId="ADAL" clId="{7975850E-D080-4364-AFEA-4D60797C311F}" dt="2022-04-01T06:58:21.681" v="539" actId="478"/>
          <ac:spMkLst>
            <pc:docMk/>
            <pc:sldMk cId="960771001" sldId="332"/>
            <ac:spMk id="30" creationId="{4543817B-314F-4E49-98D0-554DF7889C86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29.982" v="553" actId="1076"/>
          <ac:spMkLst>
            <pc:docMk/>
            <pc:sldMk cId="960771001" sldId="332"/>
            <ac:spMk id="32" creationId="{BB1E8565-553F-4C90-BCBF-B208AE62F173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11.808" v="550" actId="14100"/>
          <ac:spMkLst>
            <pc:docMk/>
            <pc:sldMk cId="960771001" sldId="332"/>
            <ac:spMk id="33" creationId="{4865B97C-9FEB-4439-A684-6EEDA0AB9A07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25.917" v="552" actId="1076"/>
          <ac:spMkLst>
            <pc:docMk/>
            <pc:sldMk cId="960771001" sldId="332"/>
            <ac:spMk id="34" creationId="{B1C5D953-38DE-41C4-9B0D-942EC8F4ABDA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11.808" v="550" actId="14100"/>
          <ac:spMkLst>
            <pc:docMk/>
            <pc:sldMk cId="960771001" sldId="332"/>
            <ac:spMk id="35" creationId="{E5EC4889-E03E-49E8-90A3-99D7D3587E28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21.702" v="551" actId="1076"/>
          <ac:spMkLst>
            <pc:docMk/>
            <pc:sldMk cId="960771001" sldId="332"/>
            <ac:spMk id="36" creationId="{25413C3E-4ECA-4F23-A355-B06076B44298}"/>
          </ac:spMkLst>
        </pc:spChg>
        <pc:spChg chg="add mod topLvl">
          <ac:chgData name="Justin Rigal (Student at CentraleSupelec)" userId="e1072e47-4056-4504-9001-17ee395dfcb4" providerId="ADAL" clId="{7975850E-D080-4364-AFEA-4D60797C311F}" dt="2022-04-01T06:59:11.808" v="550" actId="14100"/>
          <ac:spMkLst>
            <pc:docMk/>
            <pc:sldMk cId="960771001" sldId="332"/>
            <ac:spMk id="37" creationId="{CCD47E5A-3454-4C48-8EB0-FFD4B5A64829}"/>
          </ac:spMkLst>
        </pc:spChg>
        <pc:spChg chg="mod">
          <ac:chgData name="Justin Rigal (Student at CentraleSupelec)" userId="e1072e47-4056-4504-9001-17ee395dfcb4" providerId="ADAL" clId="{7975850E-D080-4364-AFEA-4D60797C311F}" dt="2022-03-30T09:38:18.390" v="213" actId="20577"/>
          <ac:spMkLst>
            <pc:docMk/>
            <pc:sldMk cId="960771001" sldId="332"/>
            <ac:spMk id="101" creationId="{00000000-0000-0000-0000-000000000000}"/>
          </ac:spMkLst>
        </pc:spChg>
        <pc:grpChg chg="add del mod">
          <ac:chgData name="Justin Rigal (Student at CentraleSupelec)" userId="e1072e47-4056-4504-9001-17ee395dfcb4" providerId="ADAL" clId="{7975850E-D080-4364-AFEA-4D60797C311F}" dt="2022-04-01T06:58:29.205" v="541" actId="165"/>
          <ac:grpSpMkLst>
            <pc:docMk/>
            <pc:sldMk cId="960771001" sldId="332"/>
            <ac:grpSpMk id="10" creationId="{86B1E1C1-4243-48A3-9F76-DE0A537D6712}"/>
          </ac:grpSpMkLst>
        </pc:grpChg>
        <pc:grpChg chg="add mod">
          <ac:chgData name="Justin Rigal (Student at CentraleSupelec)" userId="e1072e47-4056-4504-9001-17ee395dfcb4" providerId="ADAL" clId="{7975850E-D080-4364-AFEA-4D60797C311F}" dt="2022-04-01T07:25:30.705" v="575" actId="1076"/>
          <ac:grpSpMkLst>
            <pc:docMk/>
            <pc:sldMk cId="960771001" sldId="332"/>
            <ac:grpSpMk id="39" creationId="{617BE134-ADA9-4844-9B7D-C7B151D54376}"/>
          </ac:grpSpMkLst>
        </pc:grpChg>
        <pc:picChg chg="del">
          <ac:chgData name="Justin Rigal (Student at CentraleSupelec)" userId="e1072e47-4056-4504-9001-17ee395dfcb4" providerId="ADAL" clId="{7975850E-D080-4364-AFEA-4D60797C311F}" dt="2022-03-30T09:38:22.365" v="215" actId="478"/>
          <ac:picMkLst>
            <pc:docMk/>
            <pc:sldMk cId="960771001" sldId="332"/>
            <ac:picMk id="3" creationId="{4D53BF2E-101C-4DCC-9E80-FB59208A3780}"/>
          </ac:picMkLst>
        </pc:picChg>
        <pc:picChg chg="add mod">
          <ac:chgData name="Justin Rigal (Student at CentraleSupelec)" userId="e1072e47-4056-4504-9001-17ee395dfcb4" providerId="ADAL" clId="{7975850E-D080-4364-AFEA-4D60797C311F}" dt="2022-03-30T09:38:40.758" v="221" actId="1076"/>
          <ac:picMkLst>
            <pc:docMk/>
            <pc:sldMk cId="960771001" sldId="332"/>
            <ac:picMk id="4" creationId="{8E0F647A-0D98-42DF-8902-BD3CD46418E1}"/>
          </ac:picMkLst>
        </pc:picChg>
        <pc:picChg chg="del">
          <ac:chgData name="Justin Rigal (Student at CentraleSupelec)" userId="e1072e47-4056-4504-9001-17ee395dfcb4" providerId="ADAL" clId="{7975850E-D080-4364-AFEA-4D60797C311F}" dt="2022-03-30T09:38:23.786" v="216" actId="478"/>
          <ac:picMkLst>
            <pc:docMk/>
            <pc:sldMk cId="960771001" sldId="332"/>
            <ac:picMk id="9" creationId="{390CDA64-9A81-4D6C-B72E-437CDF7EA3CD}"/>
          </ac:picMkLst>
        </pc:picChg>
        <pc:picChg chg="del">
          <ac:chgData name="Justin Rigal (Student at CentraleSupelec)" userId="e1072e47-4056-4504-9001-17ee395dfcb4" providerId="ADAL" clId="{7975850E-D080-4364-AFEA-4D60797C311F}" dt="2022-03-30T09:38:20.906" v="214" actId="478"/>
          <ac:picMkLst>
            <pc:docMk/>
            <pc:sldMk cId="960771001" sldId="332"/>
            <ac:picMk id="11" creationId="{B0FD5600-525A-44DA-9170-B2E168BB4DA1}"/>
          </ac:picMkLst>
        </pc:picChg>
        <pc:picChg chg="add mod topLvl">
          <ac:chgData name="Justin Rigal (Student at CentraleSupelec)" userId="e1072e47-4056-4504-9001-17ee395dfcb4" providerId="ADAL" clId="{7975850E-D080-4364-AFEA-4D60797C311F}" dt="2022-04-01T06:58:29.205" v="541" actId="165"/>
          <ac:picMkLst>
            <pc:docMk/>
            <pc:sldMk cId="960771001" sldId="332"/>
            <ac:picMk id="31" creationId="{49EE1E43-97A1-4146-8C5E-4A54AA15EF99}"/>
          </ac:picMkLst>
        </pc:picChg>
        <pc:picChg chg="add mod ord">
          <ac:chgData name="Justin Rigal (Student at CentraleSupelec)" userId="e1072e47-4056-4504-9001-17ee395dfcb4" providerId="ADAL" clId="{7975850E-D080-4364-AFEA-4D60797C311F}" dt="2022-04-01T07:25:15.600" v="572" actId="164"/>
          <ac:picMkLst>
            <pc:docMk/>
            <pc:sldMk cId="960771001" sldId="332"/>
            <ac:picMk id="38" creationId="{E05D54A5-F91E-4861-B006-E5E528B69866}"/>
          </ac:picMkLst>
        </pc:picChg>
      </pc:sldChg>
      <pc:sldChg chg="del">
        <pc:chgData name="Justin Rigal (Student at CentraleSupelec)" userId="e1072e47-4056-4504-9001-17ee395dfcb4" providerId="ADAL" clId="{7975850E-D080-4364-AFEA-4D60797C311F}" dt="2022-03-30T11:32:05.618" v="241" actId="47"/>
        <pc:sldMkLst>
          <pc:docMk/>
          <pc:sldMk cId="856140611" sldId="335"/>
        </pc:sldMkLst>
      </pc:sldChg>
      <pc:sldChg chg="del">
        <pc:chgData name="Justin Rigal (Student at CentraleSupelec)" userId="e1072e47-4056-4504-9001-17ee395dfcb4" providerId="ADAL" clId="{7975850E-D080-4364-AFEA-4D60797C311F}" dt="2022-03-30T11:32:22.449" v="242" actId="47"/>
        <pc:sldMkLst>
          <pc:docMk/>
          <pc:sldMk cId="1644866606" sldId="339"/>
        </pc:sldMkLst>
      </pc:sldChg>
      <pc:sldChg chg="addSp delSp modSp mod addAnim delAnim">
        <pc:chgData name="Justin Rigal (Student at CentraleSupelec)" userId="e1072e47-4056-4504-9001-17ee395dfcb4" providerId="ADAL" clId="{7975850E-D080-4364-AFEA-4D60797C311F}" dt="2022-04-01T06:56:40.586" v="526" actId="1076"/>
        <pc:sldMkLst>
          <pc:docMk/>
          <pc:sldMk cId="644609347" sldId="342"/>
        </pc:sldMkLst>
        <pc:spChg chg="add mod">
          <ac:chgData name="Justin Rigal (Student at CentraleSupelec)" userId="e1072e47-4056-4504-9001-17ee395dfcb4" providerId="ADAL" clId="{7975850E-D080-4364-AFEA-4D60797C311F}" dt="2022-04-01T06:56:40.586" v="526" actId="1076"/>
          <ac:spMkLst>
            <pc:docMk/>
            <pc:sldMk cId="644609347" sldId="342"/>
            <ac:spMk id="8" creationId="{1F151B67-3EEE-4E61-91F5-BC70228BA786}"/>
          </ac:spMkLst>
        </pc:spChg>
        <pc:spChg chg="add mod">
          <ac:chgData name="Justin Rigal (Student at CentraleSupelec)" userId="e1072e47-4056-4504-9001-17ee395dfcb4" providerId="ADAL" clId="{7975850E-D080-4364-AFEA-4D60797C311F}" dt="2022-04-01T06:55:23.796" v="456" actId="1038"/>
          <ac:spMkLst>
            <pc:docMk/>
            <pc:sldMk cId="644609347" sldId="342"/>
            <ac:spMk id="9" creationId="{612923D0-FD26-4D39-85C1-6D0E164C9931}"/>
          </ac:spMkLst>
        </pc:spChg>
        <pc:spChg chg="add mod">
          <ac:chgData name="Justin Rigal (Student at CentraleSupelec)" userId="e1072e47-4056-4504-9001-17ee395dfcb4" providerId="ADAL" clId="{7975850E-D080-4364-AFEA-4D60797C311F}" dt="2022-04-01T06:56:22.439" v="522" actId="20577"/>
          <ac:spMkLst>
            <pc:docMk/>
            <pc:sldMk cId="644609347" sldId="342"/>
            <ac:spMk id="10" creationId="{5E4F4F90-3267-461E-B82E-0A2EC3A6E12B}"/>
          </ac:spMkLst>
        </pc:spChg>
        <pc:spChg chg="add mod">
          <ac:chgData name="Justin Rigal (Student at CentraleSupelec)" userId="e1072e47-4056-4504-9001-17ee395dfcb4" providerId="ADAL" clId="{7975850E-D080-4364-AFEA-4D60797C311F}" dt="2022-04-01T06:55:38.490" v="468" actId="1037"/>
          <ac:spMkLst>
            <pc:docMk/>
            <pc:sldMk cId="644609347" sldId="342"/>
            <ac:spMk id="11" creationId="{6ED568DA-DAD6-4D43-AE1B-D17F2DAC3FFE}"/>
          </ac:spMkLst>
        </pc:spChg>
        <pc:spChg chg="add mod">
          <ac:chgData name="Justin Rigal (Student at CentraleSupelec)" userId="e1072e47-4056-4504-9001-17ee395dfcb4" providerId="ADAL" clId="{7975850E-D080-4364-AFEA-4D60797C311F}" dt="2022-04-01T06:56:30.976" v="525" actId="1076"/>
          <ac:spMkLst>
            <pc:docMk/>
            <pc:sldMk cId="644609347" sldId="342"/>
            <ac:spMk id="12" creationId="{A3BFD03E-CD29-4FB5-B36D-8598E17C2D58}"/>
          </ac:spMkLst>
        </pc:spChg>
        <pc:spChg chg="add mod">
          <ac:chgData name="Justin Rigal (Student at CentraleSupelec)" userId="e1072e47-4056-4504-9001-17ee395dfcb4" providerId="ADAL" clId="{7975850E-D080-4364-AFEA-4D60797C311F}" dt="2022-04-01T06:56:13.623" v="519" actId="1035"/>
          <ac:spMkLst>
            <pc:docMk/>
            <pc:sldMk cId="644609347" sldId="342"/>
            <ac:spMk id="13" creationId="{1BF95E3B-D166-43D0-BF6A-9C973ED54A9E}"/>
          </ac:spMkLst>
        </pc:spChg>
        <pc:spChg chg="add del">
          <ac:chgData name="Justin Rigal (Student at CentraleSupelec)" userId="e1072e47-4056-4504-9001-17ee395dfcb4" providerId="ADAL" clId="{7975850E-D080-4364-AFEA-4D60797C311F}" dt="2022-03-30T09:13:39.873" v="146" actId="478"/>
          <ac:spMkLst>
            <pc:docMk/>
            <pc:sldMk cId="644609347" sldId="342"/>
            <ac:spMk id="14" creationId="{6E31029C-E3E8-4674-9EAA-B4CFD610AB9C}"/>
          </ac:spMkLst>
        </pc:spChg>
        <pc:spChg chg="add del">
          <ac:chgData name="Justin Rigal (Student at CentraleSupelec)" userId="e1072e47-4056-4504-9001-17ee395dfcb4" providerId="ADAL" clId="{7975850E-D080-4364-AFEA-4D60797C311F}" dt="2022-03-30T09:13:39.873" v="146" actId="478"/>
          <ac:spMkLst>
            <pc:docMk/>
            <pc:sldMk cId="644609347" sldId="342"/>
            <ac:spMk id="15" creationId="{7B5F7BA8-DA19-42C2-B382-326BF71320BD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3:39.873" v="146" actId="478"/>
          <ac:spMkLst>
            <pc:docMk/>
            <pc:sldMk cId="644609347" sldId="342"/>
            <ac:spMk id="17" creationId="{0F763E59-4B5F-4038-AA26-D1EAF6999215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4:45.920" v="188" actId="14100"/>
          <ac:spMkLst>
            <pc:docMk/>
            <pc:sldMk cId="644609347" sldId="342"/>
            <ac:spMk id="20" creationId="{8ADD73BF-CA92-4164-A40F-F96ABE16B75D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3:39.873" v="146" actId="478"/>
          <ac:spMkLst>
            <pc:docMk/>
            <pc:sldMk cId="644609347" sldId="342"/>
            <ac:spMk id="22" creationId="{52CCB762-6E4B-4F7C-98F7-3D67745BC78E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4:12.750" v="169" actId="14100"/>
          <ac:spMkLst>
            <pc:docMk/>
            <pc:sldMk cId="644609347" sldId="342"/>
            <ac:spMk id="24" creationId="{BA08869A-6239-4AC4-9540-D51B268345EF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3:39.873" v="146" actId="478"/>
          <ac:spMkLst>
            <pc:docMk/>
            <pc:sldMk cId="644609347" sldId="342"/>
            <ac:spMk id="25" creationId="{B66CB957-9073-471B-88EC-B3D349C0AA86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09:14:55.348" v="202" actId="20577"/>
          <ac:spMkLst>
            <pc:docMk/>
            <pc:sldMk cId="644609347" sldId="342"/>
            <ac:spMk id="28" creationId="{5C17EE77-0B5D-4216-B41E-00CFF5DEEA44}"/>
          </ac:spMkLst>
        </pc:spChg>
        <pc:spChg chg="mod">
          <ac:chgData name="Justin Rigal (Student at CentraleSupelec)" userId="e1072e47-4056-4504-9001-17ee395dfcb4" providerId="ADAL" clId="{7975850E-D080-4364-AFEA-4D60797C311F}" dt="2022-03-30T09:12:08.182" v="133" actId="20577"/>
          <ac:spMkLst>
            <pc:docMk/>
            <pc:sldMk cId="644609347" sldId="342"/>
            <ac:spMk id="101" creationId="{00000000-0000-0000-0000-000000000000}"/>
          </ac:spMkLst>
        </pc:spChg>
        <pc:picChg chg="add del mod ord">
          <ac:chgData name="Justin Rigal (Student at CentraleSupelec)" userId="e1072e47-4056-4504-9001-17ee395dfcb4" providerId="ADAL" clId="{7975850E-D080-4364-AFEA-4D60797C311F}" dt="2022-03-30T09:13:40.252" v="147" actId="478"/>
          <ac:picMkLst>
            <pc:docMk/>
            <pc:sldMk cId="644609347" sldId="342"/>
            <ac:picMk id="3" creationId="{F2E5D427-D172-4351-8EAF-069FDBE1C2DA}"/>
          </ac:picMkLst>
        </pc:picChg>
        <pc:picChg chg="mod">
          <ac:chgData name="Justin Rigal (Student at CentraleSupelec)" userId="e1072e47-4056-4504-9001-17ee395dfcb4" providerId="ADAL" clId="{7975850E-D080-4364-AFEA-4D60797C311F}" dt="2022-04-01T06:56:00.222" v="512" actId="1076"/>
          <ac:picMkLst>
            <pc:docMk/>
            <pc:sldMk cId="644609347" sldId="342"/>
            <ac:picMk id="4" creationId="{6C94FF96-4B25-4A2A-BCB3-3A5E64FF0543}"/>
          </ac:picMkLst>
        </pc:picChg>
        <pc:picChg chg="del">
          <ac:chgData name="Justin Rigal (Student at CentraleSupelec)" userId="e1072e47-4056-4504-9001-17ee395dfcb4" providerId="ADAL" clId="{7975850E-D080-4364-AFEA-4D60797C311F}" dt="2022-03-30T09:10:18.835" v="0" actId="478"/>
          <ac:picMkLst>
            <pc:docMk/>
            <pc:sldMk cId="644609347" sldId="342"/>
            <ac:picMk id="4" creationId="{BF97D8EC-5AC6-4A00-B7BC-E14C6290A954}"/>
          </ac:picMkLst>
        </pc:picChg>
        <pc:picChg chg="add del mod">
          <ac:chgData name="Justin Rigal (Student at CentraleSupelec)" userId="e1072e47-4056-4504-9001-17ee395dfcb4" providerId="ADAL" clId="{7975850E-D080-4364-AFEA-4D60797C311F}" dt="2022-03-30T09:13:39.454" v="145" actId="22"/>
          <ac:picMkLst>
            <pc:docMk/>
            <pc:sldMk cId="644609347" sldId="342"/>
            <ac:picMk id="9" creationId="{B920BD29-9302-4AB1-9F51-BFD11549DAFF}"/>
          </ac:picMkLst>
        </pc:picChg>
        <pc:picChg chg="add del mod">
          <ac:chgData name="Justin Rigal (Student at CentraleSupelec)" userId="e1072e47-4056-4504-9001-17ee395dfcb4" providerId="ADAL" clId="{7975850E-D080-4364-AFEA-4D60797C311F}" dt="2022-03-30T09:14:59.247" v="203" actId="478"/>
          <ac:picMkLst>
            <pc:docMk/>
            <pc:sldMk cId="644609347" sldId="342"/>
            <ac:picMk id="11" creationId="{5D00386E-B63C-4F20-898E-68B07EC7595C}"/>
          </ac:picMkLst>
        </pc:picChg>
        <pc:cxnChg chg="add del mod">
          <ac:chgData name="Justin Rigal (Student at CentraleSupelec)" userId="e1072e47-4056-4504-9001-17ee395dfcb4" providerId="ADAL" clId="{7975850E-D080-4364-AFEA-4D60797C311F}" dt="2022-03-30T09:13:39.873" v="146" actId="478"/>
          <ac:cxnSpMkLst>
            <pc:docMk/>
            <pc:sldMk cId="644609347" sldId="342"/>
            <ac:cxnSpMk id="18" creationId="{004D6B81-7C5C-4802-B629-6D949741EBD0}"/>
          </ac:cxnSpMkLst>
        </pc:cxnChg>
        <pc:cxnChg chg="add del mod">
          <ac:chgData name="Justin Rigal (Student at CentraleSupelec)" userId="e1072e47-4056-4504-9001-17ee395dfcb4" providerId="ADAL" clId="{7975850E-D080-4364-AFEA-4D60797C311F}" dt="2022-03-30T09:13:39.873" v="146" actId="478"/>
          <ac:cxnSpMkLst>
            <pc:docMk/>
            <pc:sldMk cId="644609347" sldId="342"/>
            <ac:cxnSpMk id="23" creationId="{903FA910-867C-495F-8EAF-21245C402C34}"/>
          </ac:cxnSpMkLst>
        </pc:cxnChg>
        <pc:cxnChg chg="add del mod">
          <ac:chgData name="Justin Rigal (Student at CentraleSupelec)" userId="e1072e47-4056-4504-9001-17ee395dfcb4" providerId="ADAL" clId="{7975850E-D080-4364-AFEA-4D60797C311F}" dt="2022-03-30T09:13:39.873" v="146" actId="478"/>
          <ac:cxnSpMkLst>
            <pc:docMk/>
            <pc:sldMk cId="644609347" sldId="342"/>
            <ac:cxnSpMk id="26" creationId="{9C95250B-13F3-4032-8185-8121DC27EDDF}"/>
          </ac:cxnSpMkLst>
        </pc:cxnChg>
      </pc:sldChg>
      <pc:sldChg chg="add del">
        <pc:chgData name="Justin Rigal (Student at CentraleSupelec)" userId="e1072e47-4056-4504-9001-17ee395dfcb4" providerId="ADAL" clId="{7975850E-D080-4364-AFEA-4D60797C311F}" dt="2022-03-30T11:32:05.618" v="241" actId="47"/>
        <pc:sldMkLst>
          <pc:docMk/>
          <pc:sldMk cId="2064753943" sldId="345"/>
        </pc:sldMkLst>
      </pc:sldChg>
      <pc:sldChg chg="addSp delSp modSp add del mod ord">
        <pc:chgData name="Justin Rigal (Student at CentraleSupelec)" userId="e1072e47-4056-4504-9001-17ee395dfcb4" providerId="ADAL" clId="{7975850E-D080-4364-AFEA-4D60797C311F}" dt="2022-04-01T07:27:47.661" v="576" actId="47"/>
        <pc:sldMkLst>
          <pc:docMk/>
          <pc:sldMk cId="2276376730" sldId="346"/>
        </pc:sldMkLst>
        <pc:spChg chg="del">
          <ac:chgData name="Justin Rigal (Student at CentraleSupelec)" userId="e1072e47-4056-4504-9001-17ee395dfcb4" providerId="ADAL" clId="{7975850E-D080-4364-AFEA-4D60797C311F}" dt="2022-03-30T11:31:26.168" v="223" actId="478"/>
          <ac:spMkLst>
            <pc:docMk/>
            <pc:sldMk cId="2276376730" sldId="346"/>
            <ac:spMk id="2" creationId="{24F027D7-0AE6-4018-9F51-0375A682ACED}"/>
          </ac:spMkLst>
        </pc:spChg>
        <pc:spChg chg="add del mod">
          <ac:chgData name="Justin Rigal (Student at CentraleSupelec)" userId="e1072e47-4056-4504-9001-17ee395dfcb4" providerId="ADAL" clId="{7975850E-D080-4364-AFEA-4D60797C311F}" dt="2022-03-30T11:32:41.745" v="269" actId="20577"/>
          <ac:spMkLst>
            <pc:docMk/>
            <pc:sldMk cId="2276376730" sldId="346"/>
            <ac:spMk id="4" creationId="{00000000-0000-0000-0000-000000000000}"/>
          </ac:spMkLst>
        </pc:spChg>
        <pc:spChg chg="add mod">
          <ac:chgData name="Justin Rigal (Student at CentraleSupelec)" userId="e1072e47-4056-4504-9001-17ee395dfcb4" providerId="ADAL" clId="{7975850E-D080-4364-AFEA-4D60797C311F}" dt="2022-03-30T11:33:43.095" v="326" actId="20577"/>
          <ac:spMkLst>
            <pc:docMk/>
            <pc:sldMk cId="2276376730" sldId="346"/>
            <ac:spMk id="9" creationId="{DC876168-6151-4F2D-9D6C-78F98513E496}"/>
          </ac:spMkLst>
        </pc:spChg>
        <pc:spChg chg="add mod">
          <ac:chgData name="Justin Rigal (Student at CentraleSupelec)" userId="e1072e47-4056-4504-9001-17ee395dfcb4" providerId="ADAL" clId="{7975850E-D080-4364-AFEA-4D60797C311F}" dt="2022-03-30T11:34:39.146" v="451" actId="14100"/>
          <ac:spMkLst>
            <pc:docMk/>
            <pc:sldMk cId="2276376730" sldId="346"/>
            <ac:spMk id="10" creationId="{4A9D2D88-0DE9-469E-99A3-204176F6D57A}"/>
          </ac:spMkLst>
        </pc:spChg>
        <pc:picChg chg="add mod">
          <ac:chgData name="Justin Rigal (Student at CentraleSupelec)" userId="e1072e47-4056-4504-9001-17ee395dfcb4" providerId="ADAL" clId="{7975850E-D080-4364-AFEA-4D60797C311F}" dt="2022-03-30T11:33:12.047" v="285" actId="1035"/>
          <ac:picMkLst>
            <pc:docMk/>
            <pc:sldMk cId="2276376730" sldId="346"/>
            <ac:picMk id="5" creationId="{FF4F4607-5226-4686-8551-45E942936B92}"/>
          </ac:picMkLst>
        </pc:picChg>
      </pc:sldChg>
    </pc:docChg>
  </pc:docChgLst>
  <pc:docChgLst>
    <pc:chgData name="Pierre Boujard (Student at CentraleSupelec)" userId="S::pierre.boujard@student-cs.fr::7e1b5e27-5455-4754-b6f8-ff16537ef3c5" providerId="AD" clId="Web-{1394DBC4-4DA7-4A4E-9CE8-31799E50F26E}"/>
    <pc:docChg chg="addSld delSld modSld">
      <pc:chgData name="Pierre Boujard (Student at CentraleSupelec)" userId="S::pierre.boujard@student-cs.fr::7e1b5e27-5455-4754-b6f8-ff16537ef3c5" providerId="AD" clId="Web-{1394DBC4-4DA7-4A4E-9CE8-31799E50F26E}" dt="2021-04-07T07:28:41.028" v="6"/>
      <pc:docMkLst>
        <pc:docMk/>
      </pc:docMkLst>
      <pc:sldChg chg="addSp modSp">
        <pc:chgData name="Pierre Boujard (Student at CentraleSupelec)" userId="S::pierre.boujard@student-cs.fr::7e1b5e27-5455-4754-b6f8-ff16537ef3c5" providerId="AD" clId="Web-{1394DBC4-4DA7-4A4E-9CE8-31799E50F26E}" dt="2021-04-07T07:28:03.183" v="4" actId="1076"/>
        <pc:sldMkLst>
          <pc:docMk/>
          <pc:sldMk cId="336249700" sldId="292"/>
        </pc:sldMkLst>
        <pc:picChg chg="add mod">
          <ac:chgData name="Pierre Boujard (Student at CentraleSupelec)" userId="S::pierre.boujard@student-cs.fr::7e1b5e27-5455-4754-b6f8-ff16537ef3c5" providerId="AD" clId="Web-{1394DBC4-4DA7-4A4E-9CE8-31799E50F26E}" dt="2021-04-07T07:28:03.183" v="4" actId="1076"/>
          <ac:picMkLst>
            <pc:docMk/>
            <pc:sldMk cId="336249700" sldId="292"/>
            <ac:picMk id="3" creationId="{BE799C9A-41F9-4AFE-9FE9-B35385713C98}"/>
          </ac:picMkLst>
        </pc:picChg>
      </pc:sldChg>
      <pc:sldChg chg="new del">
        <pc:chgData name="Pierre Boujard (Student at CentraleSupelec)" userId="S::pierre.boujard@student-cs.fr::7e1b5e27-5455-4754-b6f8-ff16537ef3c5" providerId="AD" clId="Web-{1394DBC4-4DA7-4A4E-9CE8-31799E50F26E}" dt="2021-04-07T07:28:41.028" v="6"/>
        <pc:sldMkLst>
          <pc:docMk/>
          <pc:sldMk cId="1284717871" sldId="297"/>
        </pc:sldMkLst>
      </pc:sldChg>
    </pc:docChg>
  </pc:docChgLst>
  <pc:docChgLst>
    <pc:chgData name="Amine Slimani Houti (Student at CentraleSupelec)" userId="S::amine.slimani-houti@student-cs.fr::ad933ea9-86f9-4219-8c54-a3ee881a6b84" providerId="AD" clId="Web-{145B7AE9-9046-418F-BCF9-0845F0C327EB}"/>
    <pc:docChg chg="modSld">
      <pc:chgData name="Amine Slimani Houti (Student at CentraleSupelec)" userId="S::amine.slimani-houti@student-cs.fr::ad933ea9-86f9-4219-8c54-a3ee881a6b84" providerId="AD" clId="Web-{145B7AE9-9046-418F-BCF9-0845F0C327EB}" dt="2022-03-31T07:36:05.856" v="25" actId="20577"/>
      <pc:docMkLst>
        <pc:docMk/>
      </pc:docMkLst>
      <pc:sldChg chg="modSp">
        <pc:chgData name="Amine Slimani Houti (Student at CentraleSupelec)" userId="S::amine.slimani-houti@student-cs.fr::ad933ea9-86f9-4219-8c54-a3ee881a6b84" providerId="AD" clId="Web-{145B7AE9-9046-418F-BCF9-0845F0C327EB}" dt="2022-03-31T07:36:05.856" v="25" actId="20577"/>
        <pc:sldMkLst>
          <pc:docMk/>
          <pc:sldMk cId="1317091636" sldId="323"/>
        </pc:sldMkLst>
        <pc:spChg chg="mod">
          <ac:chgData name="Amine Slimani Houti (Student at CentraleSupelec)" userId="S::amine.slimani-houti@student-cs.fr::ad933ea9-86f9-4219-8c54-a3ee881a6b84" providerId="AD" clId="Web-{145B7AE9-9046-418F-BCF9-0845F0C327EB}" dt="2022-03-31T07:36:05.856" v="25" actId="20577"/>
          <ac:spMkLst>
            <pc:docMk/>
            <pc:sldMk cId="1317091636" sldId="323"/>
            <ac:spMk id="2" creationId="{5E386C70-2139-4C64-879E-146BCC25AE16}"/>
          </ac:spMkLst>
        </pc:spChg>
      </pc:sldChg>
      <pc:sldChg chg="addSp delSp modSp">
        <pc:chgData name="Amine Slimani Houti (Student at CentraleSupelec)" userId="S::amine.slimani-houti@student-cs.fr::ad933ea9-86f9-4219-8c54-a3ee881a6b84" providerId="AD" clId="Web-{145B7AE9-9046-418F-BCF9-0845F0C327EB}" dt="2022-03-31T07:34:59.042" v="14" actId="14100"/>
        <pc:sldMkLst>
          <pc:docMk/>
          <pc:sldMk cId="2727488387" sldId="326"/>
        </pc:sldMkLst>
        <pc:spChg chg="mod topLvl">
          <ac:chgData name="Amine Slimani Houti (Student at CentraleSupelec)" userId="S::amine.slimani-houti@student-cs.fr::ad933ea9-86f9-4219-8c54-a3ee881a6b84" providerId="AD" clId="Web-{145B7AE9-9046-418F-BCF9-0845F0C327EB}" dt="2022-03-31T07:34:44.526" v="9" actId="1076"/>
          <ac:spMkLst>
            <pc:docMk/>
            <pc:sldMk cId="2727488387" sldId="326"/>
            <ac:spMk id="9" creationId="{234D6060-2FC7-4644-955C-3A192D822D58}"/>
          </ac:spMkLst>
        </pc:spChg>
        <pc:grpChg chg="add del">
          <ac:chgData name="Amine Slimani Houti (Student at CentraleSupelec)" userId="S::amine.slimani-houti@student-cs.fr::ad933ea9-86f9-4219-8c54-a3ee881a6b84" providerId="AD" clId="Web-{145B7AE9-9046-418F-BCF9-0845F0C327EB}" dt="2022-03-31T07:34:04.697" v="2"/>
          <ac:grpSpMkLst>
            <pc:docMk/>
            <pc:sldMk cId="2727488387" sldId="326"/>
            <ac:grpSpMk id="3" creationId="{024E4A16-B680-4ED9-AA37-78EC44354E9C}"/>
          </ac:grpSpMkLst>
        </pc:grpChg>
        <pc:picChg chg="add mod">
          <ac:chgData name="Amine Slimani Houti (Student at CentraleSupelec)" userId="S::amine.slimani-houti@student-cs.fr::ad933ea9-86f9-4219-8c54-a3ee881a6b84" providerId="AD" clId="Web-{145B7AE9-9046-418F-BCF9-0845F0C327EB}" dt="2022-03-31T07:34:59.042" v="14" actId="14100"/>
          <ac:picMkLst>
            <pc:docMk/>
            <pc:sldMk cId="2727488387" sldId="326"/>
            <ac:picMk id="4" creationId="{8A4FD4D1-3347-1C57-6039-E2EB3F8FA165}"/>
          </ac:picMkLst>
        </pc:picChg>
        <pc:picChg chg="del topLvl">
          <ac:chgData name="Amine Slimani Houti (Student at CentraleSupelec)" userId="S::amine.slimani-houti@student-cs.fr::ad933ea9-86f9-4219-8c54-a3ee881a6b84" providerId="AD" clId="Web-{145B7AE9-9046-418F-BCF9-0845F0C327EB}" dt="2022-03-31T07:34:07.884" v="3"/>
          <ac:picMkLst>
            <pc:docMk/>
            <pc:sldMk cId="2727488387" sldId="326"/>
            <ac:picMk id="8" creationId="{73D07112-2624-49FE-8711-B61BA21D37AB}"/>
          </ac:picMkLst>
        </pc:picChg>
      </pc:sldChg>
    </pc:docChg>
  </pc:docChgLst>
  <pc:docChgLst>
    <pc:chgData name="Carmen Martin-Sanz Garrido (Student at CentraleSupelec)" userId="4263a960-a0a9-4d24-8703-97d43d624f90" providerId="ADAL" clId="{D15889BF-F756-4413-9A47-A6F7666FD138}"/>
    <pc:docChg chg="undo custSel addSld delSld modSld sldOrd">
      <pc:chgData name="Carmen Martin-Sanz Garrido (Student at CentraleSupelec)" userId="4263a960-a0a9-4d24-8703-97d43d624f90" providerId="ADAL" clId="{D15889BF-F756-4413-9A47-A6F7666FD138}" dt="2021-04-07T10:12:23.026" v="2585" actId="166"/>
      <pc:docMkLst>
        <pc:docMk/>
      </pc:docMkLst>
      <pc:sldChg chg="addSp delSp modSp mod">
        <pc:chgData name="Carmen Martin-Sanz Garrido (Student at CentraleSupelec)" userId="4263a960-a0a9-4d24-8703-97d43d624f90" providerId="ADAL" clId="{D15889BF-F756-4413-9A47-A6F7666FD138}" dt="2021-04-07T07:33:51.692" v="367" actId="20577"/>
        <pc:sldMkLst>
          <pc:docMk/>
          <pc:sldMk cId="3827946629" sldId="257"/>
        </pc:sldMkLst>
        <pc:spChg chg="del">
          <ac:chgData name="Carmen Martin-Sanz Garrido (Student at CentraleSupelec)" userId="4263a960-a0a9-4d24-8703-97d43d624f90" providerId="ADAL" clId="{D15889BF-F756-4413-9A47-A6F7666FD138}" dt="2021-04-07T06:58:32.978" v="0" actId="478"/>
          <ac:spMkLst>
            <pc:docMk/>
            <pc:sldMk cId="3827946629" sldId="257"/>
            <ac:spMk id="5" creationId="{00000000-0000-0000-0000-00000000000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32:01.138" v="333" actId="20577"/>
          <ac:spMkLst>
            <pc:docMk/>
            <pc:sldMk cId="3827946629" sldId="257"/>
            <ac:spMk id="6" creationId="{00000000-0000-0000-0000-000000000000}"/>
          </ac:spMkLst>
        </pc:spChg>
        <pc:spChg chg="del">
          <ac:chgData name="Carmen Martin-Sanz Garrido (Student at CentraleSupelec)" userId="4263a960-a0a9-4d24-8703-97d43d624f90" providerId="ADAL" clId="{D15889BF-F756-4413-9A47-A6F7666FD138}" dt="2021-04-07T07:31:37.559" v="324" actId="478"/>
          <ac:spMkLst>
            <pc:docMk/>
            <pc:sldMk cId="3827946629" sldId="257"/>
            <ac:spMk id="7" creationId="{00000000-0000-0000-0000-000000000000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7:33:51.692" v="367" actId="20577"/>
          <ac:spMkLst>
            <pc:docMk/>
            <pc:sldMk cId="3827946629" sldId="257"/>
            <ac:spMk id="9" creationId="{B4A20818-90E1-4DC5-91A9-9E50724A7166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03:05.191" v="191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9:33:31.134" v="2564" actId="20577"/>
        <pc:sldMkLst>
          <pc:docMk/>
          <pc:sldMk cId="0" sldId="267"/>
        </pc:sldMkLst>
        <pc:spChg chg="mod">
          <ac:chgData name="Carmen Martin-Sanz Garrido (Student at CentraleSupelec)" userId="4263a960-a0a9-4d24-8703-97d43d624f90" providerId="ADAL" clId="{D15889BF-F756-4413-9A47-A6F7666FD138}" dt="2021-04-07T09:33:31.134" v="2564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Carmen Martin-Sanz Garrido (Student at CentraleSupelec)" userId="4263a960-a0a9-4d24-8703-97d43d624f90" providerId="ADAL" clId="{D15889BF-F756-4413-9A47-A6F7666FD138}" dt="2021-04-07T07:07:42.619" v="192" actId="47"/>
        <pc:sldMkLst>
          <pc:docMk/>
          <pc:sldMk cId="3277178420" sldId="289"/>
        </pc:sldMkLst>
      </pc:sldChg>
      <pc:sldChg chg="addSp delSp modSp mod">
        <pc:chgData name="Carmen Martin-Sanz Garrido (Student at CentraleSupelec)" userId="4263a960-a0a9-4d24-8703-97d43d624f90" providerId="ADAL" clId="{D15889BF-F756-4413-9A47-A6F7666FD138}" dt="2021-04-07T07:34:06.721" v="368"/>
        <pc:sldMkLst>
          <pc:docMk/>
          <pc:sldMk cId="2940396715" sldId="290"/>
        </pc:sldMkLst>
        <pc:spChg chg="mod">
          <ac:chgData name="Carmen Martin-Sanz Garrido (Student at CentraleSupelec)" userId="4263a960-a0a9-4d24-8703-97d43d624f90" providerId="ADAL" clId="{D15889BF-F756-4413-9A47-A6F7666FD138}" dt="2021-04-07T07:33:12.826" v="336" actId="1076"/>
          <ac:spMkLst>
            <pc:docMk/>
            <pc:sldMk cId="2940396715" sldId="290"/>
            <ac:spMk id="3" creationId="{00000000-0000-0000-0000-00000000000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33:26.753" v="343" actId="20577"/>
          <ac:spMkLst>
            <pc:docMk/>
            <pc:sldMk cId="2940396715" sldId="290"/>
            <ac:spMk id="6" creationId="{00000000-0000-0000-0000-000000000000}"/>
          </ac:spMkLst>
        </pc:spChg>
        <pc:spChg chg="del">
          <ac:chgData name="Carmen Martin-Sanz Garrido (Student at CentraleSupelec)" userId="4263a960-a0a9-4d24-8703-97d43d624f90" providerId="ADAL" clId="{D15889BF-F756-4413-9A47-A6F7666FD138}" dt="2021-04-07T07:33:18.594" v="337" actId="478"/>
          <ac:spMkLst>
            <pc:docMk/>
            <pc:sldMk cId="2940396715" sldId="290"/>
            <ac:spMk id="7" creationId="{00000000-0000-0000-0000-000000000000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7:34:06.721" v="368"/>
          <ac:spMkLst>
            <pc:docMk/>
            <pc:sldMk cId="2940396715" sldId="290"/>
            <ac:spMk id="9" creationId="{0A3B7D00-8584-43D9-A78F-93B7CFF1270F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7:35:04.997" v="373" actId="20577"/>
        <pc:sldMkLst>
          <pc:docMk/>
          <pc:sldMk cId="709355255" sldId="291"/>
        </pc:sldMkLst>
        <pc:spChg chg="mod">
          <ac:chgData name="Carmen Martin-Sanz Garrido (Student at CentraleSupelec)" userId="4263a960-a0a9-4d24-8703-97d43d624f90" providerId="ADAL" clId="{D15889BF-F756-4413-9A47-A6F7666FD138}" dt="2021-04-07T07:35:04.997" v="373" actId="20577"/>
          <ac:spMkLst>
            <pc:docMk/>
            <pc:sldMk cId="709355255" sldId="291"/>
            <ac:spMk id="5" creationId="{00000000-0000-0000-0000-00000000000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34:12.738" v="369"/>
          <ac:spMkLst>
            <pc:docMk/>
            <pc:sldMk cId="709355255" sldId="291"/>
            <ac:spMk id="6" creationId="{00000000-0000-0000-0000-00000000000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09:35.047" v="217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addSp modSp mod">
        <pc:chgData name="Carmen Martin-Sanz Garrido (Student at CentraleSupelec)" userId="4263a960-a0a9-4d24-8703-97d43d624f90" providerId="ADAL" clId="{D15889BF-F756-4413-9A47-A6F7666FD138}" dt="2021-04-07T10:10:50.593" v="2578" actId="20577"/>
        <pc:sldMkLst>
          <pc:docMk/>
          <pc:sldMk cId="336249700" sldId="292"/>
        </pc:sldMkLst>
        <pc:spChg chg="add mod">
          <ac:chgData name="Carmen Martin-Sanz Garrido (Student at CentraleSupelec)" userId="4263a960-a0a9-4d24-8703-97d43d624f90" providerId="ADAL" clId="{D15889BF-F756-4413-9A47-A6F7666FD138}" dt="2021-04-07T07:29:28.538" v="295" actId="1076"/>
          <ac:spMkLst>
            <pc:docMk/>
            <pc:sldMk cId="336249700" sldId="292"/>
            <ac:spMk id="2" creationId="{E630E0E6-52CA-494F-9785-B84D582FE80C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10:10:50.593" v="2578" actId="20577"/>
          <ac:spMkLst>
            <pc:docMk/>
            <pc:sldMk cId="336249700" sldId="292"/>
            <ac:spMk id="5" creationId="{00000000-0000-0000-0000-00000000000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27:10.266" v="277" actId="14100"/>
          <ac:spMkLst>
            <pc:docMk/>
            <pc:sldMk cId="336249700" sldId="292"/>
            <ac:spMk id="101" creationId="{00000000-0000-0000-0000-000000000000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9:33:48.045" v="2570" actId="20577"/>
        <pc:sldMkLst>
          <pc:docMk/>
          <pc:sldMk cId="1746474584" sldId="295"/>
        </pc:sldMkLst>
        <pc:spChg chg="mod">
          <ac:chgData name="Carmen Martin-Sanz Garrido (Student at CentraleSupelec)" userId="4263a960-a0a9-4d24-8703-97d43d624f90" providerId="ADAL" clId="{D15889BF-F756-4413-9A47-A6F7666FD138}" dt="2021-04-07T09:33:48.045" v="2570" actId="20577"/>
          <ac:spMkLst>
            <pc:docMk/>
            <pc:sldMk cId="1746474584" sldId="295"/>
            <ac:spMk id="3" creationId="{00000000-0000-0000-0000-000000000000}"/>
          </ac:spMkLst>
        </pc:spChg>
        <pc:graphicFrameChg chg="mod modGraphic">
          <ac:chgData name="Carmen Martin-Sanz Garrido (Student at CentraleSupelec)" userId="4263a960-a0a9-4d24-8703-97d43d624f90" providerId="ADAL" clId="{D15889BF-F756-4413-9A47-A6F7666FD138}" dt="2021-04-07T09:14:14.657" v="2558" actId="1076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del">
        <pc:chgData name="Carmen Martin-Sanz Garrido (Student at CentraleSupelec)" userId="4263a960-a0a9-4d24-8703-97d43d624f90" providerId="ADAL" clId="{D15889BF-F756-4413-9A47-A6F7666FD138}" dt="2021-04-07T09:01:35.108" v="2412" actId="47"/>
        <pc:sldMkLst>
          <pc:docMk/>
          <pc:sldMk cId="118383265" sldId="316"/>
        </pc:sldMkLst>
      </pc:sldChg>
      <pc:sldChg chg="addSp delSp modSp mod">
        <pc:chgData name="Carmen Martin-Sanz Garrido (Student at CentraleSupelec)" userId="4263a960-a0a9-4d24-8703-97d43d624f90" providerId="ADAL" clId="{D15889BF-F756-4413-9A47-A6F7666FD138}" dt="2021-04-07T07:48:15.110" v="781" actId="20577"/>
        <pc:sldMkLst>
          <pc:docMk/>
          <pc:sldMk cId="3243181642" sldId="317"/>
        </pc:sldMkLst>
        <pc:spChg chg="add del mod">
          <ac:chgData name="Carmen Martin-Sanz Garrido (Student at CentraleSupelec)" userId="4263a960-a0a9-4d24-8703-97d43d624f90" providerId="ADAL" clId="{D15889BF-F756-4413-9A47-A6F7666FD138}" dt="2021-04-07T07:38:21.266" v="385" actId="478"/>
          <ac:spMkLst>
            <pc:docMk/>
            <pc:sldMk cId="3243181642" sldId="317"/>
            <ac:spMk id="3" creationId="{3397B015-B5F5-48CE-8854-D45D738398DC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7:41:10.667" v="433" actId="1076"/>
          <ac:spMkLst>
            <pc:docMk/>
            <pc:sldMk cId="3243181642" sldId="317"/>
            <ac:spMk id="11" creationId="{37EE3DBC-D29B-4EE1-A34A-28A89666288C}"/>
          </ac:spMkLst>
        </pc:spChg>
        <pc:spChg chg="add del mod">
          <ac:chgData name="Carmen Martin-Sanz Garrido (Student at CentraleSupelec)" userId="4263a960-a0a9-4d24-8703-97d43d624f90" providerId="ADAL" clId="{D15889BF-F756-4413-9A47-A6F7666FD138}" dt="2021-04-07T07:43:32.469" v="436"/>
          <ac:spMkLst>
            <pc:docMk/>
            <pc:sldMk cId="3243181642" sldId="317"/>
            <ac:spMk id="12" creationId="{483D1FA4-2A85-4FEF-87EC-69B260FC3F79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7:48:15.110" v="781" actId="20577"/>
          <ac:spMkLst>
            <pc:docMk/>
            <pc:sldMk cId="3243181642" sldId="317"/>
            <ac:spMk id="13" creationId="{C9DEF933-2B84-4B99-9C84-A67EB98C6C06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42:55.640" v="434" actId="1076"/>
          <ac:spMkLst>
            <pc:docMk/>
            <pc:sldMk cId="3243181642" sldId="317"/>
            <ac:spMk id="101" creationId="{00000000-0000-0000-0000-000000000000}"/>
          </ac:spMkLst>
        </pc:spChg>
        <pc:graphicFrameChg chg="add del mod">
          <ac:chgData name="Carmen Martin-Sanz Garrido (Student at CentraleSupelec)" userId="4263a960-a0a9-4d24-8703-97d43d624f90" providerId="ADAL" clId="{D15889BF-F756-4413-9A47-A6F7666FD138}" dt="2021-04-07T07:38:21.266" v="385" actId="478"/>
          <ac:graphicFrameMkLst>
            <pc:docMk/>
            <pc:sldMk cId="3243181642" sldId="317"/>
            <ac:graphicFrameMk id="2" creationId="{EE1A9E55-20AE-4A71-81B5-D5B9A16CB4A1}"/>
          </ac:graphicFrameMkLst>
        </pc:graphicFrameChg>
        <pc:picChg chg="add mod">
          <ac:chgData name="Carmen Martin-Sanz Garrido (Student at CentraleSupelec)" userId="4263a960-a0a9-4d24-8703-97d43d624f90" providerId="ADAL" clId="{D15889BF-F756-4413-9A47-A6F7666FD138}" dt="2021-04-07T07:39:51.980" v="398" actId="1038"/>
          <ac:picMkLst>
            <pc:docMk/>
            <pc:sldMk cId="3243181642" sldId="317"/>
            <ac:picMk id="8" creationId="{513F02F3-B4F9-464F-AA68-3C60EA4F1FF4}"/>
          </ac:picMkLst>
        </pc:picChg>
      </pc:sldChg>
      <pc:sldChg chg="addSp delSp modSp add mod">
        <pc:chgData name="Carmen Martin-Sanz Garrido (Student at CentraleSupelec)" userId="4263a960-a0a9-4d24-8703-97d43d624f90" providerId="ADAL" clId="{D15889BF-F756-4413-9A47-A6F7666FD138}" dt="2021-04-07T09:07:11.924" v="2434" actId="27636"/>
        <pc:sldMkLst>
          <pc:docMk/>
          <pc:sldMk cId="1220683999" sldId="318"/>
        </pc:sldMkLst>
        <pc:spChg chg="add mod">
          <ac:chgData name="Carmen Martin-Sanz Garrido (Student at CentraleSupelec)" userId="4263a960-a0a9-4d24-8703-97d43d624f90" providerId="ADAL" clId="{D15889BF-F756-4413-9A47-A6F7666FD138}" dt="2021-04-07T07:58:55.504" v="928" actId="1076"/>
          <ac:spMkLst>
            <pc:docMk/>
            <pc:sldMk cId="1220683999" sldId="318"/>
            <ac:spMk id="4" creationId="{1E8CEFCB-5AFF-4A48-A64E-90854BA2E137}"/>
          </ac:spMkLst>
        </pc:spChg>
        <pc:spChg chg="del mod">
          <ac:chgData name="Carmen Martin-Sanz Garrido (Student at CentraleSupelec)" userId="4263a960-a0a9-4d24-8703-97d43d624f90" providerId="ADAL" clId="{D15889BF-F756-4413-9A47-A6F7666FD138}" dt="2021-04-07T07:46:51.195" v="758" actId="478"/>
          <ac:spMkLst>
            <pc:docMk/>
            <pc:sldMk cId="1220683999" sldId="318"/>
            <ac:spMk id="10" creationId="{53785010-87EF-4F3B-871E-F10A289C2EB6}"/>
          </ac:spMkLst>
        </pc:spChg>
        <pc:spChg chg="del">
          <ac:chgData name="Carmen Martin-Sanz Garrido (Student at CentraleSupelec)" userId="4263a960-a0a9-4d24-8703-97d43d624f90" providerId="ADAL" clId="{D15889BF-F756-4413-9A47-A6F7666FD138}" dt="2021-04-07T07:43:47.005" v="439" actId="478"/>
          <ac:spMkLst>
            <pc:docMk/>
            <pc:sldMk cId="1220683999" sldId="318"/>
            <ac:spMk id="11" creationId="{37EE3DBC-D29B-4EE1-A34A-28A89666288C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9:07:11.924" v="2434" actId="27636"/>
          <ac:spMkLst>
            <pc:docMk/>
            <pc:sldMk cId="1220683999" sldId="318"/>
            <ac:spMk id="13" creationId="{8EFA6197-2447-4E84-A476-1CD8FEBE3BD7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7:47:11.678" v="764"/>
          <ac:spMkLst>
            <pc:docMk/>
            <pc:sldMk cId="1220683999" sldId="318"/>
            <ac:spMk id="14" creationId="{78F89579-1AD8-4FFD-A8D6-9430800A6C5A}"/>
          </ac:spMkLst>
        </pc:spChg>
        <pc:spChg chg="add del mod">
          <ac:chgData name="Carmen Martin-Sanz Garrido (Student at CentraleSupelec)" userId="4263a960-a0a9-4d24-8703-97d43d624f90" providerId="ADAL" clId="{D15889BF-F756-4413-9A47-A6F7666FD138}" dt="2021-04-07T08:05:04.056" v="1045" actId="404"/>
          <ac:spMkLst>
            <pc:docMk/>
            <pc:sldMk cId="1220683999" sldId="318"/>
            <ac:spMk id="101" creationId="{00000000-0000-0000-0000-000000000000}"/>
          </ac:spMkLst>
        </pc:spChg>
        <pc:grpChg chg="add mod">
          <ac:chgData name="Carmen Martin-Sanz Garrido (Student at CentraleSupelec)" userId="4263a960-a0a9-4d24-8703-97d43d624f90" providerId="ADAL" clId="{D15889BF-F756-4413-9A47-A6F7666FD138}" dt="2021-04-07T07:51:04.550" v="824" actId="1076"/>
          <ac:grpSpMkLst>
            <pc:docMk/>
            <pc:sldMk cId="1220683999" sldId="318"/>
            <ac:grpSpMk id="3" creationId="{8291B206-3601-45EE-8C0C-C2FD589FAC7C}"/>
          </ac:grpSpMkLst>
        </pc:grpChg>
        <pc:picChg chg="del">
          <ac:chgData name="Carmen Martin-Sanz Garrido (Student at CentraleSupelec)" userId="4263a960-a0a9-4d24-8703-97d43d624f90" providerId="ADAL" clId="{D15889BF-F756-4413-9A47-A6F7666FD138}" dt="2021-04-07T07:43:43.718" v="438" actId="478"/>
          <ac:picMkLst>
            <pc:docMk/>
            <pc:sldMk cId="1220683999" sldId="318"/>
            <ac:picMk id="8" creationId="{513F02F3-B4F9-464F-AA68-3C60EA4F1FF4}"/>
          </ac:picMkLst>
        </pc:picChg>
        <pc:picChg chg="mod">
          <ac:chgData name="Carmen Martin-Sanz Garrido (Student at CentraleSupelec)" userId="4263a960-a0a9-4d24-8703-97d43d624f90" providerId="ADAL" clId="{D15889BF-F756-4413-9A47-A6F7666FD138}" dt="2021-04-07T07:50:58.757" v="821" actId="164"/>
          <ac:picMkLst>
            <pc:docMk/>
            <pc:sldMk cId="1220683999" sldId="318"/>
            <ac:picMk id="12" creationId="{C6746AF7-878D-423A-8924-70DFB6ABFC71}"/>
          </ac:picMkLst>
        </pc:picChg>
      </pc:sldChg>
      <pc:sldChg chg="addSp delSp modSp mod">
        <pc:chgData name="Carmen Martin-Sanz Garrido (Student at CentraleSupelec)" userId="4263a960-a0a9-4d24-8703-97d43d624f90" providerId="ADAL" clId="{D15889BF-F756-4413-9A47-A6F7666FD138}" dt="2021-04-07T10:09:57.535" v="2572" actId="20577"/>
        <pc:sldMkLst>
          <pc:docMk/>
          <pc:sldMk cId="3790064070" sldId="319"/>
        </pc:sldMkLst>
        <pc:spChg chg="del mod">
          <ac:chgData name="Carmen Martin-Sanz Garrido (Student at CentraleSupelec)" userId="4263a960-a0a9-4d24-8703-97d43d624f90" providerId="ADAL" clId="{D15889BF-F756-4413-9A47-A6F7666FD138}" dt="2021-04-07T08:20:35.927" v="1340" actId="478"/>
          <ac:spMkLst>
            <pc:docMk/>
            <pc:sldMk cId="3790064070" sldId="319"/>
            <ac:spMk id="8" creationId="{49F3D3B3-6A72-4CC4-9612-5912735801E4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9:03:45.812" v="2424" actId="20577"/>
          <ac:spMkLst>
            <pc:docMk/>
            <pc:sldMk cId="3790064070" sldId="319"/>
            <ac:spMk id="9" creationId="{8FB463FA-DAA6-4E7D-B19D-550B404136CF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22:19.135" v="1399" actId="164"/>
          <ac:spMkLst>
            <pc:docMk/>
            <pc:sldMk cId="3790064070" sldId="319"/>
            <ac:spMk id="11" creationId="{A2110049-44BF-47EE-8C2F-1EED45CB3910}"/>
          </ac:spMkLst>
        </pc:spChg>
        <pc:spChg chg="add del mod topLvl">
          <ac:chgData name="Carmen Martin-Sanz Garrido (Student at CentraleSupelec)" userId="4263a960-a0a9-4d24-8703-97d43d624f90" providerId="ADAL" clId="{D15889BF-F756-4413-9A47-A6F7666FD138}" dt="2021-04-07T08:22:13.811" v="1398" actId="478"/>
          <ac:spMkLst>
            <pc:docMk/>
            <pc:sldMk cId="3790064070" sldId="319"/>
            <ac:spMk id="12" creationId="{B38E05D5-D5E9-4113-9011-C4A382ED5D6E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10:09:57.535" v="2572" actId="20577"/>
          <ac:spMkLst>
            <pc:docMk/>
            <pc:sldMk cId="3790064070" sldId="319"/>
            <ac:spMk id="16" creationId="{902D1074-27BB-4266-89F4-10CB115D3329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8:21:47.172" v="1395" actId="1076"/>
          <ac:spMkLst>
            <pc:docMk/>
            <pc:sldMk cId="3790064070" sldId="319"/>
            <ac:spMk id="101" creationId="{00000000-0000-0000-0000-000000000000}"/>
          </ac:spMkLst>
        </pc:spChg>
        <pc:grpChg chg="add del mod">
          <ac:chgData name="Carmen Martin-Sanz Garrido (Student at CentraleSupelec)" userId="4263a960-a0a9-4d24-8703-97d43d624f90" providerId="ADAL" clId="{D15889BF-F756-4413-9A47-A6F7666FD138}" dt="2021-04-07T08:22:13.811" v="1398" actId="478"/>
          <ac:grpSpMkLst>
            <pc:docMk/>
            <pc:sldMk cId="3790064070" sldId="319"/>
            <ac:grpSpMk id="4" creationId="{D948FAD8-38C0-4318-A93B-4AB74185D64F}"/>
          </ac:grpSpMkLst>
        </pc:grpChg>
        <pc:grpChg chg="add mod">
          <ac:chgData name="Carmen Martin-Sanz Garrido (Student at CentraleSupelec)" userId="4263a960-a0a9-4d24-8703-97d43d624f90" providerId="ADAL" clId="{D15889BF-F756-4413-9A47-A6F7666FD138}" dt="2021-04-07T08:39:40.963" v="1963" actId="1076"/>
          <ac:grpSpMkLst>
            <pc:docMk/>
            <pc:sldMk cId="3790064070" sldId="319"/>
            <ac:grpSpMk id="10" creationId="{3E3D0E03-ED8F-40FF-A0B3-F2C4B0E3A7D9}"/>
          </ac:grpSpMkLst>
        </pc:grpChg>
        <pc:picChg chg="add mod topLvl modCrop">
          <ac:chgData name="Carmen Martin-Sanz Garrido (Student at CentraleSupelec)" userId="4263a960-a0a9-4d24-8703-97d43d624f90" providerId="ADAL" clId="{D15889BF-F756-4413-9A47-A6F7666FD138}" dt="2021-04-07T08:22:19.135" v="1399" actId="164"/>
          <ac:picMkLst>
            <pc:docMk/>
            <pc:sldMk cId="3790064070" sldId="319"/>
            <ac:picMk id="3" creationId="{17A6ED20-79DA-4406-9242-D795489D4BD9}"/>
          </ac:picMkLst>
        </pc:picChg>
        <pc:picChg chg="del">
          <ac:chgData name="Carmen Martin-Sanz Garrido (Student at CentraleSupelec)" userId="4263a960-a0a9-4d24-8703-97d43d624f90" providerId="ADAL" clId="{D15889BF-F756-4413-9A47-A6F7666FD138}" dt="2021-04-07T08:11:58.657" v="1109" actId="478"/>
          <ac:picMkLst>
            <pc:docMk/>
            <pc:sldMk cId="3790064070" sldId="319"/>
            <ac:picMk id="1026" creationId="{E093C913-3102-4FFF-A961-EEEA57B102D6}"/>
          </ac:picMkLst>
        </pc:picChg>
      </pc:sldChg>
      <pc:sldChg chg="addSp modSp mod">
        <pc:chgData name="Carmen Martin-Sanz Garrido (Student at CentraleSupelec)" userId="4263a960-a0a9-4d24-8703-97d43d624f90" providerId="ADAL" clId="{D15889BF-F756-4413-9A47-A6F7666FD138}" dt="2021-04-07T08:54:35.972" v="2217" actId="1076"/>
        <pc:sldMkLst>
          <pc:docMk/>
          <pc:sldMk cId="410236147" sldId="320"/>
        </pc:sldMkLst>
        <pc:spChg chg="add mod">
          <ac:chgData name="Carmen Martin-Sanz Garrido (Student at CentraleSupelec)" userId="4263a960-a0a9-4d24-8703-97d43d624f90" providerId="ADAL" clId="{D15889BF-F756-4413-9A47-A6F7666FD138}" dt="2021-04-07T08:54:35.972" v="2217" actId="1076"/>
          <ac:spMkLst>
            <pc:docMk/>
            <pc:sldMk cId="410236147" sldId="320"/>
            <ac:spMk id="9" creationId="{9C13D8F0-6D18-4740-8F59-6EAA3FC05FF7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8:54:20.623" v="2212" actId="21"/>
          <ac:spMkLst>
            <pc:docMk/>
            <pc:sldMk cId="410236147" sldId="320"/>
            <ac:spMk id="101" creationId="{00000000-0000-0000-0000-000000000000}"/>
          </ac:spMkLst>
        </pc:spChg>
      </pc:sldChg>
      <pc:sldChg chg="addSp delSp modSp mod">
        <pc:chgData name="Carmen Martin-Sanz Garrido (Student at CentraleSupelec)" userId="4263a960-a0a9-4d24-8703-97d43d624f90" providerId="ADAL" clId="{D15889BF-F756-4413-9A47-A6F7666FD138}" dt="2021-04-07T08:57:25.374" v="2292" actId="164"/>
        <pc:sldMkLst>
          <pc:docMk/>
          <pc:sldMk cId="1850155625" sldId="321"/>
        </pc:sldMkLst>
        <pc:spChg chg="add mod">
          <ac:chgData name="Carmen Martin-Sanz Garrido (Student at CentraleSupelec)" userId="4263a960-a0a9-4d24-8703-97d43d624f90" providerId="ADAL" clId="{D15889BF-F756-4413-9A47-A6F7666FD138}" dt="2021-04-07T08:57:25.374" v="2292" actId="164"/>
          <ac:spMkLst>
            <pc:docMk/>
            <pc:sldMk cId="1850155625" sldId="321"/>
            <ac:spMk id="9" creationId="{D99F956F-6C92-45B1-ABBA-07EDB3A61A01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8:56:17.142" v="2245" actId="20577"/>
          <ac:spMkLst>
            <pc:docMk/>
            <pc:sldMk cId="1850155625" sldId="321"/>
            <ac:spMk id="101" creationId="{00000000-0000-0000-0000-000000000000}"/>
          </ac:spMkLst>
        </pc:spChg>
        <pc:grpChg chg="add mod">
          <ac:chgData name="Carmen Martin-Sanz Garrido (Student at CentraleSupelec)" userId="4263a960-a0a9-4d24-8703-97d43d624f90" providerId="ADAL" clId="{D15889BF-F756-4413-9A47-A6F7666FD138}" dt="2021-04-07T08:57:25.374" v="2292" actId="164"/>
          <ac:grpSpMkLst>
            <pc:docMk/>
            <pc:sldMk cId="1850155625" sldId="321"/>
            <ac:grpSpMk id="2" creationId="{8C28DDF7-2C3B-44EB-8938-65A128E892E9}"/>
          </ac:grpSpMkLst>
        </pc:grpChg>
        <pc:picChg chg="mod">
          <ac:chgData name="Carmen Martin-Sanz Garrido (Student at CentraleSupelec)" userId="4263a960-a0a9-4d24-8703-97d43d624f90" providerId="ADAL" clId="{D15889BF-F756-4413-9A47-A6F7666FD138}" dt="2021-04-07T08:57:25.374" v="2292" actId="164"/>
          <ac:picMkLst>
            <pc:docMk/>
            <pc:sldMk cId="1850155625" sldId="321"/>
            <ac:picMk id="3" creationId="{8AE93456-718E-4AD2-A2E9-876A28F607A1}"/>
          </ac:picMkLst>
        </pc:picChg>
        <pc:picChg chg="del mod">
          <ac:chgData name="Carmen Martin-Sanz Garrido (Student at CentraleSupelec)" userId="4263a960-a0a9-4d24-8703-97d43d624f90" providerId="ADAL" clId="{D15889BF-F756-4413-9A47-A6F7666FD138}" dt="2021-04-07T08:56:11.705" v="2242" actId="478"/>
          <ac:picMkLst>
            <pc:docMk/>
            <pc:sldMk cId="1850155625" sldId="321"/>
            <ac:picMk id="8" creationId="{C904416D-3471-41F1-8FB4-36D4415F14E3}"/>
          </ac:picMkLst>
        </pc:picChg>
      </pc:sldChg>
      <pc:sldChg chg="addSp delSp modSp add mod">
        <pc:chgData name="Carmen Martin-Sanz Garrido (Student at CentraleSupelec)" userId="4263a960-a0a9-4d24-8703-97d43d624f90" providerId="ADAL" clId="{D15889BF-F756-4413-9A47-A6F7666FD138}" dt="2021-04-07T09:03:22.417" v="2421" actId="20577"/>
        <pc:sldMkLst>
          <pc:docMk/>
          <pc:sldMk cId="3191739989" sldId="324"/>
        </pc:sldMkLst>
        <pc:spChg chg="add mod">
          <ac:chgData name="Carmen Martin-Sanz Garrido (Student at CentraleSupelec)" userId="4263a960-a0a9-4d24-8703-97d43d624f90" providerId="ADAL" clId="{D15889BF-F756-4413-9A47-A6F7666FD138}" dt="2021-04-07T09:03:22.417" v="2421" actId="20577"/>
          <ac:spMkLst>
            <pc:docMk/>
            <pc:sldMk cId="3191739989" sldId="324"/>
            <ac:spMk id="11" creationId="{A1B29BE7-0263-46CA-A589-8C70D8FA8034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7:56:28.707" v="826" actId="27636"/>
          <ac:spMkLst>
            <pc:docMk/>
            <pc:sldMk cId="3191739989" sldId="324"/>
            <ac:spMk id="13" creationId="{8EFA6197-2447-4E84-A476-1CD8FEBE3BD7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9:03:19.120" v="2419" actId="20577"/>
          <ac:spMkLst>
            <pc:docMk/>
            <pc:sldMk cId="3191739989" sldId="324"/>
            <ac:spMk id="14" creationId="{78F89579-1AD8-4FFD-A8D6-9430800A6C5A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18:55.995" v="1299" actId="20577"/>
          <ac:spMkLst>
            <pc:docMk/>
            <pc:sldMk cId="3191739989" sldId="324"/>
            <ac:spMk id="15" creationId="{51063F71-1EAF-472E-8A09-1ABBAF084CC4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8:00:38.995" v="958" actId="20577"/>
          <ac:spMkLst>
            <pc:docMk/>
            <pc:sldMk cId="3191739989" sldId="324"/>
            <ac:spMk id="101" creationId="{00000000-0000-0000-0000-000000000000}"/>
          </ac:spMkLst>
        </pc:spChg>
        <pc:grpChg chg="add mod">
          <ac:chgData name="Carmen Martin-Sanz Garrido (Student at CentraleSupelec)" userId="4263a960-a0a9-4d24-8703-97d43d624f90" providerId="ADAL" clId="{D15889BF-F756-4413-9A47-A6F7666FD138}" dt="2021-04-07T08:16:46.518" v="1261" actId="1076"/>
          <ac:grpSpMkLst>
            <pc:docMk/>
            <pc:sldMk cId="3191739989" sldId="324"/>
            <ac:grpSpMk id="2" creationId="{CBEF835D-2DFF-4118-B1A1-EE74CB1028D1}"/>
          </ac:grpSpMkLst>
        </pc:grpChg>
        <pc:grpChg chg="del">
          <ac:chgData name="Carmen Martin-Sanz Garrido (Student at CentraleSupelec)" userId="4263a960-a0a9-4d24-8703-97d43d624f90" providerId="ADAL" clId="{D15889BF-F756-4413-9A47-A6F7666FD138}" dt="2021-04-07T07:56:31.769" v="828" actId="478"/>
          <ac:grpSpMkLst>
            <pc:docMk/>
            <pc:sldMk cId="3191739989" sldId="324"/>
            <ac:grpSpMk id="3" creationId="{8291B206-3601-45EE-8C0C-C2FD589FAC7C}"/>
          </ac:grpSpMkLst>
        </pc:grpChg>
        <pc:picChg chg="add mod">
          <ac:chgData name="Carmen Martin-Sanz Garrido (Student at CentraleSupelec)" userId="4263a960-a0a9-4d24-8703-97d43d624f90" providerId="ADAL" clId="{D15889BF-F756-4413-9A47-A6F7666FD138}" dt="2021-04-07T08:04:24.613" v="1040" actId="164"/>
          <ac:picMkLst>
            <pc:docMk/>
            <pc:sldMk cId="3191739989" sldId="324"/>
            <ac:picMk id="10" creationId="{1BBFE3A4-ADDC-46B9-A943-B55F8F00DF37}"/>
          </ac:picMkLst>
        </pc:picChg>
      </pc:sldChg>
      <pc:sldChg chg="addSp modSp mod">
        <pc:chgData name="Carmen Martin-Sanz Garrido (Student at CentraleSupelec)" userId="4263a960-a0a9-4d24-8703-97d43d624f90" providerId="ADAL" clId="{D15889BF-F756-4413-9A47-A6F7666FD138}" dt="2021-04-07T10:12:23.026" v="2585" actId="166"/>
        <pc:sldMkLst>
          <pc:docMk/>
          <pc:sldMk cId="2727488387" sldId="326"/>
        </pc:sldMkLst>
        <pc:spChg chg="mod ord">
          <ac:chgData name="Carmen Martin-Sanz Garrido (Student at CentraleSupelec)" userId="4263a960-a0a9-4d24-8703-97d43d624f90" providerId="ADAL" clId="{D15889BF-F756-4413-9A47-A6F7666FD138}" dt="2021-04-07T10:12:23.026" v="2585" actId="166"/>
          <ac:spMkLst>
            <pc:docMk/>
            <pc:sldMk cId="2727488387" sldId="326"/>
            <ac:spMk id="2" creationId="{E8211883-A458-4093-985E-8AF02380FFE6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9:00:12.167" v="2410" actId="164"/>
          <ac:spMkLst>
            <pc:docMk/>
            <pc:sldMk cId="2727488387" sldId="326"/>
            <ac:spMk id="9" creationId="{234D6060-2FC7-4644-955C-3A192D822D58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10:12:17.974" v="2582" actId="1076"/>
          <ac:spMkLst>
            <pc:docMk/>
            <pc:sldMk cId="2727488387" sldId="326"/>
            <ac:spMk id="101" creationId="{00000000-0000-0000-0000-000000000000}"/>
          </ac:spMkLst>
        </pc:spChg>
        <pc:grpChg chg="add mod">
          <ac:chgData name="Carmen Martin-Sanz Garrido (Student at CentraleSupelec)" userId="4263a960-a0a9-4d24-8703-97d43d624f90" providerId="ADAL" clId="{D15889BF-F756-4413-9A47-A6F7666FD138}" dt="2021-04-07T10:12:19.139" v="2583" actId="1076"/>
          <ac:grpSpMkLst>
            <pc:docMk/>
            <pc:sldMk cId="2727488387" sldId="326"/>
            <ac:grpSpMk id="3" creationId="{024E4A16-B680-4ED9-AA37-78EC44354E9C}"/>
          </ac:grpSpMkLst>
        </pc:grpChg>
        <pc:picChg chg="mod">
          <ac:chgData name="Carmen Martin-Sanz Garrido (Student at CentraleSupelec)" userId="4263a960-a0a9-4d24-8703-97d43d624f90" providerId="ADAL" clId="{D15889BF-F756-4413-9A47-A6F7666FD138}" dt="2021-04-07T09:00:12.167" v="2410" actId="164"/>
          <ac:picMkLst>
            <pc:docMk/>
            <pc:sldMk cId="2727488387" sldId="326"/>
            <ac:picMk id="8" creationId="{73D07112-2624-49FE-8711-B61BA21D37AB}"/>
          </ac:picMkLst>
        </pc:picChg>
      </pc:sldChg>
      <pc:sldChg chg="addSp modSp mod">
        <pc:chgData name="Carmen Martin-Sanz Garrido (Student at CentraleSupelec)" userId="4263a960-a0a9-4d24-8703-97d43d624f90" providerId="ADAL" clId="{D15889BF-F756-4413-9A47-A6F7666FD138}" dt="2021-04-07T09:12:50.155" v="2488" actId="20577"/>
        <pc:sldMkLst>
          <pc:docMk/>
          <pc:sldMk cId="47497372" sldId="329"/>
        </pc:sldMkLst>
        <pc:spChg chg="add mod">
          <ac:chgData name="Carmen Martin-Sanz Garrido (Student at CentraleSupelec)" userId="4263a960-a0a9-4d24-8703-97d43d624f90" providerId="ADAL" clId="{D15889BF-F756-4413-9A47-A6F7666FD138}" dt="2021-04-07T09:12:50.155" v="2488" actId="20577"/>
          <ac:spMkLst>
            <pc:docMk/>
            <pc:sldMk cId="47497372" sldId="329"/>
            <ac:spMk id="16" creationId="{06565AE5-02CB-4264-859A-52CFBB6AFBC1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9:01:14.870" v="2411" actId="1076"/>
          <ac:spMkLst>
            <pc:docMk/>
            <pc:sldMk cId="47497372" sldId="329"/>
            <ac:spMk id="101" creationId="{00000000-0000-0000-0000-000000000000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9:13:13.230" v="2508" actId="20577"/>
        <pc:sldMkLst>
          <pc:docMk/>
          <pc:sldMk cId="306127276" sldId="330"/>
        </pc:sldMkLst>
        <pc:spChg chg="mod">
          <ac:chgData name="Carmen Martin-Sanz Garrido (Student at CentraleSupelec)" userId="4263a960-a0a9-4d24-8703-97d43d624f90" providerId="ADAL" clId="{D15889BF-F756-4413-9A47-A6F7666FD138}" dt="2021-04-07T09:13:13.230" v="2508" actId="20577"/>
          <ac:spMkLst>
            <pc:docMk/>
            <pc:sldMk cId="306127276" sldId="330"/>
            <ac:spMk id="101" creationId="{00000000-0000-0000-0000-000000000000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9:13:21.347" v="2524" actId="20577"/>
        <pc:sldMkLst>
          <pc:docMk/>
          <pc:sldMk cId="4164775671" sldId="331"/>
        </pc:sldMkLst>
        <pc:spChg chg="mod">
          <ac:chgData name="Carmen Martin-Sanz Garrido (Student at CentraleSupelec)" userId="4263a960-a0a9-4d24-8703-97d43d624f90" providerId="ADAL" clId="{D15889BF-F756-4413-9A47-A6F7666FD138}" dt="2021-04-07T09:13:21.347" v="2524" actId="20577"/>
          <ac:spMkLst>
            <pc:docMk/>
            <pc:sldMk cId="4164775671" sldId="331"/>
            <ac:spMk id="101" creationId="{00000000-0000-0000-0000-000000000000}"/>
          </ac:spMkLst>
        </pc:spChg>
      </pc:sldChg>
      <pc:sldChg chg="modSp mod">
        <pc:chgData name="Carmen Martin-Sanz Garrido (Student at CentraleSupelec)" userId="4263a960-a0a9-4d24-8703-97d43d624f90" providerId="ADAL" clId="{D15889BF-F756-4413-9A47-A6F7666FD138}" dt="2021-04-07T09:13:29.650" v="2540" actId="20577"/>
        <pc:sldMkLst>
          <pc:docMk/>
          <pc:sldMk cId="960771001" sldId="332"/>
        </pc:sldMkLst>
        <pc:spChg chg="mod">
          <ac:chgData name="Carmen Martin-Sanz Garrido (Student at CentraleSupelec)" userId="4263a960-a0a9-4d24-8703-97d43d624f90" providerId="ADAL" clId="{D15889BF-F756-4413-9A47-A6F7666FD138}" dt="2021-04-07T09:13:29.650" v="2540" actId="20577"/>
          <ac:spMkLst>
            <pc:docMk/>
            <pc:sldMk cId="960771001" sldId="332"/>
            <ac:spMk id="101" creationId="{00000000-0000-0000-0000-000000000000}"/>
          </ac:spMkLst>
        </pc:spChg>
      </pc:sldChg>
      <pc:sldChg chg="addSp delSp modSp add mod">
        <pc:chgData name="Carmen Martin-Sanz Garrido (Student at CentraleSupelec)" userId="4263a960-a0a9-4d24-8703-97d43d624f90" providerId="ADAL" clId="{D15889BF-F756-4413-9A47-A6F7666FD138}" dt="2021-04-07T08:45:11.412" v="2109" actId="478"/>
        <pc:sldMkLst>
          <pc:docMk/>
          <pc:sldMk cId="3840743767" sldId="333"/>
        </pc:sldMkLst>
        <pc:spChg chg="del mod">
          <ac:chgData name="Carmen Martin-Sanz Garrido (Student at CentraleSupelec)" userId="4263a960-a0a9-4d24-8703-97d43d624f90" providerId="ADAL" clId="{D15889BF-F756-4413-9A47-A6F7666FD138}" dt="2021-04-07T08:45:11.412" v="2109" actId="478"/>
          <ac:spMkLst>
            <pc:docMk/>
            <pc:sldMk cId="3840743767" sldId="333"/>
            <ac:spMk id="8" creationId="{49F3D3B3-6A72-4CC4-9612-5912735801E4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24:16.653" v="1430" actId="164"/>
          <ac:spMkLst>
            <pc:docMk/>
            <pc:sldMk cId="3840743767" sldId="333"/>
            <ac:spMk id="11" creationId="{7FA62115-E1D4-465F-B74C-7F2B0B2FB096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45:00.630" v="2108" actId="1076"/>
          <ac:spMkLst>
            <pc:docMk/>
            <pc:sldMk cId="3840743767" sldId="333"/>
            <ac:spMk id="14" creationId="{11E1DE2B-0D98-4B63-88C6-CE01CBE36CA0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8:40:27.546" v="1977" actId="20577"/>
          <ac:spMkLst>
            <pc:docMk/>
            <pc:sldMk cId="3840743767" sldId="333"/>
            <ac:spMk id="101" creationId="{00000000-0000-0000-0000-000000000000}"/>
          </ac:spMkLst>
        </pc:spChg>
        <pc:grpChg chg="add mod">
          <ac:chgData name="Carmen Martin-Sanz Garrido (Student at CentraleSupelec)" userId="4263a960-a0a9-4d24-8703-97d43d624f90" providerId="ADAL" clId="{D15889BF-F756-4413-9A47-A6F7666FD138}" dt="2021-04-07T08:26:44.799" v="1435" actId="1076"/>
          <ac:grpSpMkLst>
            <pc:docMk/>
            <pc:sldMk cId="3840743767" sldId="333"/>
            <ac:grpSpMk id="10" creationId="{4CE16E67-F496-4A66-92FE-2EE76B4D668E}"/>
          </ac:grpSpMkLst>
        </pc:grpChg>
        <pc:graphicFrameChg chg="add mod modGraphic">
          <ac:chgData name="Carmen Martin-Sanz Garrido (Student at CentraleSupelec)" userId="4263a960-a0a9-4d24-8703-97d43d624f90" providerId="ADAL" clId="{D15889BF-F756-4413-9A47-A6F7666FD138}" dt="2021-04-07T08:44:58.638" v="2107" actId="1076"/>
          <ac:graphicFrameMkLst>
            <pc:docMk/>
            <pc:sldMk cId="3840743767" sldId="333"/>
            <ac:graphicFrameMk id="12" creationId="{FAE89B5C-D808-4419-A9FF-66BE1654D63C}"/>
          </ac:graphicFrameMkLst>
        </pc:graphicFrameChg>
        <pc:picChg chg="del">
          <ac:chgData name="Carmen Martin-Sanz Garrido (Student at CentraleSupelec)" userId="4263a960-a0a9-4d24-8703-97d43d624f90" providerId="ADAL" clId="{D15889BF-F756-4413-9A47-A6F7666FD138}" dt="2021-04-07T08:20:21.051" v="1338" actId="478"/>
          <ac:picMkLst>
            <pc:docMk/>
            <pc:sldMk cId="3840743767" sldId="333"/>
            <ac:picMk id="3" creationId="{17A6ED20-79DA-4406-9242-D795489D4BD9}"/>
          </ac:picMkLst>
        </pc:picChg>
        <pc:picChg chg="add mod modCrop">
          <ac:chgData name="Carmen Martin-Sanz Garrido (Student at CentraleSupelec)" userId="4263a960-a0a9-4d24-8703-97d43d624f90" providerId="ADAL" clId="{D15889BF-F756-4413-9A47-A6F7666FD138}" dt="2021-04-07T08:24:16.653" v="1430" actId="164"/>
          <ac:picMkLst>
            <pc:docMk/>
            <pc:sldMk cId="3840743767" sldId="333"/>
            <ac:picMk id="4" creationId="{F4393BDF-D81F-42B7-A293-7054311D5542}"/>
          </ac:picMkLst>
        </pc:picChg>
      </pc:sldChg>
      <pc:sldChg chg="addSp delSp modSp add mod ord">
        <pc:chgData name="Carmen Martin-Sanz Garrido (Student at CentraleSupelec)" userId="4263a960-a0a9-4d24-8703-97d43d624f90" providerId="ADAL" clId="{D15889BF-F756-4413-9A47-A6F7666FD138}" dt="2021-04-07T09:04:18.725" v="2429" actId="20577"/>
        <pc:sldMkLst>
          <pc:docMk/>
          <pc:sldMk cId="1354221754" sldId="334"/>
        </pc:sldMkLst>
        <pc:spChg chg="del">
          <ac:chgData name="Carmen Martin-Sanz Garrido (Student at CentraleSupelec)" userId="4263a960-a0a9-4d24-8703-97d43d624f90" providerId="ADAL" clId="{D15889BF-F756-4413-9A47-A6F7666FD138}" dt="2021-04-07T08:32:18.182" v="1528" actId="478"/>
          <ac:spMkLst>
            <pc:docMk/>
            <pc:sldMk cId="1354221754" sldId="334"/>
            <ac:spMk id="8" creationId="{49F3D3B3-6A72-4CC4-9612-5912735801E4}"/>
          </ac:spMkLst>
        </pc:spChg>
        <pc:spChg chg="del">
          <ac:chgData name="Carmen Martin-Sanz Garrido (Student at CentraleSupelec)" userId="4263a960-a0a9-4d24-8703-97d43d624f90" providerId="ADAL" clId="{D15889BF-F756-4413-9A47-A6F7666FD138}" dt="2021-04-07T08:47:15.547" v="2116" actId="478"/>
          <ac:spMkLst>
            <pc:docMk/>
            <pc:sldMk cId="1354221754" sldId="334"/>
            <ac:spMk id="9" creationId="{8FB463FA-DAA6-4E7D-B19D-550B404136CF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37:48.039" v="1844" actId="164"/>
          <ac:spMkLst>
            <pc:docMk/>
            <pc:sldMk cId="1354221754" sldId="334"/>
            <ac:spMk id="12" creationId="{13BF30B1-CB38-4E58-A803-D9C06E98BBD6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37:48.039" v="1844" actId="164"/>
          <ac:spMkLst>
            <pc:docMk/>
            <pc:sldMk cId="1354221754" sldId="334"/>
            <ac:spMk id="13" creationId="{5E18E74E-E418-486E-A92B-F6A588BCB2D2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8:39:16.252" v="1960" actId="113"/>
          <ac:spMkLst>
            <pc:docMk/>
            <pc:sldMk cId="1354221754" sldId="334"/>
            <ac:spMk id="18" creationId="{C49A428D-A3E6-4161-AC70-075DD43976B9}"/>
          </ac:spMkLst>
        </pc:spChg>
        <pc:spChg chg="add mod">
          <ac:chgData name="Carmen Martin-Sanz Garrido (Student at CentraleSupelec)" userId="4263a960-a0a9-4d24-8703-97d43d624f90" providerId="ADAL" clId="{D15889BF-F756-4413-9A47-A6F7666FD138}" dt="2021-04-07T09:04:14.619" v="2427" actId="20577"/>
          <ac:spMkLst>
            <pc:docMk/>
            <pc:sldMk cId="1354221754" sldId="334"/>
            <ac:spMk id="29" creationId="{2B356C3F-A5E8-4ABC-907B-F0E2835AABC5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9:04:18.725" v="2429" actId="20577"/>
          <ac:spMkLst>
            <pc:docMk/>
            <pc:sldMk cId="1354221754" sldId="334"/>
            <ac:spMk id="101" creationId="{00000000-0000-0000-0000-000000000000}"/>
          </ac:spMkLst>
        </pc:spChg>
        <pc:grpChg chg="del">
          <ac:chgData name="Carmen Martin-Sanz Garrido (Student at CentraleSupelec)" userId="4263a960-a0a9-4d24-8703-97d43d624f90" providerId="ADAL" clId="{D15889BF-F756-4413-9A47-A6F7666FD138}" dt="2021-04-07T08:32:13.589" v="1526" actId="478"/>
          <ac:grpSpMkLst>
            <pc:docMk/>
            <pc:sldMk cId="1354221754" sldId="334"/>
            <ac:grpSpMk id="10" creationId="{4CE16E67-F496-4A66-92FE-2EE76B4D668E}"/>
          </ac:grpSpMkLst>
        </pc:grpChg>
        <pc:grpChg chg="add mod">
          <ac:chgData name="Carmen Martin-Sanz Garrido (Student at CentraleSupelec)" userId="4263a960-a0a9-4d24-8703-97d43d624f90" providerId="ADAL" clId="{D15889BF-F756-4413-9A47-A6F7666FD138}" dt="2021-04-07T08:48:06.377" v="2127" actId="1076"/>
          <ac:grpSpMkLst>
            <pc:docMk/>
            <pc:sldMk cId="1354221754" sldId="334"/>
            <ac:grpSpMk id="27" creationId="{B189261D-B476-4049-BBA6-263030A3EA9B}"/>
          </ac:grpSpMkLst>
        </pc:grpChg>
        <pc:cxnChg chg="add mod">
          <ac:chgData name="Carmen Martin-Sanz Garrido (Student at CentraleSupelec)" userId="4263a960-a0a9-4d24-8703-97d43d624f90" providerId="ADAL" clId="{D15889BF-F756-4413-9A47-A6F7666FD138}" dt="2021-04-07T08:37:48.039" v="1844" actId="164"/>
          <ac:cxnSpMkLst>
            <pc:docMk/>
            <pc:sldMk cId="1354221754" sldId="334"/>
            <ac:cxnSpMk id="14" creationId="{6D81C0B2-5B6F-4322-971F-331FFB1D76C2}"/>
          </ac:cxnSpMkLst>
        </pc:cxnChg>
        <pc:cxnChg chg="add mod">
          <ac:chgData name="Carmen Martin-Sanz Garrido (Student at CentraleSupelec)" userId="4263a960-a0a9-4d24-8703-97d43d624f90" providerId="ADAL" clId="{D15889BF-F756-4413-9A47-A6F7666FD138}" dt="2021-04-07T08:37:48.039" v="1844" actId="164"/>
          <ac:cxnSpMkLst>
            <pc:docMk/>
            <pc:sldMk cId="1354221754" sldId="334"/>
            <ac:cxnSpMk id="19" creationId="{43F09446-84B0-49FF-B13A-9022CD88F84C}"/>
          </ac:cxnSpMkLst>
        </pc:cxnChg>
      </pc:sldChg>
      <pc:sldChg chg="delSp modSp mod">
        <pc:chgData name="Carmen Martin-Sanz Garrido (Student at CentraleSupelec)" userId="4263a960-a0a9-4d24-8703-97d43d624f90" providerId="ADAL" clId="{D15889BF-F756-4413-9A47-A6F7666FD138}" dt="2021-04-07T09:13:40.978" v="2556" actId="20577"/>
        <pc:sldMkLst>
          <pc:docMk/>
          <pc:sldMk cId="856140611" sldId="335"/>
        </pc:sldMkLst>
        <pc:spChg chg="del mod">
          <ac:chgData name="Carmen Martin-Sanz Garrido (Student at CentraleSupelec)" userId="4263a960-a0a9-4d24-8703-97d43d624f90" providerId="ADAL" clId="{D15889BF-F756-4413-9A47-A6F7666FD138}" dt="2021-04-07T09:06:35.466" v="2433" actId="478"/>
          <ac:spMkLst>
            <pc:docMk/>
            <pc:sldMk cId="856140611" sldId="335"/>
            <ac:spMk id="12" creationId="{8950506F-43E2-4025-9FBB-4FC89D36C088}"/>
          </ac:spMkLst>
        </pc:spChg>
        <pc:spChg chg="mod">
          <ac:chgData name="Carmen Martin-Sanz Garrido (Student at CentraleSupelec)" userId="4263a960-a0a9-4d24-8703-97d43d624f90" providerId="ADAL" clId="{D15889BF-F756-4413-9A47-A6F7666FD138}" dt="2021-04-07T09:13:40.978" v="2556" actId="20577"/>
          <ac:spMkLst>
            <pc:docMk/>
            <pc:sldMk cId="856140611" sldId="335"/>
            <ac:spMk id="101" creationId="{00000000-0000-0000-0000-000000000000}"/>
          </ac:spMkLst>
        </pc:spChg>
      </pc:sldChg>
      <pc:sldChg chg="del">
        <pc:chgData name="Carmen Martin-Sanz Garrido (Student at CentraleSupelec)" userId="4263a960-a0a9-4d24-8703-97d43d624f90" providerId="ADAL" clId="{D15889BF-F756-4413-9A47-A6F7666FD138}" dt="2021-04-07T09:13:52.541" v="2557" actId="47"/>
        <pc:sldMkLst>
          <pc:docMk/>
          <pc:sldMk cId="3820696143" sldId="336"/>
        </pc:sldMkLst>
      </pc:sldChg>
    </pc:docChg>
  </pc:docChgLst>
  <pc:docChgLst>
    <pc:chgData name="Pierre Crozier (Student at CentraleSupelec)" userId="ad6fb909-b1d2-44cd-9525-5ffe4623e5e1" providerId="ADAL" clId="{A971C7EB-307E-4077-B777-16BA2341356F}"/>
    <pc:docChg chg="undo custSel addSld delSld modSld sldOrd">
      <pc:chgData name="Pierre Crozier (Student at CentraleSupelec)" userId="ad6fb909-b1d2-44cd-9525-5ffe4623e5e1" providerId="ADAL" clId="{A971C7EB-307E-4077-B777-16BA2341356F}" dt="2021-04-07T10:17:23.198" v="2335" actId="27636"/>
      <pc:docMkLst>
        <pc:docMk/>
      </pc:docMkLst>
      <pc:sldChg chg="modSp mod">
        <pc:chgData name="Pierre Crozier (Student at CentraleSupelec)" userId="ad6fb909-b1d2-44cd-9525-5ffe4623e5e1" providerId="ADAL" clId="{A971C7EB-307E-4077-B777-16BA2341356F}" dt="2021-04-07T08:32:32.616" v="768"/>
        <pc:sldMkLst>
          <pc:docMk/>
          <pc:sldMk cId="3827946629" sldId="257"/>
        </pc:sldMkLst>
        <pc:spChg chg="mod">
          <ac:chgData name="Pierre Crozier (Student at CentraleSupelec)" userId="ad6fb909-b1d2-44cd-9525-5ffe4623e5e1" providerId="ADAL" clId="{A971C7EB-307E-4077-B777-16BA2341356F}" dt="2021-04-07T08:32:32.616" v="768"/>
          <ac:spMkLst>
            <pc:docMk/>
            <pc:sldMk cId="3827946629" sldId="257"/>
            <ac:spMk id="9" creationId="{B4A20818-90E1-4DC5-91A9-9E50724A7166}"/>
          </ac:spMkLst>
        </pc:spChg>
        <pc:spChg chg="mod">
          <ac:chgData name="Pierre Crozier (Student at CentraleSupelec)" userId="ad6fb909-b1d2-44cd-9525-5ffe4623e5e1" providerId="ADAL" clId="{A971C7EB-307E-4077-B777-16BA2341356F}" dt="2021-04-07T08:00:23.975" v="3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 mod">
        <pc:chgData name="Pierre Crozier (Student at CentraleSupelec)" userId="ad6fb909-b1d2-44cd-9525-5ffe4623e5e1" providerId="ADAL" clId="{A971C7EB-307E-4077-B777-16BA2341356F}" dt="2021-04-07T08:32:27.564" v="767"/>
        <pc:sldMkLst>
          <pc:docMk/>
          <pc:sldMk cId="2940396715" sldId="290"/>
        </pc:sldMkLst>
        <pc:spChg chg="mod">
          <ac:chgData name="Pierre Crozier (Student at CentraleSupelec)" userId="ad6fb909-b1d2-44cd-9525-5ffe4623e5e1" providerId="ADAL" clId="{A971C7EB-307E-4077-B777-16BA2341356F}" dt="2021-04-07T08:21:47.043" v="356" actId="20577"/>
          <ac:spMkLst>
            <pc:docMk/>
            <pc:sldMk cId="2940396715" sldId="290"/>
            <ac:spMk id="3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32:27.564" v="767"/>
          <ac:spMkLst>
            <pc:docMk/>
            <pc:sldMk cId="2940396715" sldId="290"/>
            <ac:spMk id="9" creationId="{0A3B7D00-8584-43D9-A78F-93B7CFF1270F}"/>
          </ac:spMkLst>
        </pc:spChg>
      </pc:sldChg>
      <pc:sldChg chg="modSp mod">
        <pc:chgData name="Pierre Crozier (Student at CentraleSupelec)" userId="ad6fb909-b1d2-44cd-9525-5ffe4623e5e1" providerId="ADAL" clId="{A971C7EB-307E-4077-B777-16BA2341356F}" dt="2021-04-07T08:32:22.818" v="766"/>
        <pc:sldMkLst>
          <pc:docMk/>
          <pc:sldMk cId="709355255" sldId="291"/>
        </pc:sldMkLst>
        <pc:spChg chg="mod">
          <ac:chgData name="Pierre Crozier (Student at CentraleSupelec)" userId="ad6fb909-b1d2-44cd-9525-5ffe4623e5e1" providerId="ADAL" clId="{A971C7EB-307E-4077-B777-16BA2341356F}" dt="2021-04-07T08:32:22.818" v="766"/>
          <ac:spMkLst>
            <pc:docMk/>
            <pc:sldMk cId="709355255" sldId="291"/>
            <ac:spMk id="6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24:40.778" v="550" actId="113"/>
          <ac:spMkLst>
            <pc:docMk/>
            <pc:sldMk cId="709355255" sldId="291"/>
            <ac:spMk id="3073" creationId="{00000000-0000-0000-0000-000000000000}"/>
          </ac:spMkLst>
        </pc:spChg>
      </pc:sldChg>
      <pc:sldChg chg="addSp delSp modSp mod">
        <pc:chgData name="Pierre Crozier (Student at CentraleSupelec)" userId="ad6fb909-b1d2-44cd-9525-5ffe4623e5e1" providerId="ADAL" clId="{A971C7EB-307E-4077-B777-16BA2341356F}" dt="2021-04-07T08:32:17.249" v="765"/>
        <pc:sldMkLst>
          <pc:docMk/>
          <pc:sldMk cId="336249700" sldId="292"/>
        </pc:sldMkLst>
        <pc:spChg chg="mod">
          <ac:chgData name="Pierre Crozier (Student at CentraleSupelec)" userId="ad6fb909-b1d2-44cd-9525-5ffe4623e5e1" providerId="ADAL" clId="{A971C7EB-307E-4077-B777-16BA2341356F}" dt="2021-04-07T08:30:24.115" v="751" actId="1076"/>
          <ac:spMkLst>
            <pc:docMk/>
            <pc:sldMk cId="336249700" sldId="292"/>
            <ac:spMk id="2" creationId="{E630E0E6-52CA-494F-9785-B84D582FE80C}"/>
          </ac:spMkLst>
        </pc:spChg>
        <pc:spChg chg="del mod">
          <ac:chgData name="Pierre Crozier (Student at CentraleSupelec)" userId="ad6fb909-b1d2-44cd-9525-5ffe4623e5e1" providerId="ADAL" clId="{A971C7EB-307E-4077-B777-16BA2341356F}" dt="2021-04-07T08:30:20.351" v="750" actId="478"/>
          <ac:spMkLst>
            <pc:docMk/>
            <pc:sldMk cId="336249700" sldId="292"/>
            <ac:spMk id="6" creationId="{00000000-0000-0000-0000-000000000000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8:32:17.249" v="765"/>
          <ac:spMkLst>
            <pc:docMk/>
            <pc:sldMk cId="336249700" sldId="292"/>
            <ac:spMk id="8" creationId="{A3D2FE7B-17E1-40DC-9D3E-5E071BADEBA1}"/>
          </ac:spMkLst>
        </pc:spChg>
      </pc:sldChg>
      <pc:sldChg chg="del">
        <pc:chgData name="Pierre Crozier (Student at CentraleSupelec)" userId="ad6fb909-b1d2-44cd-9525-5ffe4623e5e1" providerId="ADAL" clId="{A971C7EB-307E-4077-B777-16BA2341356F}" dt="2021-04-07T08:33:05.441" v="770" actId="47"/>
        <pc:sldMkLst>
          <pc:docMk/>
          <pc:sldMk cId="2976018367" sldId="293"/>
        </pc:sldMkLst>
      </pc:sldChg>
      <pc:sldChg chg="addSp modSp mod">
        <pc:chgData name="Pierre Crozier (Student at CentraleSupelec)" userId="ad6fb909-b1d2-44cd-9525-5ffe4623e5e1" providerId="ADAL" clId="{A971C7EB-307E-4077-B777-16BA2341356F}" dt="2021-04-07T09:53:59.425" v="2058" actId="20577"/>
        <pc:sldMkLst>
          <pc:docMk/>
          <pc:sldMk cId="4271017113" sldId="294"/>
        </pc:sldMkLst>
        <pc:spChg chg="add mod">
          <ac:chgData name="Pierre Crozier (Student at CentraleSupelec)" userId="ad6fb909-b1d2-44cd-9525-5ffe4623e5e1" providerId="ADAL" clId="{A971C7EB-307E-4077-B777-16BA2341356F}" dt="2021-04-07T09:48:10.023" v="1851" actId="1076"/>
          <ac:spMkLst>
            <pc:docMk/>
            <pc:sldMk cId="4271017113" sldId="294"/>
            <ac:spMk id="2" creationId="{24F027D7-0AE6-4018-9F51-0375A682ACED}"/>
          </ac:spMkLst>
        </pc:spChg>
        <pc:spChg chg="mod">
          <ac:chgData name="Pierre Crozier (Student at CentraleSupelec)" userId="ad6fb909-b1d2-44cd-9525-5ffe4623e5e1" providerId="ADAL" clId="{A971C7EB-307E-4077-B777-16BA2341356F}" dt="2021-04-07T09:53:59.425" v="2058" actId="20577"/>
          <ac:spMkLst>
            <pc:docMk/>
            <pc:sldMk cId="4271017113" sldId="294"/>
            <ac:spMk id="4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33:26.017" v="777" actId="20577"/>
          <ac:spMkLst>
            <pc:docMk/>
            <pc:sldMk cId="4271017113" sldId="294"/>
            <ac:spMk id="6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33:19.083" v="771"/>
          <ac:spMkLst>
            <pc:docMk/>
            <pc:sldMk cId="4271017113" sldId="294"/>
            <ac:spMk id="7" creationId="{00000000-0000-0000-0000-000000000000}"/>
          </ac:spMkLst>
        </pc:spChg>
      </pc:sldChg>
      <pc:sldChg chg="modSp add mod">
        <pc:chgData name="Pierre Crozier (Student at CentraleSupelec)" userId="ad6fb909-b1d2-44cd-9525-5ffe4623e5e1" providerId="ADAL" clId="{A971C7EB-307E-4077-B777-16BA2341356F}" dt="2021-04-07T08:32:02.929" v="763" actId="20577"/>
        <pc:sldMkLst>
          <pc:docMk/>
          <pc:sldMk cId="2784012643" sldId="296"/>
        </pc:sldMkLst>
        <pc:spChg chg="mod">
          <ac:chgData name="Pierre Crozier (Student at CentraleSupelec)" userId="ad6fb909-b1d2-44cd-9525-5ffe4623e5e1" providerId="ADAL" clId="{A971C7EB-307E-4077-B777-16BA2341356F}" dt="2021-04-07T08:32:02.929" v="763" actId="20577"/>
          <ac:spMkLst>
            <pc:docMk/>
            <pc:sldMk cId="2784012643" sldId="296"/>
            <ac:spMk id="6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30:53.720" v="752" actId="1076"/>
          <ac:spMkLst>
            <pc:docMk/>
            <pc:sldMk cId="2784012643" sldId="296"/>
            <ac:spMk id="3073" creationId="{00000000-0000-0000-0000-000000000000}"/>
          </ac:spMkLst>
        </pc:spChg>
      </pc:sldChg>
      <pc:sldChg chg="modSp add mod">
        <pc:chgData name="Pierre Crozier (Student at CentraleSupelec)" userId="ad6fb909-b1d2-44cd-9525-5ffe4623e5e1" providerId="ADAL" clId="{A971C7EB-307E-4077-B777-16BA2341356F}" dt="2021-04-07T08:44:23.364" v="918" actId="20577"/>
        <pc:sldMkLst>
          <pc:docMk/>
          <pc:sldMk cId="1577472643" sldId="297"/>
        </pc:sldMkLst>
        <pc:spChg chg="mod">
          <ac:chgData name="Pierre Crozier (Student at CentraleSupelec)" userId="ad6fb909-b1d2-44cd-9525-5ffe4623e5e1" providerId="ADAL" clId="{A971C7EB-307E-4077-B777-16BA2341356F}" dt="2021-04-07T08:31:42.984" v="759" actId="20577"/>
          <ac:spMkLst>
            <pc:docMk/>
            <pc:sldMk cId="1577472643" sldId="297"/>
            <ac:spMk id="5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32:09.649" v="764"/>
          <ac:spMkLst>
            <pc:docMk/>
            <pc:sldMk cId="1577472643" sldId="297"/>
            <ac:spMk id="6" creationId="{00000000-0000-0000-0000-000000000000}"/>
          </ac:spMkLst>
        </pc:spChg>
        <pc:spChg chg="mod">
          <ac:chgData name="Pierre Crozier (Student at CentraleSupelec)" userId="ad6fb909-b1d2-44cd-9525-5ffe4623e5e1" providerId="ADAL" clId="{A971C7EB-307E-4077-B777-16BA2341356F}" dt="2021-04-07T08:44:23.364" v="918" actId="20577"/>
          <ac:spMkLst>
            <pc:docMk/>
            <pc:sldMk cId="1577472643" sldId="297"/>
            <ac:spMk id="3073" creationId="{00000000-0000-0000-0000-000000000000}"/>
          </ac:spMkLst>
        </pc:spChg>
      </pc:sldChg>
      <pc:sldChg chg="modSp">
        <pc:chgData name="Pierre Crozier (Student at CentraleSupelec)" userId="ad6fb909-b1d2-44cd-9525-5ffe4623e5e1" providerId="ADAL" clId="{A971C7EB-307E-4077-B777-16BA2341356F}" dt="2021-04-07T08:32:49.207" v="769"/>
        <pc:sldMkLst>
          <pc:docMk/>
          <pc:sldMk cId="3243181642" sldId="317"/>
        </pc:sldMkLst>
        <pc:spChg chg="mod">
          <ac:chgData name="Pierre Crozier (Student at CentraleSupelec)" userId="ad6fb909-b1d2-44cd-9525-5ffe4623e5e1" providerId="ADAL" clId="{A971C7EB-307E-4077-B777-16BA2341356F}" dt="2021-04-07T08:32:49.207" v="769"/>
          <ac:spMkLst>
            <pc:docMk/>
            <pc:sldMk cId="3243181642" sldId="317"/>
            <ac:spMk id="6" creationId="{00000000-0000-0000-0000-000000000000}"/>
          </ac:spMkLst>
        </pc:spChg>
      </pc:sldChg>
      <pc:sldChg chg="addSp delSp modSp mod">
        <pc:chgData name="Pierre Crozier (Student at CentraleSupelec)" userId="ad6fb909-b1d2-44cd-9525-5ffe4623e5e1" providerId="ADAL" clId="{A971C7EB-307E-4077-B777-16BA2341356F}" dt="2021-04-07T10:17:23.198" v="2335" actId="27636"/>
        <pc:sldMkLst>
          <pc:docMk/>
          <pc:sldMk cId="1220683999" sldId="318"/>
        </pc:sldMkLst>
        <pc:spChg chg="add del mod">
          <ac:chgData name="Pierre Crozier (Student at CentraleSupelec)" userId="ad6fb909-b1d2-44cd-9525-5ffe4623e5e1" providerId="ADAL" clId="{A971C7EB-307E-4077-B777-16BA2341356F}" dt="2021-04-07T08:41:28.855" v="886"/>
          <ac:spMkLst>
            <pc:docMk/>
            <pc:sldMk cId="1220683999" sldId="318"/>
            <ac:spMk id="9" creationId="{3D599B7B-7311-4542-94D6-9893C40614BE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8:42:19.935" v="895" actId="1076"/>
          <ac:spMkLst>
            <pc:docMk/>
            <pc:sldMk cId="1220683999" sldId="318"/>
            <ac:spMk id="10" creationId="{53785010-87EF-4F3B-871E-F10A289C2EB6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10:17:23.198" v="2335" actId="27636"/>
          <ac:spMkLst>
            <pc:docMk/>
            <pc:sldMk cId="1220683999" sldId="318"/>
            <ac:spMk id="13" creationId="{8EFA6197-2447-4E84-A476-1CD8FEBE3BD7}"/>
          </ac:spMkLst>
        </pc:spChg>
        <pc:spChg chg="mod">
          <ac:chgData name="Pierre Crozier (Student at CentraleSupelec)" userId="ad6fb909-b1d2-44cd-9525-5ffe4623e5e1" providerId="ADAL" clId="{A971C7EB-307E-4077-B777-16BA2341356F}" dt="2021-04-07T08:42:23.375" v="897" actId="1076"/>
          <ac:spMkLst>
            <pc:docMk/>
            <pc:sldMk cId="1220683999" sldId="318"/>
            <ac:spMk id="101" creationId="{00000000-0000-0000-0000-000000000000}"/>
          </ac:spMkLst>
        </pc:spChg>
        <pc:picChg chg="add del">
          <ac:chgData name="Pierre Crozier (Student at CentraleSupelec)" userId="ad6fb909-b1d2-44cd-9525-5ffe4623e5e1" providerId="ADAL" clId="{A971C7EB-307E-4077-B777-16BA2341356F}" dt="2021-04-07T08:41:36.080" v="888"/>
          <ac:picMkLst>
            <pc:docMk/>
            <pc:sldMk cId="1220683999" sldId="318"/>
            <ac:picMk id="2" creationId="{420E8A39-3142-4F8A-95C0-F08A00A64AD3}"/>
          </ac:picMkLst>
        </pc:picChg>
        <pc:picChg chg="add mod">
          <ac:chgData name="Pierre Crozier (Student at CentraleSupelec)" userId="ad6fb909-b1d2-44cd-9525-5ffe4623e5e1" providerId="ADAL" clId="{A971C7EB-307E-4077-B777-16BA2341356F}" dt="2021-04-07T08:42:45.973" v="899" actId="1076"/>
          <ac:picMkLst>
            <pc:docMk/>
            <pc:sldMk cId="1220683999" sldId="318"/>
            <ac:picMk id="12" creationId="{C6746AF7-878D-423A-8924-70DFB6ABFC71}"/>
          </ac:picMkLst>
        </pc:picChg>
      </pc:sldChg>
      <pc:sldChg chg="add">
        <pc:chgData name="Pierre Crozier (Student at CentraleSupelec)" userId="ad6fb909-b1d2-44cd-9525-5ffe4623e5e1" providerId="ADAL" clId="{A971C7EB-307E-4077-B777-16BA2341356F}" dt="2021-04-07T08:41:08.294" v="883"/>
        <pc:sldMkLst>
          <pc:docMk/>
          <pc:sldMk cId="2754892100" sldId="318"/>
        </pc:sldMkLst>
      </pc:sldChg>
      <pc:sldChg chg="del">
        <pc:chgData name="Pierre Crozier (Student at CentraleSupelec)" userId="ad6fb909-b1d2-44cd-9525-5ffe4623e5e1" providerId="ADAL" clId="{A971C7EB-307E-4077-B777-16BA2341356F}" dt="2021-04-07T08:41:11.002" v="884" actId="47"/>
        <pc:sldMkLst>
          <pc:docMk/>
          <pc:sldMk cId="2754892100" sldId="319"/>
        </pc:sldMkLst>
      </pc:sldChg>
      <pc:sldChg chg="addSp modSp add mod">
        <pc:chgData name="Pierre Crozier (Student at CentraleSupelec)" userId="ad6fb909-b1d2-44cd-9525-5ffe4623e5e1" providerId="ADAL" clId="{A971C7EB-307E-4077-B777-16BA2341356F}" dt="2021-04-07T10:17:23.141" v="2334"/>
        <pc:sldMkLst>
          <pc:docMk/>
          <pc:sldMk cId="1273777140" sldId="322"/>
        </pc:sldMkLst>
        <pc:spChg chg="add mod">
          <ac:chgData name="Pierre Crozier (Student at CentraleSupelec)" userId="ad6fb909-b1d2-44cd-9525-5ffe4623e5e1" providerId="ADAL" clId="{A971C7EB-307E-4077-B777-16BA2341356F}" dt="2021-04-07T10:17:23.141" v="2334"/>
          <ac:spMkLst>
            <pc:docMk/>
            <pc:sldMk cId="1273777140" sldId="322"/>
            <ac:spMk id="2" creationId="{389B4ECC-CE09-4B58-87EB-5CBD0E2145A1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30:48.662" v="1501" actId="6549"/>
          <ac:spMkLst>
            <pc:docMk/>
            <pc:sldMk cId="1273777140" sldId="322"/>
            <ac:spMk id="8" creationId="{C772A284-4F81-40BF-BA2E-16BF3D55AF73}"/>
          </ac:spMkLst>
        </pc:spChg>
        <pc:spChg chg="mod">
          <ac:chgData name="Pierre Crozier (Student at CentraleSupelec)" userId="ad6fb909-b1d2-44cd-9525-5ffe4623e5e1" providerId="ADAL" clId="{A971C7EB-307E-4077-B777-16BA2341356F}" dt="2021-04-07T08:54:15.972" v="1042" actId="20577"/>
          <ac:spMkLst>
            <pc:docMk/>
            <pc:sldMk cId="1273777140" sldId="322"/>
            <ac:spMk id="3073" creationId="{00000000-0000-0000-0000-000000000000}"/>
          </ac:spMkLst>
        </pc:spChg>
      </pc:sldChg>
      <pc:sldChg chg="addSp delSp modSp add mod ord">
        <pc:chgData name="Pierre Crozier (Student at CentraleSupelec)" userId="ad6fb909-b1d2-44cd-9525-5ffe4623e5e1" providerId="ADAL" clId="{A971C7EB-307E-4077-B777-16BA2341356F}" dt="2021-04-07T09:51:43.888" v="2056" actId="1076"/>
        <pc:sldMkLst>
          <pc:docMk/>
          <pc:sldMk cId="1317091636" sldId="323"/>
        </pc:sldMkLst>
        <pc:spChg chg="add del mod">
          <ac:chgData name="Pierre Crozier (Student at CentraleSupelec)" userId="ad6fb909-b1d2-44cd-9525-5ffe4623e5e1" providerId="ADAL" clId="{A971C7EB-307E-4077-B777-16BA2341356F}" dt="2021-04-07T08:51:55.875" v="1029"/>
          <ac:spMkLst>
            <pc:docMk/>
            <pc:sldMk cId="1317091636" sldId="323"/>
            <ac:spMk id="2" creationId="{C6BDFF37-864D-4B54-8A17-6E87E8AA30F1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51:43.888" v="2056" actId="1076"/>
          <ac:spMkLst>
            <pc:docMk/>
            <pc:sldMk cId="1317091636" sldId="323"/>
            <ac:spMk id="3" creationId="{4292F63C-4832-4C65-AF78-3C9933F63D4F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50:52.035" v="1891" actId="6549"/>
          <ac:spMkLst>
            <pc:docMk/>
            <pc:sldMk cId="1317091636" sldId="323"/>
            <ac:spMk id="8" creationId="{912C3C02-8073-467E-88EE-DED44E306866}"/>
          </ac:spMkLst>
        </pc:spChg>
        <pc:spChg chg="mod">
          <ac:chgData name="Pierre Crozier (Student at CentraleSupelec)" userId="ad6fb909-b1d2-44cd-9525-5ffe4623e5e1" providerId="ADAL" clId="{A971C7EB-307E-4077-B777-16BA2341356F}" dt="2021-04-07T08:54:29.743" v="1046" actId="14100"/>
          <ac:spMkLst>
            <pc:docMk/>
            <pc:sldMk cId="1317091636" sldId="323"/>
            <ac:spMk id="3073" creationId="{00000000-0000-0000-0000-000000000000}"/>
          </ac:spMkLst>
        </pc:spChg>
      </pc:sldChg>
      <pc:sldChg chg="addSp delSp modSp add mod">
        <pc:chgData name="Pierre Crozier (Student at CentraleSupelec)" userId="ad6fb909-b1d2-44cd-9525-5ffe4623e5e1" providerId="ADAL" clId="{A971C7EB-307E-4077-B777-16BA2341356F}" dt="2021-04-07T09:28:38.275" v="1386" actId="166"/>
        <pc:sldMkLst>
          <pc:docMk/>
          <pc:sldMk cId="1565106575" sldId="325"/>
        </pc:sldMkLst>
        <pc:spChg chg="del">
          <ac:chgData name="Pierre Crozier (Student at CentraleSupelec)" userId="ad6fb909-b1d2-44cd-9525-5ffe4623e5e1" providerId="ADAL" clId="{A971C7EB-307E-4077-B777-16BA2341356F}" dt="2021-04-07T08:55:30.627" v="1085" actId="478"/>
          <ac:spMkLst>
            <pc:docMk/>
            <pc:sldMk cId="1565106575" sldId="325"/>
            <ac:spMk id="2" creationId="{389B4ECC-CE09-4B58-87EB-5CBD0E2145A1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24:42.487" v="1373" actId="2085"/>
          <ac:spMkLst>
            <pc:docMk/>
            <pc:sldMk cId="1565106575" sldId="325"/>
            <ac:spMk id="3" creationId="{BF8AE66E-F7E3-467B-AC35-AFEDC5F7F264}"/>
          </ac:spMkLst>
        </pc:spChg>
        <pc:spChg chg="del">
          <ac:chgData name="Pierre Crozier (Student at CentraleSupelec)" userId="ad6fb909-b1d2-44cd-9525-5ffe4623e5e1" providerId="ADAL" clId="{A971C7EB-307E-4077-B777-16BA2341356F}" dt="2021-04-07T08:55:26.884" v="1084" actId="478"/>
          <ac:spMkLst>
            <pc:docMk/>
            <pc:sldMk cId="1565106575" sldId="325"/>
            <ac:spMk id="8" creationId="{C772A284-4F81-40BF-BA2E-16BF3D55AF73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14:54.830" v="1213"/>
          <ac:spMkLst>
            <pc:docMk/>
            <pc:sldMk cId="1565106575" sldId="325"/>
            <ac:spMk id="11" creationId="{529B0F9D-1F1E-4819-9BEA-A1FDEB73800F}"/>
          </ac:spMkLst>
        </pc:spChg>
        <pc:spChg chg="add mod">
          <ac:chgData name="Pierre Crozier (Student at CentraleSupelec)" userId="ad6fb909-b1d2-44cd-9525-5ffe4623e5e1" providerId="ADAL" clId="{A971C7EB-307E-4077-B777-16BA2341356F}" dt="2021-04-07T09:22:20.155" v="1358" actId="20577"/>
          <ac:spMkLst>
            <pc:docMk/>
            <pc:sldMk cId="1565106575" sldId="325"/>
            <ac:spMk id="12" creationId="{6FEEB3B1-A97D-44D8-89AA-60189FBB9FFF}"/>
          </ac:spMkLst>
        </pc:spChg>
        <pc:spChg chg="add mod ord">
          <ac:chgData name="Pierre Crozier (Student at CentraleSupelec)" userId="ad6fb909-b1d2-44cd-9525-5ffe4623e5e1" providerId="ADAL" clId="{A971C7EB-307E-4077-B777-16BA2341356F}" dt="2021-04-07T09:24:50.625" v="1375" actId="207"/>
          <ac:spMkLst>
            <pc:docMk/>
            <pc:sldMk cId="1565106575" sldId="325"/>
            <ac:spMk id="13" creationId="{EF10E631-8B3D-4D18-A00A-19E2BCC0820B}"/>
          </ac:spMkLst>
        </pc:spChg>
        <pc:spChg chg="add del mod">
          <ac:chgData name="Pierre Crozier (Student at CentraleSupelec)" userId="ad6fb909-b1d2-44cd-9525-5ffe4623e5e1" providerId="ADAL" clId="{A971C7EB-307E-4077-B777-16BA2341356F}" dt="2021-04-07T09:25:25.058" v="1377" actId="478"/>
          <ac:spMkLst>
            <pc:docMk/>
            <pc:sldMk cId="1565106575" sldId="325"/>
            <ac:spMk id="22" creationId="{EBE4D477-F047-401E-A23F-EE03E910EFD7}"/>
          </ac:spMkLst>
        </pc:spChg>
        <pc:spChg chg="add mod ord">
          <ac:chgData name="Pierre Crozier (Student at CentraleSupelec)" userId="ad6fb909-b1d2-44cd-9525-5ffe4623e5e1" providerId="ADAL" clId="{A971C7EB-307E-4077-B777-16BA2341356F}" dt="2021-04-07T09:28:38.275" v="1386" actId="166"/>
          <ac:spMkLst>
            <pc:docMk/>
            <pc:sldMk cId="1565106575" sldId="325"/>
            <ac:spMk id="23" creationId="{DCD7D1C5-7830-4374-91BF-B47C2B7C6A46}"/>
          </ac:spMkLst>
        </pc:spChg>
        <pc:spChg chg="add mod ord">
          <ac:chgData name="Pierre Crozier (Student at CentraleSupelec)" userId="ad6fb909-b1d2-44cd-9525-5ffe4623e5e1" providerId="ADAL" clId="{A971C7EB-307E-4077-B777-16BA2341356F}" dt="2021-04-07T09:28:33.575" v="1385" actId="167"/>
          <ac:spMkLst>
            <pc:docMk/>
            <pc:sldMk cId="1565106575" sldId="325"/>
            <ac:spMk id="24" creationId="{584245C9-CE47-4327-86E4-FCE8F85BB555}"/>
          </ac:spMkLst>
        </pc:spChg>
        <pc:spChg chg="mod">
          <ac:chgData name="Pierre Crozier (Student at CentraleSupelec)" userId="ad6fb909-b1d2-44cd-9525-5ffe4623e5e1" providerId="ADAL" clId="{A971C7EB-307E-4077-B777-16BA2341356F}" dt="2021-04-07T09:10:18.997" v="1205" actId="1076"/>
          <ac:spMkLst>
            <pc:docMk/>
            <pc:sldMk cId="1565106575" sldId="325"/>
            <ac:spMk id="3073" creationId="{00000000-0000-0000-0000-000000000000}"/>
          </ac:spMkLst>
        </pc:spChg>
        <pc:grpChg chg="add mod">
          <ac:chgData name="Pierre Crozier (Student at CentraleSupelec)" userId="ad6fb909-b1d2-44cd-9525-5ffe4623e5e1" providerId="ADAL" clId="{A971C7EB-307E-4077-B777-16BA2341356F}" dt="2021-04-07T09:22:22.609" v="1359" actId="14100"/>
          <ac:grpSpMkLst>
            <pc:docMk/>
            <pc:sldMk cId="1565106575" sldId="325"/>
            <ac:grpSpMk id="10" creationId="{266861BF-A323-4925-AC64-7CD85CA3C0F2}"/>
          </ac:grpSpMkLst>
        </pc:grpChg>
        <pc:graphicFrameChg chg="add mod">
          <ac:chgData name="Pierre Crozier (Student at CentraleSupelec)" userId="ad6fb909-b1d2-44cd-9525-5ffe4623e5e1" providerId="ADAL" clId="{A971C7EB-307E-4077-B777-16BA2341356F}" dt="2021-04-07T09:17:28.758" v="1312" actId="1076"/>
          <ac:graphicFrameMkLst>
            <pc:docMk/>
            <pc:sldMk cId="1565106575" sldId="325"/>
            <ac:graphicFrameMk id="9" creationId="{BC4F0848-60C9-43CD-A9D6-9536C175C335}"/>
          </ac:graphicFrameMkLst>
        </pc:graphicFrameChg>
        <pc:cxnChg chg="add del mod">
          <ac:chgData name="Pierre Crozier (Student at CentraleSupelec)" userId="ad6fb909-b1d2-44cd-9525-5ffe4623e5e1" providerId="ADAL" clId="{A971C7EB-307E-4077-B777-16BA2341356F}" dt="2021-04-07T09:23:29.946" v="1363" actId="478"/>
          <ac:cxnSpMkLst>
            <pc:docMk/>
            <pc:sldMk cId="1565106575" sldId="325"/>
            <ac:cxnSpMk id="14" creationId="{3D03CC7B-D43B-41DB-8D75-76D4BE45C308}"/>
          </ac:cxnSpMkLst>
        </pc:cxnChg>
        <pc:cxnChg chg="add del mod">
          <ac:chgData name="Pierre Crozier (Student at CentraleSupelec)" userId="ad6fb909-b1d2-44cd-9525-5ffe4623e5e1" providerId="ADAL" clId="{A971C7EB-307E-4077-B777-16BA2341356F}" dt="2021-04-07T09:24:21.085" v="1371" actId="478"/>
          <ac:cxnSpMkLst>
            <pc:docMk/>
            <pc:sldMk cId="1565106575" sldId="325"/>
            <ac:cxnSpMk id="17" creationId="{5707ACAE-F7BE-4B3E-B89C-D562A2BADE49}"/>
          </ac:cxnSpMkLst>
        </pc:cxnChg>
      </pc:sldChg>
      <pc:sldChg chg="modSp mod">
        <pc:chgData name="Pierre Crozier (Student at CentraleSupelec)" userId="ad6fb909-b1d2-44cd-9525-5ffe4623e5e1" providerId="ADAL" clId="{A971C7EB-307E-4077-B777-16BA2341356F}" dt="2021-04-07T09:29:31.420" v="1435" actId="20577"/>
        <pc:sldMkLst>
          <pc:docMk/>
          <pc:sldMk cId="2221448016" sldId="328"/>
        </pc:sldMkLst>
        <pc:spChg chg="mod">
          <ac:chgData name="Pierre Crozier (Student at CentraleSupelec)" userId="ad6fb909-b1d2-44cd-9525-5ffe4623e5e1" providerId="ADAL" clId="{A971C7EB-307E-4077-B777-16BA2341356F}" dt="2021-04-07T09:29:31.420" v="1435" actId="20577"/>
          <ac:spMkLst>
            <pc:docMk/>
            <pc:sldMk cId="2221448016" sldId="328"/>
            <ac:spMk id="3073" creationId="{00000000-0000-0000-0000-000000000000}"/>
          </ac:spMkLst>
        </pc:spChg>
      </pc:sldChg>
      <pc:sldChg chg="addSp modSp add mod">
        <pc:chgData name="Pierre Crozier (Student at CentraleSupelec)" userId="ad6fb909-b1d2-44cd-9525-5ffe4623e5e1" providerId="ADAL" clId="{A971C7EB-307E-4077-B777-16BA2341356F}" dt="2021-04-07T09:57:17.584" v="2329" actId="1076"/>
        <pc:sldMkLst>
          <pc:docMk/>
          <pc:sldMk cId="3820696143" sldId="336"/>
        </pc:sldMkLst>
        <pc:spChg chg="add mod">
          <ac:chgData name="Pierre Crozier (Student at CentraleSupelec)" userId="ad6fb909-b1d2-44cd-9525-5ffe4623e5e1" providerId="ADAL" clId="{A971C7EB-307E-4077-B777-16BA2341356F}" dt="2021-04-07T09:57:17.584" v="2329" actId="1076"/>
          <ac:spMkLst>
            <pc:docMk/>
            <pc:sldMk cId="3820696143" sldId="336"/>
            <ac:spMk id="2" creationId="{675A7899-80B7-4E8F-9E73-B98E3527A009}"/>
          </ac:spMkLst>
        </pc:spChg>
        <pc:spChg chg="mod">
          <ac:chgData name="Pierre Crozier (Student at CentraleSupelec)" userId="ad6fb909-b1d2-44cd-9525-5ffe4623e5e1" providerId="ADAL" clId="{A971C7EB-307E-4077-B777-16BA2341356F}" dt="2021-04-07T09:49:28.806" v="1890" actId="1076"/>
          <ac:spMkLst>
            <pc:docMk/>
            <pc:sldMk cId="3820696143" sldId="336"/>
            <ac:spMk id="3073" creationId="{00000000-0000-0000-0000-000000000000}"/>
          </ac:spMkLst>
        </pc:spChg>
      </pc:sldChg>
      <pc:sldChg chg="new del">
        <pc:chgData name="Pierre Crozier (Student at CentraleSupelec)" userId="ad6fb909-b1d2-44cd-9525-5ffe4623e5e1" providerId="ADAL" clId="{A971C7EB-307E-4077-B777-16BA2341356F}" dt="2021-04-07T10:14:08.531" v="2333" actId="47"/>
        <pc:sldMkLst>
          <pc:docMk/>
          <pc:sldMk cId="1455323903" sldId="339"/>
        </pc:sldMkLst>
      </pc:sldChg>
      <pc:sldChg chg="new del">
        <pc:chgData name="Pierre Crozier (Student at CentraleSupelec)" userId="ad6fb909-b1d2-44cd-9525-5ffe4623e5e1" providerId="ADAL" clId="{A971C7EB-307E-4077-B777-16BA2341356F}" dt="2021-04-07T10:14:06.334" v="2332" actId="47"/>
        <pc:sldMkLst>
          <pc:docMk/>
          <pc:sldMk cId="1902245156" sldId="340"/>
        </pc:sldMkLst>
      </pc:sldChg>
    </pc:docChg>
  </pc:docChgLst>
  <pc:docChgLst>
    <pc:chgData name="Clara Rieffel (Student at CentraleSupelec)" userId="S::clara.rieffel@student-cs.fr::609eab90-a11f-454d-85b3-da143d315af6" providerId="AD" clId="Web-{21018992-9251-4610-9ECF-F9C91EB07029}"/>
    <pc:docChg chg="modSld">
      <pc:chgData name="Clara Rieffel (Student at CentraleSupelec)" userId="S::clara.rieffel@student-cs.fr::609eab90-a11f-454d-85b3-da143d315af6" providerId="AD" clId="Web-{21018992-9251-4610-9ECF-F9C91EB07029}" dt="2021-04-07T08:14:55.607" v="22" actId="20577"/>
      <pc:docMkLst>
        <pc:docMk/>
      </pc:docMkLst>
      <pc:sldChg chg="modSp">
        <pc:chgData name="Clara Rieffel (Student at CentraleSupelec)" userId="S::clara.rieffel@student-cs.fr::609eab90-a11f-454d-85b3-da143d315af6" providerId="AD" clId="Web-{21018992-9251-4610-9ECF-F9C91EB07029}" dt="2021-04-07T08:10:29.037" v="6" actId="20577"/>
        <pc:sldMkLst>
          <pc:docMk/>
          <pc:sldMk cId="336249700" sldId="292"/>
        </pc:sldMkLst>
        <pc:spChg chg="mod">
          <ac:chgData name="Clara Rieffel (Student at CentraleSupelec)" userId="S::clara.rieffel@student-cs.fr::609eab90-a11f-454d-85b3-da143d315af6" providerId="AD" clId="Web-{21018992-9251-4610-9ECF-F9C91EB07029}" dt="2021-04-07T08:10:29.037" v="6" actId="20577"/>
          <ac:spMkLst>
            <pc:docMk/>
            <pc:sldMk cId="336249700" sldId="292"/>
            <ac:spMk id="101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21018992-9251-4610-9ECF-F9C91EB07029}" dt="2021-04-07T08:14:55.607" v="22" actId="20577"/>
        <pc:sldMkLst>
          <pc:docMk/>
          <pc:sldMk cId="4271017113" sldId="294"/>
        </pc:sldMkLst>
        <pc:spChg chg="mod">
          <ac:chgData name="Clara Rieffel (Student at CentraleSupelec)" userId="S::clara.rieffel@student-cs.fr::609eab90-a11f-454d-85b3-da143d315af6" providerId="AD" clId="Web-{21018992-9251-4610-9ECF-F9C91EB07029}" dt="2021-04-07T08:14:55.607" v="22" actId="20577"/>
          <ac:spMkLst>
            <pc:docMk/>
            <pc:sldMk cId="4271017113" sldId="294"/>
            <ac:spMk id="4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21018992-9251-4610-9ECF-F9C91EB07029}" dt="2021-04-07T08:11:02.882" v="9" actId="20577"/>
        <pc:sldMkLst>
          <pc:docMk/>
          <pc:sldMk cId="2784012643" sldId="296"/>
        </pc:sldMkLst>
        <pc:spChg chg="mod">
          <ac:chgData name="Clara Rieffel (Student at CentraleSupelec)" userId="S::clara.rieffel@student-cs.fr::609eab90-a11f-454d-85b3-da143d315af6" providerId="AD" clId="Web-{21018992-9251-4610-9ECF-F9C91EB07029}" dt="2021-04-07T08:11:02.882" v="9" actId="20577"/>
          <ac:spMkLst>
            <pc:docMk/>
            <pc:sldMk cId="2784012643" sldId="296"/>
            <ac:spMk id="3073" creationId="{00000000-0000-0000-0000-000000000000}"/>
          </ac:spMkLst>
        </pc:spChg>
      </pc:sldChg>
      <pc:sldChg chg="modSp">
        <pc:chgData name="Clara Rieffel (Student at CentraleSupelec)" userId="S::clara.rieffel@student-cs.fr::609eab90-a11f-454d-85b3-da143d315af6" providerId="AD" clId="Web-{21018992-9251-4610-9ECF-F9C91EB07029}" dt="2021-04-07T08:11:32.023" v="18" actId="20577"/>
        <pc:sldMkLst>
          <pc:docMk/>
          <pc:sldMk cId="1850155625" sldId="321"/>
        </pc:sldMkLst>
        <pc:spChg chg="mod">
          <ac:chgData name="Clara Rieffel (Student at CentraleSupelec)" userId="S::clara.rieffel@student-cs.fr::609eab90-a11f-454d-85b3-da143d315af6" providerId="AD" clId="Web-{21018992-9251-4610-9ECF-F9C91EB07029}" dt="2021-04-07T08:11:32.023" v="18" actId="20577"/>
          <ac:spMkLst>
            <pc:docMk/>
            <pc:sldMk cId="1850155625" sldId="321"/>
            <ac:spMk id="10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29/03/2023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29/03/2023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C4916B-683A-45AB-846C-6BDF4C7CA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9B132AC-F171-4E64-BD7C-6C4830FC7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4354370-0C7F-4465-BE92-7C5115B98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B3B3C39-A492-4BAE-A5AD-EA7FF0FEB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75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D9ABFD-21AA-4DFF-BA26-C0EBE9495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96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E6153A-10CB-49A8-89E8-4CB82BC09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879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1DAF2C7-8CCC-41AD-8D6B-921690C27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213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A5727A-A84C-4817-8839-9E745F811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0955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C97051-65BC-4446-BD2E-E347DBBFA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3832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C66FCFB-1ED4-4480-8462-4720B216E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70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F140CC3-D564-4BE3-A5CC-A00454CDD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726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88C70D9-EDD8-4279-9CB5-E988B99AD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86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36124B-D3F4-4F0E-8DB9-4A073A189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190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DE53913-EED1-4A85-A4B5-2F889211B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402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216A370-A0BC-42E6-8043-6D3D064DE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725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80E5B94-DCA8-4C15-8514-853C4841E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128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799651F-1483-4E0D-8112-469E8B24C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943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EAA5CE-7BED-4778-BC47-0DE00CCC0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00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6CF880B-F259-40F1-9642-9CA049BD5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185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54664BA-95E7-4CB2-9947-A727889C3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178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8F38E02-FD39-4E48-AD2A-780DE63C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30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6CF880B-F259-40F1-9642-9CA049BD5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5239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54664BA-95E7-4CB2-9947-A727889C3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5666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8F38E02-FD39-4E48-AD2A-780DE63C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673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F16358F-D96A-476D-B046-049FDD00A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488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C2985EE-D834-4AA1-88EC-E181984A6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C53B3E3-F46C-4328-AA69-F31D76946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980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5661165-E55F-497C-A4D6-45469A5CB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2022-04-01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Aéronautique ScPF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2022-04-01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Aéronautique ScPF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Aéronautique ScPF</a:t>
            </a: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2022-04-01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Aéronautique ScPF</a:t>
            </a:r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2022-04-01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/>
              <a:t>loic.queval@geeps.centralesupelec.fr</a:t>
            </a:r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559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 err="1">
                <a:latin typeface="+mj-lt"/>
              </a:rPr>
              <a:t>Modélisation</a:t>
            </a:r>
            <a:r>
              <a:rPr lang="en-US" altLang="de-DE" sz="3200" b="1">
                <a:latin typeface="+mj-lt"/>
              </a:rPr>
              <a:t> et </a:t>
            </a:r>
            <a:r>
              <a:rPr lang="en-US" altLang="de-DE" sz="3200" b="1" err="1">
                <a:latin typeface="+mj-lt"/>
              </a:rPr>
              <a:t>Optimisation</a:t>
            </a:r>
            <a:r>
              <a:rPr lang="en-US" altLang="de-DE" sz="3200" b="1">
                <a:latin typeface="+mj-lt"/>
              </a:rPr>
              <a:t> de </a:t>
            </a:r>
            <a:r>
              <a:rPr lang="en-US" altLang="de-DE" sz="3200" b="1" err="1">
                <a:latin typeface="+mj-lt"/>
              </a:rPr>
              <a:t>l’architecture</a:t>
            </a:r>
            <a:r>
              <a:rPr lang="en-US" altLang="de-DE" sz="3200" b="1">
                <a:latin typeface="+mj-lt"/>
              </a:rPr>
              <a:t> </a:t>
            </a:r>
            <a:r>
              <a:rPr lang="en-US" altLang="de-DE" sz="3200" b="1" err="1">
                <a:latin typeface="+mj-lt"/>
              </a:rPr>
              <a:t>électrique</a:t>
            </a:r>
            <a:r>
              <a:rPr lang="en-US" altLang="de-DE" sz="3200" b="1">
                <a:latin typeface="+mj-lt"/>
              </a:rPr>
              <a:t> d’un avion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altLang="de-DE">
                <a:latin typeface="+mj-lt"/>
              </a:rPr>
              <a:t>J. </a:t>
            </a:r>
            <a:r>
              <a:rPr lang="es-ES" altLang="de-DE" err="1">
                <a:latin typeface="+mj-lt"/>
              </a:rPr>
              <a:t>Rigal</a:t>
            </a:r>
            <a:r>
              <a:rPr lang="es-ES" altLang="de-DE">
                <a:latin typeface="+mj-lt"/>
              </a:rPr>
              <a:t>, A. Slimani Houti, C. </a:t>
            </a:r>
            <a:r>
              <a:rPr lang="es-ES" altLang="de-DE" err="1">
                <a:latin typeface="+mj-lt"/>
              </a:rPr>
              <a:t>Flochlay</a:t>
            </a:r>
            <a:r>
              <a:rPr lang="es-ES" altLang="de-DE">
                <a:latin typeface="+mj-lt"/>
              </a:rPr>
              <a:t>, 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altLang="de-DE">
                <a:latin typeface="+mj-lt"/>
              </a:rPr>
              <a:t>H. Chardin, A. Walker</a:t>
            </a:r>
            <a:endParaRPr lang="fr-FR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8050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10" name="Espace réservé du pied de page 5">
            <a:extLst>
              <a:ext uri="{FF2B5EF4-FFF2-40B4-BE49-F238E27FC236}">
                <a16:creationId xmlns:a16="http://schemas.microsoft.com/office/drawing/2014/main" id="{94F4E24A-A33E-4150-BE5A-2A6B4D77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</p:spPr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A0FA0-BDC9-4508-880E-94F929E995B4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366300" y="1162281"/>
            <a:ext cx="8640000" cy="465485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Plan de la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présentation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Introduction / </a:t>
            </a:r>
            <a:r>
              <a:rPr lang="en-GB" altLang="ja-JP" sz="2400" err="1">
                <a:ea typeface="Lucida Sans Unicode" charset="0"/>
                <a:cs typeface="Lucida Sans Unicode"/>
              </a:rPr>
              <a:t>Contexte</a:t>
            </a:r>
            <a:endParaRPr lang="en-GB" altLang="ja-JP" sz="2400"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Description du </a:t>
            </a:r>
            <a:r>
              <a:rPr lang="en-GB" altLang="ja-JP" sz="2400" err="1">
                <a:ea typeface="Lucida Sans Unicode" charset="0"/>
                <a:cs typeface="Lucida Sans Unicode"/>
              </a:rPr>
              <a:t>modèle</a:t>
            </a:r>
            <a:r>
              <a:rPr lang="en-GB" altLang="ja-JP" sz="2400">
                <a:ea typeface="Lucida Sans Unicode" charset="0"/>
                <a:cs typeface="Lucida Sans Unicode"/>
              </a:rPr>
              <a:t> </a:t>
            </a:r>
            <a:r>
              <a:rPr lang="en-GB" altLang="ja-JP" sz="2400" err="1">
                <a:ea typeface="Lucida Sans Unicode" charset="0"/>
                <a:cs typeface="Lucida Sans Unicode"/>
              </a:rPr>
              <a:t>théorique</a:t>
            </a:r>
            <a:endParaRPr lang="en-GB" altLang="ja-JP" sz="2400"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Optimisation</a:t>
            </a: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Simulations &amp; </a:t>
            </a:r>
            <a:r>
              <a:rPr lang="en-GB" altLang="ja-JP" sz="2400" err="1">
                <a:ea typeface="Lucida Sans Unicode" charset="0"/>
                <a:cs typeface="Lucida Sans Unicode"/>
              </a:rPr>
              <a:t>résultats</a:t>
            </a:r>
            <a:endParaRPr lang="en-GB" altLang="ja-JP" sz="2400"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/>
              </a:rPr>
              <a:t>Conclusion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5">
            <a:extLst>
              <a:ext uri="{FF2B5EF4-FFF2-40B4-BE49-F238E27FC236}">
                <a16:creationId xmlns:a16="http://schemas.microsoft.com/office/drawing/2014/main" id="{D2264637-6582-4F32-B428-6A0BD404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3187" y="6552000"/>
            <a:ext cx="4797083" cy="306000"/>
          </a:xfrm>
        </p:spPr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26E33DE6-28E2-4FE4-9F82-E7A54D38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90569-BF3F-485B-8F28-EB834EB43450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40396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59533" y="1616869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Introduction et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Contexte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.1  Les MEA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.2 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Différentes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architectures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11D42CE4-B99C-43F8-A757-9CCA2711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</p:spPr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9" name="Espace réservé de la date 5">
            <a:extLst>
              <a:ext uri="{FF2B5EF4-FFF2-40B4-BE49-F238E27FC236}">
                <a16:creationId xmlns:a16="http://schemas.microsoft.com/office/drawing/2014/main" id="{05A2B5DA-55B2-4F6E-8F6E-84D2A8EF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E4156-5B86-4AAF-A34D-16632FF80241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38504" y="740229"/>
            <a:ext cx="8640960" cy="43352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dirty="0">
                <a:solidFill>
                  <a:srgbClr val="0070C0"/>
                </a:solidFill>
                <a:ea typeface="Lucida Sans Unicode" charset="0"/>
                <a:cs typeface="Lucida Sans Unicode"/>
              </a:rPr>
              <a:t>MEA: More Electric Aircraft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endParaRPr lang="fr-FR" sz="2400" dirty="0">
              <a:latin typeface="Calibri"/>
              <a:cs typeface="Calibri"/>
            </a:endParaRPr>
          </a:p>
          <a:p>
            <a:r>
              <a:rPr lang="fr-FR" sz="2400" dirty="0">
                <a:latin typeface="Calibri"/>
                <a:cs typeface="Calibri"/>
              </a:rPr>
              <a:t>Consiste, grâce au progrès technologique, à remplacer les pièces entrainées par des moyens hydrauliques, pneumatiques ou thermiques par des moyens électriques.</a:t>
            </a:r>
            <a:endParaRPr lang="fr-FR" altLang="ja-JP" sz="2400">
              <a:latin typeface="Calibri"/>
              <a:ea typeface="Lucida Sans Unicode" charset="0"/>
              <a:cs typeface="Calibri"/>
            </a:endParaRPr>
          </a:p>
          <a:p>
            <a:pPr algn="just"/>
            <a:endParaRPr lang="fr-FR" altLang="ja-JP" sz="2400">
              <a:solidFill>
                <a:srgbClr val="000000"/>
              </a:solidFill>
              <a:latin typeface="Calibri" panose="020F0502020204030204" pitchFamily="34" charset="0"/>
              <a:ea typeface="Lucida Sans Unicode" charset="0"/>
              <a:cs typeface="Lucida Sans Unicode" charset="0"/>
            </a:endParaRPr>
          </a:p>
          <a:p>
            <a:pPr algn="just"/>
            <a:r>
              <a:rPr lang="fr-FR" altLang="ja-JP" sz="2400" dirty="0">
                <a:solidFill>
                  <a:srgbClr val="000000"/>
                </a:solidFill>
                <a:latin typeface="Calibri"/>
                <a:ea typeface="Lucida Sans Unicode" charset="0"/>
                <a:cs typeface="Lucida Sans Unicode"/>
              </a:rPr>
              <a:t>Enjeux :</a:t>
            </a:r>
            <a:endParaRPr lang="es-ES" sz="1800" b="0" i="0" u="none" strike="noStrike" baseline="0">
              <a:solidFill>
                <a:srgbClr val="000000"/>
              </a:solidFill>
              <a:latin typeface="Calibri"/>
              <a:cs typeface="Lucida Sans Unicode"/>
            </a:endParaRPr>
          </a:p>
          <a:p>
            <a:endParaRPr lang="es-ES" sz="1800" b="0" i="0" u="none" strike="noStrike" baseline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cs typeface="Lucida Sans Unicode"/>
              </a:rPr>
              <a:t>Diminution des émissions de gaz à effet de serre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rgbClr val="000000"/>
                </a:solidFill>
                <a:latin typeface="Calibri"/>
                <a:cs typeface="Lucida Sans Unicode"/>
              </a:rPr>
              <a:t>Coûts</a:t>
            </a:r>
            <a:r>
              <a:rPr lang="es-ES" sz="2400" dirty="0">
                <a:solidFill>
                  <a:srgbClr val="000000"/>
                </a:solidFill>
                <a:latin typeface="Calibri"/>
                <a:cs typeface="Lucida Sans Unicode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alibri"/>
                <a:cs typeface="Lucida Sans Unicode"/>
              </a:rPr>
              <a:t>d'exploitation</a:t>
            </a:r>
            <a:endParaRPr lang="es-ES" sz="2400">
              <a:solidFill>
                <a:srgbClr val="000000"/>
              </a:solidFill>
              <a:latin typeface="Calibri"/>
              <a:cs typeface="Lucida Sans Uni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rgbClr val="000000"/>
                </a:solidFill>
                <a:latin typeface="Calibri"/>
                <a:cs typeface="Lucida Sans Unicode"/>
              </a:rPr>
              <a:t>Services</a:t>
            </a:r>
            <a:r>
              <a:rPr lang="es-ES" sz="2400" dirty="0">
                <a:solidFill>
                  <a:srgbClr val="000000"/>
                </a:solidFill>
                <a:latin typeface="Calibri"/>
                <a:cs typeface="Lucida Sans Unicode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Calibri"/>
                <a:cs typeface="Lucida Sans Unicode"/>
              </a:rPr>
              <a:t>sûrs</a:t>
            </a:r>
            <a:r>
              <a:rPr lang="es-ES" sz="2400" dirty="0">
                <a:solidFill>
                  <a:srgbClr val="000000"/>
                </a:solidFill>
                <a:latin typeface="Calibri"/>
                <a:cs typeface="Lucida Sans Unicode"/>
              </a:rPr>
              <a:t> et confortables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630E0E6-52CA-494F-9785-B84D582FE80C}"/>
              </a:ext>
            </a:extLst>
          </p:cNvPr>
          <p:cNvSpPr txBox="1"/>
          <p:nvPr/>
        </p:nvSpPr>
        <p:spPr>
          <a:xfrm>
            <a:off x="125759" y="6027892"/>
            <a:ext cx="88924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C. Wang, J. Chen, J. Chen. 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Investigation on the selection of electric power system architecture for future more electric aircraft. </a:t>
            </a:r>
            <a:r>
              <a:rPr lang="en-GB" sz="1000" i="1">
                <a:effectLst/>
                <a:latin typeface="SFTI1200"/>
                <a:ea typeface="Times New Roman" panose="02020603050405020304" pitchFamily="18" charset="0"/>
                <a:cs typeface="SFTI1200"/>
              </a:rPr>
              <a:t>IEEE Transactions on Transportation Electrification</a:t>
            </a:r>
            <a:r>
              <a:rPr lang="en-GB" sz="1000" i="1">
                <a:effectLst/>
                <a:latin typeface="SFRM1200"/>
                <a:ea typeface="Times New Roman" panose="02020603050405020304" pitchFamily="18" charset="0"/>
                <a:cs typeface="SFRM1200"/>
              </a:rPr>
              <a:t>, 4(2) :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563–576, 2018.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endParaRPr lang="es-ES"/>
          </a:p>
        </p:txBody>
      </p:sp>
      <p:pic>
        <p:nvPicPr>
          <p:cNvPr id="3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E799C9A-41F9-4AFE-9FE9-B3538571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965" y="3504379"/>
            <a:ext cx="3553000" cy="2287079"/>
          </a:xfrm>
          <a:prstGeom prst="rect">
            <a:avLst/>
          </a:prstGeom>
        </p:spPr>
      </p:pic>
      <p:sp>
        <p:nvSpPr>
          <p:cNvPr id="10" name="Espace réservé du pied de page 5">
            <a:extLst>
              <a:ext uri="{FF2B5EF4-FFF2-40B4-BE49-F238E27FC236}">
                <a16:creationId xmlns:a16="http://schemas.microsoft.com/office/drawing/2014/main" id="{F6A0B8A2-8953-4563-9E07-5B63B0DC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</p:spPr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1" name="Espace réservé de la date 5">
            <a:extLst>
              <a:ext uri="{FF2B5EF4-FFF2-40B4-BE49-F238E27FC236}">
                <a16:creationId xmlns:a16="http://schemas.microsoft.com/office/drawing/2014/main" id="{1B110631-95EA-412F-9140-2FC69D60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26E75-C9F1-4BF6-ABCD-91A1F27B417F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62497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313164" y="740228"/>
            <a:ext cx="8640960" cy="7078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latin typeface="SFRM1200"/>
                <a:ea typeface="Lucida Sans Unicode" charset="0"/>
                <a:cs typeface="Lucida Sans Unicode" charset="0"/>
              </a:rPr>
              <a:t>Architecture </a:t>
            </a:r>
            <a:r>
              <a:rPr lang="en-US" altLang="ja-JP" sz="3200" err="1">
                <a:solidFill>
                  <a:srgbClr val="0070C0"/>
                </a:solidFill>
                <a:latin typeface="SFRM1200"/>
                <a:ea typeface="Lucida Sans Unicode" charset="0"/>
                <a:cs typeface="Lucida Sans Unicode" charset="0"/>
              </a:rPr>
              <a:t>réseau</a:t>
            </a:r>
            <a:r>
              <a:rPr lang="en-US" altLang="ja-JP" sz="3200">
                <a:solidFill>
                  <a:srgbClr val="0070C0"/>
                </a:solidFill>
                <a:latin typeface="SFRM1200"/>
                <a:ea typeface="Lucida Sans Unicode" charset="0"/>
                <a:cs typeface="Lucida Sans Unicode" charset="0"/>
              </a:rPr>
              <a:t> des MEA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  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EE3DBC-D29B-4EE1-A34A-28A89666288C}"/>
              </a:ext>
            </a:extLst>
          </p:cNvPr>
          <p:cNvSpPr txBox="1"/>
          <p:nvPr/>
        </p:nvSpPr>
        <p:spPr>
          <a:xfrm>
            <a:off x="2173459" y="1794057"/>
            <a:ext cx="524238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1600" b="1">
                <a:solidFill>
                  <a:srgbClr val="000000"/>
                </a:solidFill>
                <a:latin typeface="SFRM1200"/>
                <a:ea typeface="Lucida Sans Unicode" charset="0"/>
                <a:cs typeface="Lucida Sans Unicode"/>
              </a:rPr>
              <a:t>Tableau 1 </a:t>
            </a:r>
            <a:r>
              <a:rPr lang="en-US" altLang="ja-JP" sz="1600">
                <a:solidFill>
                  <a:srgbClr val="000000"/>
                </a:solidFill>
                <a:latin typeface="SFRM1200"/>
                <a:ea typeface="Lucida Sans Unicode" charset="0"/>
                <a:cs typeface="Lucida Sans Unicode"/>
              </a:rPr>
              <a:t>- </a:t>
            </a:r>
            <a:r>
              <a:rPr lang="fr-FR" altLang="ja-JP" sz="1600">
                <a:solidFill>
                  <a:srgbClr val="000000"/>
                </a:solidFill>
                <a:latin typeface="SFRM1200"/>
                <a:ea typeface="Lucida Sans Unicode" charset="0"/>
                <a:cs typeface="Lucida Sans Unicode"/>
              </a:rPr>
              <a:t>Synthèse sur la classification des EPS</a:t>
            </a:r>
            <a:endParaRPr lang="fr-FR" sz="1600">
              <a:latin typeface="SFRM1200"/>
              <a:ea typeface="Lucida Sans Unicode" charset="0"/>
              <a:cs typeface="Lucida Sans Unicode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9DEF933-2B84-4B99-9C84-A67EB98C6C06}"/>
              </a:ext>
            </a:extLst>
          </p:cNvPr>
          <p:cNvSpPr txBox="1"/>
          <p:nvPr/>
        </p:nvSpPr>
        <p:spPr>
          <a:xfrm>
            <a:off x="125759" y="5779218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C. Wang, J. Chen, J. Chen. 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Investigation on the selection of electric power system architecture for future more electric aircraft. </a:t>
            </a:r>
            <a:r>
              <a:rPr lang="en-GB" sz="1000" i="1">
                <a:effectLst/>
                <a:latin typeface="SFTI1200"/>
                <a:ea typeface="Times New Roman" panose="02020603050405020304" pitchFamily="18" charset="0"/>
                <a:cs typeface="SFTI1200"/>
              </a:rPr>
              <a:t>IEEE Transactions on Transportation Electrification</a:t>
            </a:r>
            <a:r>
              <a:rPr lang="en-GB" sz="1000" i="1">
                <a:effectLst/>
                <a:latin typeface="SFRM1200"/>
                <a:ea typeface="Times New Roman" panose="02020603050405020304" pitchFamily="18" charset="0"/>
                <a:cs typeface="SFRM1200"/>
              </a:rPr>
              <a:t>, 4(2) :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563–576, 2018.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r>
              <a:rPr lang="es-ES" sz="1000">
                <a:latin typeface="SFRM1200"/>
              </a:rPr>
              <a:t>[2] </a:t>
            </a:r>
            <a:r>
              <a:rPr lang="fr-FR" sz="1000">
                <a:latin typeface="SFRM1200"/>
              </a:rPr>
              <a:t>O. Langlois, E. Foch, " De l’avion plus électrique à l’avion tout électrique : état de l’art et prospective sur les réseaux de bord," Journal sur l’enseignement des sciences et technologies de l’information et des systèmes, Volume 4, Hors-Série 1, 1 (2005)</a:t>
            </a:r>
            <a:endParaRPr lang="es-ES" sz="1000">
              <a:latin typeface="SFRM120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3DE1B-5656-4DC7-B4E6-E29ED58DE0E3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3B4250-5AE1-4C82-AF0F-6A65F3A7C2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643"/>
          <a:stretch/>
        </p:blipFill>
        <p:spPr>
          <a:xfrm>
            <a:off x="720417" y="2294769"/>
            <a:ext cx="7703165" cy="258802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C4FAEC31-DBC0-4460-B6E4-477FBEE68CF1}"/>
              </a:ext>
            </a:extLst>
          </p:cNvPr>
          <p:cNvSpPr/>
          <p:nvPr/>
        </p:nvSpPr>
        <p:spPr>
          <a:xfrm>
            <a:off x="1376410" y="3729191"/>
            <a:ext cx="947774" cy="3696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1816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313163" y="740229"/>
            <a:ext cx="8522611" cy="20337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Modèle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Retenu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– EPS-A3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F89579-1AD8-4FFD-A8D6-9430800A6C5A}"/>
              </a:ext>
            </a:extLst>
          </p:cNvPr>
          <p:cNvSpPr txBox="1"/>
          <p:nvPr/>
        </p:nvSpPr>
        <p:spPr>
          <a:xfrm>
            <a:off x="125759" y="6106989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[3] </a:t>
            </a:r>
            <a:r>
              <a:rPr lang="es-ES" sz="1000" err="1">
                <a:latin typeface="SFRM1200"/>
              </a:rPr>
              <a:t>Pengfei</a:t>
            </a:r>
            <a:r>
              <a:rPr lang="es-ES" sz="1000">
                <a:latin typeface="SFRM1200"/>
              </a:rPr>
              <a:t> Tu </a:t>
            </a:r>
            <a:r>
              <a:rPr lang="es-ES" sz="1000" err="1">
                <a:latin typeface="SFRM1200"/>
              </a:rPr>
              <a:t>Tianyang</a:t>
            </a:r>
            <a:r>
              <a:rPr lang="es-ES" sz="1000">
                <a:latin typeface="SFRM1200"/>
              </a:rPr>
              <a:t> Zhao </a:t>
            </a:r>
            <a:r>
              <a:rPr lang="es-ES" sz="1000" err="1">
                <a:latin typeface="SFRM1200"/>
              </a:rPr>
              <a:t>Qianwen</a:t>
            </a:r>
            <a:r>
              <a:rPr lang="es-ES" sz="1000">
                <a:latin typeface="SFRM1200"/>
              </a:rPr>
              <a:t> </a:t>
            </a:r>
            <a:r>
              <a:rPr lang="es-ES" sz="1000" err="1">
                <a:latin typeface="SFRM1200"/>
              </a:rPr>
              <a:t>Xu</a:t>
            </a:r>
            <a:r>
              <a:rPr lang="es-ES" sz="1000">
                <a:latin typeface="SFRM1200"/>
              </a:rPr>
              <a:t>, Yan </a:t>
            </a:r>
            <a:r>
              <a:rPr lang="es-ES" sz="1000" err="1">
                <a:latin typeface="SFRM1200"/>
              </a:rPr>
              <a:t>Xu</a:t>
            </a:r>
            <a:r>
              <a:rPr lang="es-ES" sz="1000">
                <a:latin typeface="SFRM1200"/>
              </a:rPr>
              <a:t> and </a:t>
            </a:r>
            <a:r>
              <a:rPr lang="es-ES" sz="1000" err="1">
                <a:latin typeface="SFRM1200"/>
              </a:rPr>
              <a:t>Peng</a:t>
            </a:r>
            <a:r>
              <a:rPr lang="es-ES" sz="1000">
                <a:latin typeface="SFRM1200"/>
              </a:rPr>
              <a:t> Wang. </a:t>
            </a:r>
            <a:r>
              <a:rPr lang="es-ES" sz="1000" err="1">
                <a:latin typeface="SFRM1200"/>
              </a:rPr>
              <a:t>Systematic</a:t>
            </a:r>
            <a:r>
              <a:rPr lang="es-ES" sz="1000">
                <a:latin typeface="SFRM1200"/>
              </a:rPr>
              <a:t> </a:t>
            </a:r>
            <a:r>
              <a:rPr lang="es-ES" sz="1000" err="1">
                <a:latin typeface="SFRM1200"/>
              </a:rPr>
              <a:t>reliability</a:t>
            </a:r>
            <a:r>
              <a:rPr lang="es-ES" sz="1000">
                <a:latin typeface="SFRM1200"/>
              </a:rPr>
              <a:t> </a:t>
            </a:r>
            <a:r>
              <a:rPr lang="es-ES" sz="1000" err="1">
                <a:latin typeface="SFRM1200"/>
              </a:rPr>
              <a:t>modeling</a:t>
            </a:r>
            <a:r>
              <a:rPr lang="es-ES" sz="1000">
                <a:latin typeface="SFRM1200"/>
              </a:rPr>
              <a:t> </a:t>
            </a:r>
            <a:r>
              <a:rPr lang="en-US" sz="1000">
                <a:latin typeface="SFRM1200"/>
              </a:rPr>
              <a:t>and evaluation for on-board power systems of more electric aircrafts. IEEE Transactions on Power Systems, 34(4) :3264–3273, 2019.</a:t>
            </a:r>
            <a:endParaRPr lang="es-ES" sz="1000">
              <a:latin typeface="SFRM120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BEF835D-2DFF-4118-B1A1-EE74CB1028D1}"/>
              </a:ext>
            </a:extLst>
          </p:cNvPr>
          <p:cNvGrpSpPr/>
          <p:nvPr/>
        </p:nvGrpSpPr>
        <p:grpSpPr>
          <a:xfrm>
            <a:off x="4082693" y="1635227"/>
            <a:ext cx="5242389" cy="3827833"/>
            <a:chOff x="3827963" y="1580081"/>
            <a:chExt cx="5242389" cy="3827833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BBFE3A4-ADDC-46B9-A943-B55F8F00DF3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062543" y="1580081"/>
              <a:ext cx="4773231" cy="3436099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1B29BE7-0263-46CA-A589-8C70D8FA8034}"/>
                </a:ext>
              </a:extLst>
            </p:cNvPr>
            <p:cNvSpPr txBox="1"/>
            <p:nvPr/>
          </p:nvSpPr>
          <p:spPr>
            <a:xfrm>
              <a:off x="3827963" y="5038582"/>
              <a:ext cx="524238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altLang="ja-JP" b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Figure 2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- 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Lucida Sans Unicode" charset="0"/>
                  <a:cs typeface="Lucida Sans Unicode"/>
                </a:rPr>
                <a:t>Architecture EPS-A3 </a:t>
              </a:r>
              <a:r>
                <a:rPr lang="de-DE" sz="1800">
                  <a:effectLst/>
                  <a:latin typeface="SFRM1200"/>
                  <a:ea typeface="Times New Roman" panose="02020603050405020304" pitchFamily="18" charset="0"/>
                  <a:cs typeface="SFRM1200"/>
                </a:rPr>
                <a:t>[3]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Times New Roman" panose="02020603050405020304" pitchFamily="18" charset="0"/>
                  <a:cs typeface="Lucida Sans Unicode"/>
                </a:rPr>
                <a:t> </a:t>
              </a: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p:sp>
        <p:nvSpPr>
          <p:cNvPr id="15" name="Text Box 6">
            <a:extLst>
              <a:ext uri="{FF2B5EF4-FFF2-40B4-BE49-F238E27FC236}">
                <a16:creationId xmlns:a16="http://schemas.microsoft.com/office/drawing/2014/main" id="{51063F71-1EAF-472E-8A09-1ABBAF084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26" y="2042775"/>
            <a:ext cx="3883630" cy="125326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Boeing B787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Hybride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HVAC/HVDC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Dans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cette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architecture, on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travaille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avec la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partie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DC,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qui correspond à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l’ATRU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(Auto Transformer Rectifier Unit)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B53AC9-F2A1-446E-B044-313BA6B10CD8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917399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59533" y="1331119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II.    Description du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modèle</a:t>
            </a:r>
            <a:r>
              <a:rPr lang="en-US" sz="3200" b="1">
                <a:solidFill>
                  <a:srgbClr val="000000"/>
                </a:solidFill>
                <a:ea typeface="ＭＳ Ｐゴシック"/>
              </a:rPr>
              <a:t>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théorique</a:t>
            </a:r>
            <a:endParaRPr lang="en-US" sz="3200" b="1">
              <a:solidFill>
                <a:srgbClr val="000000"/>
              </a:solidFill>
              <a:ea typeface="ＭＳ Ｐゴシック"/>
            </a:endParaRPr>
          </a:p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</a:t>
            </a:r>
            <a:r>
              <a:rPr lang="en-US" sz="3200">
                <a:solidFill>
                  <a:srgbClr val="000000"/>
                </a:solidFill>
                <a:ea typeface="ＭＳ Ｐゴシック"/>
              </a:rPr>
              <a:t>.1  Simplification du </a:t>
            </a:r>
            <a:r>
              <a:rPr lang="en-US" sz="3200" err="1">
                <a:solidFill>
                  <a:srgbClr val="000000"/>
                </a:solidFill>
                <a:ea typeface="ＭＳ Ｐゴシック"/>
              </a:rPr>
              <a:t>modèle</a:t>
            </a:r>
            <a:endParaRPr lang="en-US" sz="3200">
              <a:solidFill>
                <a:srgbClr val="000000"/>
              </a:solidFill>
              <a:ea typeface="ＭＳ Ｐゴシック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II</a:t>
            </a:r>
            <a:r>
              <a:rPr lang="en-US" sz="3200">
                <a:solidFill>
                  <a:srgbClr val="000000"/>
                </a:solidFill>
                <a:ea typeface="ＭＳ Ｐゴシック"/>
              </a:rPr>
              <a:t>.2  Le rôle du </a:t>
            </a:r>
            <a:r>
              <a:rPr lang="en-US" sz="3200" err="1">
                <a:solidFill>
                  <a:srgbClr val="000000"/>
                </a:solidFill>
                <a:ea typeface="ＭＳ Ｐゴシック"/>
              </a:rPr>
              <a:t>supraconducteur</a:t>
            </a:r>
            <a:endParaRPr lang="en-US" sz="3200">
              <a:solidFill>
                <a:srgbClr val="000000"/>
              </a:solidFill>
              <a:ea typeface="ＭＳ Ｐゴシック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C3D8A-504B-4A76-B461-FD2FB4A3A01E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84012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670532" y="919337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Modèle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simplifié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FB463FA-DAA6-4E7D-B19D-550B404136CF}"/>
              </a:ext>
            </a:extLst>
          </p:cNvPr>
          <p:cNvSpPr txBox="1"/>
          <p:nvPr/>
        </p:nvSpPr>
        <p:spPr>
          <a:xfrm>
            <a:off x="125759" y="5964281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[4] </a:t>
            </a:r>
            <a:r>
              <a:rPr lang="it-IT" sz="1000">
                <a:latin typeface="SFRM1200"/>
              </a:rPr>
              <a:t>M. Cupelli, F. Ponci, G. Sulligoi, A. Vicenzutti, C. S. Edrington, T. El-Mezyani, and A. Monti. </a:t>
            </a:r>
            <a:r>
              <a:rPr lang="en-US" sz="1000">
                <a:latin typeface="SFRM1200"/>
              </a:rPr>
              <a:t>Power flow control and network stability in an all-electric ship. Proceedings of the IEEE, </a:t>
            </a:r>
            <a:r>
              <a:rPr lang="es-ES" sz="1000">
                <a:latin typeface="SFRM1200"/>
              </a:rPr>
              <a:t>103(12) :2355–2380, 2015.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E3D0E03-ED8F-40FF-A0B3-F2C4B0E3A7D9}"/>
              </a:ext>
            </a:extLst>
          </p:cNvPr>
          <p:cNvGrpSpPr/>
          <p:nvPr/>
        </p:nvGrpSpPr>
        <p:grpSpPr>
          <a:xfrm>
            <a:off x="578065" y="1796241"/>
            <a:ext cx="7802933" cy="3167336"/>
            <a:chOff x="670532" y="2008883"/>
            <a:chExt cx="7802933" cy="3167336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2110049-44BF-47EE-8C2F-1EED45CB3910}"/>
                </a:ext>
              </a:extLst>
            </p:cNvPr>
            <p:cNvSpPr txBox="1"/>
            <p:nvPr/>
          </p:nvSpPr>
          <p:spPr>
            <a:xfrm>
              <a:off x="1591633" y="4806887"/>
              <a:ext cx="52423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altLang="ja-JP" b="1">
                  <a:solidFill>
                    <a:srgbClr val="000000"/>
                  </a:solidFill>
                  <a:ea typeface="Lucida Sans Unicode" charset="0"/>
                  <a:cs typeface="Lucida Sans Unicode" charset="0"/>
                </a:rPr>
                <a:t>Figure 3- 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Lucida Sans Unicode" charset="0"/>
                  <a:cs typeface="Lucida Sans Unicode" charset="0"/>
                </a:rPr>
                <a:t>Modèle Simplifié  </a:t>
              </a: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7A6ED20-79DA-4406-9242-D795489D4B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913" r="1167"/>
            <a:stretch/>
          </p:blipFill>
          <p:spPr>
            <a:xfrm>
              <a:off x="670532" y="2008883"/>
              <a:ext cx="7802933" cy="28402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02D1074-27BB-4266-89F4-10CB115D3329}"/>
                  </a:ext>
                </a:extLst>
              </p:cNvPr>
              <p:cNvSpPr txBox="1"/>
              <p:nvPr/>
            </p:nvSpPr>
            <p:spPr>
              <a:xfrm>
                <a:off x="2400544" y="4826662"/>
                <a:ext cx="4654192" cy="1137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 sz="18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algn="ctr"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Besoin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de </a:t>
                </a:r>
                <a:r>
                  <a:rPr lang="en-US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définir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les </a:t>
                </a:r>
                <a:r>
                  <a:rPr lang="en-US" altLang="ja-JP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paramètres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s-E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sz="2400" b="0" i="1" dirty="0" smtClean="0">
                            <a:latin typeface="Cambria Math" panose="02040503050406030204" pitchFamily="18" charset="0"/>
                          </a:rPr>
                          <m:t>𝐶𝑃𝐿</m:t>
                        </m:r>
                      </m:sub>
                    </m:sSub>
                  </m:oMath>
                </a14:m>
                <a:endParaRPr lang="es-ES" sz="240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02D1074-27BB-4266-89F4-10CB115D3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544" y="4826662"/>
                <a:ext cx="4654192" cy="1137619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5B4ED03-A2E5-4F22-A892-98DC6E57CCE6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90064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503040" y="919337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Point de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fonctionnement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RLC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FB463FA-DAA6-4E7D-B19D-550B404136CF}"/>
              </a:ext>
            </a:extLst>
          </p:cNvPr>
          <p:cNvSpPr txBox="1"/>
          <p:nvPr/>
        </p:nvSpPr>
        <p:spPr>
          <a:xfrm>
            <a:off x="125759" y="6106989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</a:t>
            </a:r>
            <a:r>
              <a:rPr lang="it-IT" sz="1000">
                <a:latin typeface="SFRM1200"/>
              </a:rPr>
              <a:t>M. Cupelli, F. Ponci, G. Sulligoi, A. Vicenzutti, C. S. Edrington, T. El-Mezyani, and A. Monti. </a:t>
            </a:r>
            <a:r>
              <a:rPr lang="en-US" sz="1000">
                <a:latin typeface="SFRM1200"/>
              </a:rPr>
              <a:t>Power flow control and network stability in an all-electric ship. Proceedings of the IEEE, </a:t>
            </a:r>
            <a:r>
              <a:rPr lang="es-ES" sz="1000">
                <a:latin typeface="SFRM1200"/>
              </a:rPr>
              <a:t>103(12) :2355–2380, 2015.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CE16E67-F496-4A66-92FE-2EE76B4D668E}"/>
              </a:ext>
            </a:extLst>
          </p:cNvPr>
          <p:cNvGrpSpPr/>
          <p:nvPr/>
        </p:nvGrpSpPr>
        <p:grpSpPr>
          <a:xfrm>
            <a:off x="3901611" y="1899603"/>
            <a:ext cx="5242389" cy="3241220"/>
            <a:chOff x="3901611" y="2124483"/>
            <a:chExt cx="5242389" cy="324122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F4393BDF-D81F-42B7-A293-7054311D55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93" t="2690"/>
            <a:stretch/>
          </p:blipFill>
          <p:spPr>
            <a:xfrm>
              <a:off x="4213891" y="2124483"/>
              <a:ext cx="4681689" cy="2826987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FA62115-E1D4-465F-B74C-7F2B0B2FB096}"/>
                </a:ext>
              </a:extLst>
            </p:cNvPr>
            <p:cNvSpPr txBox="1"/>
            <p:nvPr/>
          </p:nvSpPr>
          <p:spPr>
            <a:xfrm>
              <a:off x="3901611" y="4996371"/>
              <a:ext cx="524238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altLang="ja-JP" b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Figure 4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- 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Lucida Sans Unicode" charset="0"/>
                  <a:cs typeface="Lucida Sans Unicode"/>
                </a:rPr>
                <a:t>Modèle Simplifié du bus DC </a:t>
              </a: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a 12">
                <a:extLst>
                  <a:ext uri="{FF2B5EF4-FFF2-40B4-BE49-F238E27FC236}">
                    <a16:creationId xmlns:a16="http://schemas.microsoft.com/office/drawing/2014/main" id="{FAE89B5C-D808-4419-A9FF-66BE1654D6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248369"/>
                  </p:ext>
                </p:extLst>
              </p:nvPr>
            </p:nvGraphicFramePr>
            <p:xfrm>
              <a:off x="856271" y="2726451"/>
              <a:ext cx="2692108" cy="1905065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346054">
                      <a:extLst>
                        <a:ext uri="{9D8B030D-6E8A-4147-A177-3AD203B41FA5}">
                          <a16:colId xmlns:a16="http://schemas.microsoft.com/office/drawing/2014/main" val="160146589"/>
                        </a:ext>
                      </a:extLst>
                    </a:gridCol>
                    <a:gridCol w="1346054">
                      <a:extLst>
                        <a:ext uri="{9D8B030D-6E8A-4147-A177-3AD203B41FA5}">
                          <a16:colId xmlns:a16="http://schemas.microsoft.com/office/drawing/2014/main" val="3706391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b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s-ES" b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1"/>
                            <a:t>540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4861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𝐶𝑃𝐿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170 kW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1799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b="1"/>
                            <a:t>11,7 m</a:t>
                          </a:r>
                          <a:r>
                            <a:rPr lang="es-ES" sz="1800" b="1"/>
                            <a:t>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0072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11,66 </a:t>
                          </a:r>
                          <a:r>
                            <a:rPr lang="es-ES" sz="1800" b="1"/>
                            <a:t>µH</a:t>
                          </a:r>
                          <a:endParaRPr lang="es-ES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361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s-ES" sz="1800" b="0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583 </a:t>
                          </a:r>
                          <a:r>
                            <a:rPr lang="es-ES" sz="1800" b="1"/>
                            <a:t>µF</a:t>
                          </a:r>
                          <a:endParaRPr lang="es-ES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77372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a 12">
                <a:extLst>
                  <a:ext uri="{FF2B5EF4-FFF2-40B4-BE49-F238E27FC236}">
                    <a16:creationId xmlns:a16="http://schemas.microsoft.com/office/drawing/2014/main" id="{FAE89B5C-D808-4419-A9FF-66BE1654D6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248369"/>
                  </p:ext>
                </p:extLst>
              </p:nvPr>
            </p:nvGraphicFramePr>
            <p:xfrm>
              <a:off x="856271" y="2726451"/>
              <a:ext cx="2692108" cy="1905065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1346054">
                      <a:extLst>
                        <a:ext uri="{9D8B030D-6E8A-4147-A177-3AD203B41FA5}">
                          <a16:colId xmlns:a16="http://schemas.microsoft.com/office/drawing/2014/main" val="160146589"/>
                        </a:ext>
                      </a:extLst>
                    </a:gridCol>
                    <a:gridCol w="1346054">
                      <a:extLst>
                        <a:ext uri="{9D8B030D-6E8A-4147-A177-3AD203B41FA5}">
                          <a16:colId xmlns:a16="http://schemas.microsoft.com/office/drawing/2014/main" val="3706391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0" t="-8197" r="-100901" b="-4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800" b="1"/>
                            <a:t>540 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4861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0" t="-108197" r="-100901" b="-3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170 kW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1799076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0" t="-198438" r="-100901" b="-2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b="1"/>
                            <a:t>11,7 m</a:t>
                          </a:r>
                          <a:r>
                            <a:rPr lang="es-ES" sz="1800" b="1"/>
                            <a:t>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0072472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0" t="-303175" r="-100901" b="-1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11,66 </a:t>
                          </a:r>
                          <a:r>
                            <a:rPr lang="es-ES" sz="1800" b="1"/>
                            <a:t>µH</a:t>
                          </a:r>
                          <a:endParaRPr lang="es-ES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361872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0" t="-396875" r="-100901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b="1"/>
                            <a:t>583 </a:t>
                          </a:r>
                          <a:r>
                            <a:rPr lang="es-ES" sz="1800" b="1"/>
                            <a:t>µF</a:t>
                          </a:r>
                          <a:endParaRPr lang="es-ES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77372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11E1DE2B-0D98-4B63-88C6-CE01CBE36CA0}"/>
              </a:ext>
            </a:extLst>
          </p:cNvPr>
          <p:cNvSpPr txBox="1"/>
          <p:nvPr/>
        </p:nvSpPr>
        <p:spPr>
          <a:xfrm>
            <a:off x="-418870" y="2349684"/>
            <a:ext cx="5242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Figure II- </a:t>
            </a:r>
            <a:r>
              <a:rPr lang="fr-FR" altLang="ja-JP">
                <a:solidFill>
                  <a:srgbClr val="000000"/>
                </a:solidFill>
                <a:latin typeface="SFRM1200"/>
                <a:ea typeface="Lucida Sans Unicode" charset="0"/>
                <a:cs typeface="Lucida Sans Unicode" charset="0"/>
              </a:rPr>
              <a:t>Point de fonctionnement RLC 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1C8AB-064A-443D-A5EF-77310935662A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40743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59533" y="1339282"/>
            <a:ext cx="8640000" cy="41961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III.   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Optimisation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.1 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Optimisation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simple,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prise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en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main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.2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Optimisation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de conception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3E9AB-FDB6-4FAF-945D-537A660CBE4D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7472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587433" y="658703"/>
            <a:ext cx="8232311" cy="6609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24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Optimisation simple de prise en main : R sans supraconducteur</a:t>
            </a:r>
            <a:endParaRPr lang="en-US" altLang="ja-JP" sz="24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E386C70-2139-4C64-879E-146BCC25AE16}"/>
              </a:ext>
            </a:extLst>
          </p:cNvPr>
          <p:cNvSpPr txBox="1"/>
          <p:nvPr/>
        </p:nvSpPr>
        <p:spPr>
          <a:xfrm>
            <a:off x="587434" y="2282331"/>
            <a:ext cx="6888022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/>
              <a:t>• </a:t>
            </a:r>
            <a:r>
              <a:rPr lang="fr-FR"/>
              <a:t>Résistance limite calculée analytiquement : </a:t>
            </a:r>
            <a:r>
              <a:rPr lang="fr-FR" err="1"/>
              <a:t>R</a:t>
            </a:r>
            <a:r>
              <a:rPr lang="fr-FR" baseline="-25000" err="1"/>
              <a:t>lim</a:t>
            </a:r>
            <a:r>
              <a:rPr lang="fr-FR"/>
              <a:t> = 14.04 </a:t>
            </a:r>
            <a:r>
              <a:rPr lang="es-ES"/>
              <a:t>mΩ</a:t>
            </a:r>
            <a:endParaRPr lang="fr-FR">
              <a:cs typeface="Times New Roman"/>
            </a:endParaRPr>
          </a:p>
          <a:p>
            <a:endParaRPr lang="fr-FR">
              <a:cs typeface="Times New Roman" panose="02020603050405020304" pitchFamily="18" charset="0"/>
            </a:endParaRPr>
          </a:p>
          <a:p>
            <a:r>
              <a:rPr lang="fr-FR">
                <a:cs typeface="Times New Roman" panose="02020603050405020304" pitchFamily="18" charset="0"/>
              </a:rPr>
              <a:t>• On recherche le même résultat par optimisation</a:t>
            </a:r>
          </a:p>
          <a:p>
            <a:r>
              <a:rPr lang="fr-FR">
                <a:cs typeface="Times New Roman" panose="02020603050405020304" pitchFamily="18" charset="0"/>
              </a:rPr>
              <a:t>• Contraintes : stabilité du système (fonction </a:t>
            </a:r>
            <a:r>
              <a:rPr lang="fr-FR" err="1">
                <a:cs typeface="Times New Roman" panose="02020603050405020304" pitchFamily="18" charset="0"/>
              </a:rPr>
              <a:t>isstable.m</a:t>
            </a:r>
            <a:r>
              <a:rPr lang="fr-FR">
                <a:cs typeface="Times New Roman" panose="02020603050405020304" pitchFamily="18" charset="0"/>
              </a:rPr>
              <a:t>)</a:t>
            </a:r>
          </a:p>
          <a:p>
            <a:r>
              <a:rPr lang="fr-FR">
                <a:cs typeface="Times New Roman"/>
              </a:rPr>
              <a:t>• </a:t>
            </a:r>
            <a:r>
              <a:rPr lang="fr-FR"/>
              <a:t>Avec 50 itérations et 50 individus : </a:t>
            </a:r>
            <a:r>
              <a:rPr lang="fr-FR" err="1"/>
              <a:t>R</a:t>
            </a:r>
            <a:r>
              <a:rPr lang="fr-FR" baseline="-25000" err="1"/>
              <a:t>lim</a:t>
            </a:r>
            <a:r>
              <a:rPr lang="fr-FR"/>
              <a:t> =  13.7 m</a:t>
            </a:r>
            <a:r>
              <a:rPr lang="el-GR">
                <a:cs typeface="Times New Roman"/>
              </a:rPr>
              <a:t>Ω</a:t>
            </a:r>
            <a:endParaRPr lang="fr-FR">
              <a:cs typeface="Times New Roman"/>
            </a:endParaRPr>
          </a:p>
          <a:p>
            <a:endParaRPr lang="fr-FR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8D19DE7-27AE-4911-9136-78F5FC0169F1}"/>
                  </a:ext>
                </a:extLst>
              </p:cNvPr>
              <p:cNvSpPr txBox="1"/>
              <p:nvPr/>
            </p:nvSpPr>
            <p:spPr>
              <a:xfrm>
                <a:off x="2738293" y="1604448"/>
                <a:ext cx="33073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𝑚𝑖𝑛𝑖𝑚𝑖𝑠𝑒𝑟</m:t>
                          </m:r>
                        </m:fName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𝑠𝑡𝑎𝑏𝑖𝑙𝑖𝑡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é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8D19DE7-27AE-4911-9136-78F5FC016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293" y="1604448"/>
                <a:ext cx="3307393" cy="461665"/>
              </a:xfrm>
              <a:prstGeom prst="rect">
                <a:avLst/>
              </a:prstGeom>
              <a:blipFill>
                <a:blip r:embed="rId3"/>
                <a:stretch>
                  <a:fillRect l="-368" r="-12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5F688993-8EDE-464E-93B2-0B43ACB32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01" y="4145929"/>
            <a:ext cx="42195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7B26FC-43F3-4278-8939-20310F30295B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8AE1892-C285-4E1C-8EE3-40ACC99C606B}"/>
                  </a:ext>
                </a:extLst>
              </p:cNvPr>
              <p:cNvSpPr txBox="1"/>
              <p:nvPr/>
            </p:nvSpPr>
            <p:spPr>
              <a:xfrm>
                <a:off x="6812963" y="2101464"/>
                <a:ext cx="1562671" cy="659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𝐶𝑃𝐿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8AE1892-C285-4E1C-8EE3-40ACC99C6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963" y="2101464"/>
                <a:ext cx="1562671" cy="659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0916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95383" y="796790"/>
            <a:ext cx="2723231" cy="47573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		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Stabilité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000">
                <a:latin typeface="+mj-lt"/>
              </a:rPr>
              <a:t> 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C13D8F0-6D18-4740-8F59-6EAA3FC05FF7}"/>
              </a:ext>
            </a:extLst>
          </p:cNvPr>
          <p:cNvSpPr txBox="1"/>
          <p:nvPr/>
        </p:nvSpPr>
        <p:spPr>
          <a:xfrm>
            <a:off x="732350" y="5630378"/>
            <a:ext cx="76793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5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- Simulations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numériques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pour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différentes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valeurs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de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résistance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BEF24-A507-483F-9D3A-A1857EA56371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EFA6B2D-ACAE-490E-A2FC-A968091EC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521" y="1219585"/>
            <a:ext cx="6540958" cy="44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61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578455" y="780573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Intérêt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 du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supraconducteur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endParaRPr lang="es-ES" sz="1800" b="0" i="0" u="none" strike="noStrike" baseline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0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0" i="0" u="none" strike="noStrike" baseline="0" err="1">
                <a:solidFill>
                  <a:srgbClr val="000000"/>
                </a:solidFill>
                <a:latin typeface="Arial" panose="020B0604020202020204" pitchFamily="34" charset="0"/>
              </a:rPr>
              <a:t>Superconductive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 Power </a:t>
            </a:r>
            <a:r>
              <a:rPr lang="fr-FR" sz="2000" b="0" i="0" u="none" strike="noStrike" baseline="0" err="1">
                <a:solidFill>
                  <a:srgbClr val="000000"/>
                </a:solidFill>
                <a:latin typeface="Arial" panose="020B0604020202020204" pitchFamily="34" charset="0"/>
              </a:rPr>
              <a:t>Filter</a:t>
            </a:r>
            <a:endParaRPr lang="fr-FR" sz="2000" b="0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200" b="0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Augmenter la résistance seulement en cas d’instabilité (</a:t>
            </a:r>
            <a:r>
              <a:rPr lang="fr-FR" sz="2000" b="0" i="0" u="none" strike="noStrike" baseline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fr-FR" sz="2000" b="0" i="0" u="none" strike="noStrike" baseline="-25000" err="1">
                <a:solidFill>
                  <a:srgbClr val="000000"/>
                </a:solidFill>
                <a:latin typeface="Arial" panose="020B0604020202020204" pitchFamily="34" charset="0"/>
              </a:rPr>
              <a:t>demandée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  <a:r>
              <a:rPr lang="fr-FR" sz="2000" b="0" i="0" u="none" strike="noStrike" baseline="0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fr-FR" sz="2000" b="0" i="0" u="none" strike="noStrike" baseline="-25000" err="1">
                <a:solidFill>
                  <a:srgbClr val="000000"/>
                </a:solidFill>
                <a:latin typeface="Arial" panose="020B0604020202020204" pitchFamily="34" charset="0"/>
              </a:rPr>
              <a:t>lim</a:t>
            </a:r>
            <a:r>
              <a:rPr lang="fr-FR" sz="20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1200" b="0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N’influence pas le rendement en conditions nominales</a:t>
            </a:r>
          </a:p>
          <a:p>
            <a:r>
              <a:rPr lang="es-ES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C28DDF7-2C3B-44EB-8938-65A128E892E9}"/>
              </a:ext>
            </a:extLst>
          </p:cNvPr>
          <p:cNvGrpSpPr/>
          <p:nvPr/>
        </p:nvGrpSpPr>
        <p:grpSpPr>
          <a:xfrm>
            <a:off x="288070" y="1314006"/>
            <a:ext cx="8352890" cy="2917052"/>
            <a:chOff x="288070" y="1314006"/>
            <a:chExt cx="8352890" cy="291705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AE93456-718E-4AD2-A2E9-876A28F60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2956" y="1314006"/>
              <a:ext cx="6478088" cy="287088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D99F956F-6C92-45B1-ABBA-07EDB3A61A01}"/>
                </a:ext>
              </a:extLst>
            </p:cNvPr>
            <p:cNvSpPr txBox="1"/>
            <p:nvPr/>
          </p:nvSpPr>
          <p:spPr>
            <a:xfrm>
              <a:off x="288070" y="3861726"/>
              <a:ext cx="835289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altLang="ja-JP" b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Figure 6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– </a:t>
              </a:r>
              <a:r>
                <a:rPr lang="en-US" altLang="ja-JP" err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Modèle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</a:t>
              </a:r>
              <a:r>
                <a:rPr lang="en-US" altLang="ja-JP" err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simplifié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avec </a:t>
              </a:r>
              <a:r>
                <a:rPr lang="en-US" altLang="ja-JP" err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filtre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</a:t>
              </a:r>
              <a:r>
                <a:rPr lang="en-US" altLang="ja-JP" err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ScPF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 </a:t>
              </a: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EFFF284-03B7-404A-8AC6-26EB921BF046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01556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644442" y="777936"/>
            <a:ext cx="8640960" cy="54181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Modèle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 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Matlab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 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SimuLink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1000">
                <a:solidFill>
                  <a:srgbClr val="000000"/>
                </a:solidFill>
                <a:ea typeface="Lucida Sans Unicode" charset="0"/>
                <a:cs typeface="Lucida Sans Unicode"/>
              </a:rPr>
              <a:t>Some text 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1000">
                <a:solidFill>
                  <a:srgbClr val="000000"/>
                </a:solidFill>
                <a:ea typeface="Lucida Sans Unicode" charset="0"/>
                <a:cs typeface="Lucida Sans Unicode"/>
              </a:rPr>
              <a:t>in 10 </a:t>
            </a:r>
            <a:r>
              <a:rPr lang="en-US" altLang="ja-JP" sz="10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pt</a:t>
            </a:r>
            <a:r>
              <a:rPr lang="en-US" altLang="ja-JP" sz="1000">
                <a:solidFill>
                  <a:srgbClr val="000000"/>
                </a:solidFill>
                <a:ea typeface="Lucida Sans Unicode" charset="0"/>
                <a:cs typeface="Lucida Sans Unicode"/>
              </a:rPr>
              <a:t> (for references)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25B42-5B85-41D4-AEBF-6C952BAF5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9753"/>
            <a:ext cx="9144000" cy="5169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64048A-27DD-40C7-8498-469C9D30C3A3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830132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600311" y="799086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Effet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 du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supraconducteur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 sur la 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stabilité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4E3CFFD-E017-4EBF-A7E1-BD1880B1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18" y="1301200"/>
            <a:ext cx="6560011" cy="4585733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4D6060-2FC7-4644-955C-3A192D822D58}"/>
              </a:ext>
            </a:extLst>
          </p:cNvPr>
          <p:cNvSpPr txBox="1"/>
          <p:nvPr/>
        </p:nvSpPr>
        <p:spPr>
          <a:xfrm>
            <a:off x="700934" y="5886933"/>
            <a:ext cx="804636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7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–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Stabilité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du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système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après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l’ajout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du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supraconducteur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 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211883-A458-4093-985E-8AF02380FFE6}"/>
              </a:ext>
            </a:extLst>
          </p:cNvPr>
          <p:cNvSpPr/>
          <p:nvPr/>
        </p:nvSpPr>
        <p:spPr>
          <a:xfrm>
            <a:off x="8474697" y="4491501"/>
            <a:ext cx="518474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D3EA1-57CC-43BD-945C-559D16F3653B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74883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337977" y="802689"/>
            <a:ext cx="8468039" cy="6609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Optimisation de conception : </a:t>
            </a: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</a:t>
            </a:r>
            <a:r>
              <a:rPr lang="fr-FR" altLang="ja-JP" sz="3200" baseline="-250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shunt</a:t>
            </a: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contre </a:t>
            </a: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n</a:t>
            </a:r>
            <a:r>
              <a:rPr lang="fr-FR" altLang="ja-JP" sz="3200" baseline="-250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t</a:t>
            </a: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.L</a:t>
            </a:r>
            <a:r>
              <a:rPr lang="fr-FR" altLang="ja-JP" sz="3200" baseline="-250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t</a:t>
            </a:r>
            <a:endParaRPr lang="en-US" altLang="ja-JP" sz="3200" baseline="-250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/>
              <p:nvPr/>
            </p:nvSpPr>
            <p:spPr>
              <a:xfrm>
                <a:off x="-1040951" y="1632674"/>
                <a:ext cx="11225893" cy="20707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400"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𝑖𝑛𝑖𝑚𝑖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𝑅𝑠h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𝐿𝑡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𝑠h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func>
                      <m:d>
                        <m:dPr>
                          <m:begChr m:val="{"/>
                          <m:endChr m:val=""/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𝑠𝑡𝑎𝑏𝑖𝑙𝑖𝑡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e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𝑉𝑐𝑝𝑙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fr-FR" sz="2000" b="0" i="1" baseline="-25000" smtClean="0">
                                  <a:latin typeface="Cambria Math" panose="02040503050406030204" pitchFamily="18" charset="0"/>
                                </a:rPr>
                                <m:t>𝑐𝑝𝑙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𝐼𝑚𝑎𝑥</m:t>
                              </m:r>
                            </m:e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fr-FR" sz="2000" i="1" baseline="-25000">
                                  <a:latin typeface="Cambria Math" panose="02040503050406030204" pitchFamily="18" charset="0"/>
                                </a:rPr>
                                <m:t>𝑐𝑝𝑙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fr-FR" sz="2000" b="0" i="1" baseline="-25000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𝑇𝑐𝑟𝑖𝑡𝑖𝑞𝑢𝑒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>
                  <a:cs typeface="Calibr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0951" y="1632674"/>
                <a:ext cx="11225893" cy="2070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/>
              <p:nvPr/>
            </p:nvSpPr>
            <p:spPr>
              <a:xfrm>
                <a:off x="964858" y="3724506"/>
                <a:ext cx="7214273" cy="173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/>
                  <a:t>• Domaine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𝑅𝑠h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⟦"/>
                                <m:endChr m:val="⟧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1,5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∈[15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 300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fr-FR"/>
              </a:p>
              <a:p>
                <a:endParaRPr lang="fr-FR" sz="2000"/>
              </a:p>
              <a:p>
                <a:r>
                  <a:rPr lang="fr-FR" sz="2000"/>
                  <a:t>• Paramètres fixes : R, L, C, V</a:t>
                </a:r>
                <a:r>
                  <a:rPr lang="fr-FR" sz="2000" baseline="-25000"/>
                  <a:t>e</a:t>
                </a:r>
                <a:r>
                  <a:rPr lang="fr-FR" sz="2000"/>
                  <a:t>, </a:t>
                </a:r>
                <a:r>
                  <a:rPr lang="fr-FR" sz="2000" err="1"/>
                  <a:t>P</a:t>
                </a:r>
                <a:r>
                  <a:rPr lang="fr-FR" sz="2000" baseline="-25000" err="1"/>
                  <a:t>ref</a:t>
                </a:r>
                <a:endParaRPr lang="fr-FR" sz="2000" baseline="-2500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58" y="3724506"/>
                <a:ext cx="7214273" cy="1733551"/>
              </a:xfrm>
              <a:prstGeom prst="rect">
                <a:avLst/>
              </a:prstGeom>
              <a:blipFill>
                <a:blip r:embed="rId4"/>
                <a:stretch>
                  <a:fillRect l="-845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5BA7102-7A59-4764-AA30-D0AA3D08547F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73777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19" y="841286"/>
            <a:ext cx="8640960" cy="129474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Obtention du Front de Pareto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Résultat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pour 100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individus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, 100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générations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(1,5h de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calculs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sur laptop) : 80 points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31029C-E3E8-4674-9EAA-B4CFD610AB9C}"/>
              </a:ext>
            </a:extLst>
          </p:cNvPr>
          <p:cNvSpPr txBox="1"/>
          <p:nvPr/>
        </p:nvSpPr>
        <p:spPr>
          <a:xfrm>
            <a:off x="4479634" y="41411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B5F7BA8-DA19-42C2-B382-326BF71320BD}"/>
              </a:ext>
            </a:extLst>
          </p:cNvPr>
          <p:cNvSpPr txBox="1"/>
          <p:nvPr/>
        </p:nvSpPr>
        <p:spPr>
          <a:xfrm>
            <a:off x="6062648" y="496525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6565AE5-02CB-4264-859A-52CFBB6AFBC1}"/>
              </a:ext>
            </a:extLst>
          </p:cNvPr>
          <p:cNvSpPr txBox="1"/>
          <p:nvPr/>
        </p:nvSpPr>
        <p:spPr>
          <a:xfrm>
            <a:off x="6500185" y="4318079"/>
            <a:ext cx="180462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8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– Front de Pareto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obtenu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lors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de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notre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optimisation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5BD068-1511-4BC5-A1B5-9AF186A7C247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C54025-CA6A-435E-AC54-F51C7EAD2203}"/>
              </a:ext>
            </a:extLst>
          </p:cNvPr>
          <p:cNvGrpSpPr/>
          <p:nvPr/>
        </p:nvGrpSpPr>
        <p:grpSpPr>
          <a:xfrm>
            <a:off x="561262" y="2011992"/>
            <a:ext cx="5938923" cy="4454192"/>
            <a:chOff x="993911" y="1941918"/>
            <a:chExt cx="5938923" cy="4454192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A008BE5-90A0-449E-BC1D-4151B876C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3911" y="1941918"/>
              <a:ext cx="5938923" cy="4454192"/>
            </a:xfrm>
            <a:prstGeom prst="rect">
              <a:avLst/>
            </a:prstGeom>
          </p:spPr>
        </p:pic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ECA71E1-FBB0-4E87-B3E1-0071628A1F7C}"/>
                </a:ext>
              </a:extLst>
            </p:cNvPr>
            <p:cNvSpPr/>
            <p:nvPr/>
          </p:nvSpPr>
          <p:spPr>
            <a:xfrm>
              <a:off x="2110740" y="4981436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  <p:sp>
          <p:nvSpPr>
            <p:cNvPr id="19" name="Cercle : creux 18">
              <a:extLst>
                <a:ext uri="{FF2B5EF4-FFF2-40B4-BE49-F238E27FC236}">
                  <a16:creationId xmlns:a16="http://schemas.microsoft.com/office/drawing/2014/main" id="{15BAAB2F-C03D-4149-A3EF-6D394704E215}"/>
                </a:ext>
              </a:extLst>
            </p:cNvPr>
            <p:cNvSpPr/>
            <p:nvPr/>
          </p:nvSpPr>
          <p:spPr>
            <a:xfrm>
              <a:off x="2023442" y="5287436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7" name="Cercle : creux 16">
              <a:extLst>
                <a:ext uri="{FF2B5EF4-FFF2-40B4-BE49-F238E27FC236}">
                  <a16:creationId xmlns:a16="http://schemas.microsoft.com/office/drawing/2014/main" id="{1562F5A7-03C7-4B09-B0A9-C527D6AA98C9}"/>
                </a:ext>
              </a:extLst>
            </p:cNvPr>
            <p:cNvSpPr/>
            <p:nvPr/>
          </p:nvSpPr>
          <p:spPr>
            <a:xfrm>
              <a:off x="1703234" y="2438646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96B855-551A-4279-8BB8-4A1FE3A725C7}"/>
                </a:ext>
              </a:extLst>
            </p:cNvPr>
            <p:cNvSpPr/>
            <p:nvPr/>
          </p:nvSpPr>
          <p:spPr>
            <a:xfrm>
              <a:off x="1853102" y="2668821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9048E279-F7E4-4FFA-98B5-DD39F697018D}"/>
                </a:ext>
              </a:extLst>
            </p:cNvPr>
            <p:cNvSpPr/>
            <p:nvPr/>
          </p:nvSpPr>
          <p:spPr>
            <a:xfrm>
              <a:off x="5561511" y="5200250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</a:p>
          </p:txBody>
        </p:sp>
        <p:sp>
          <p:nvSpPr>
            <p:cNvPr id="22" name="Cercle : creux 21">
              <a:extLst>
                <a:ext uri="{FF2B5EF4-FFF2-40B4-BE49-F238E27FC236}">
                  <a16:creationId xmlns:a16="http://schemas.microsoft.com/office/drawing/2014/main" id="{B6218AFB-D4B6-4426-90E5-5C7AEDBA4871}"/>
                </a:ext>
              </a:extLst>
            </p:cNvPr>
            <p:cNvSpPr/>
            <p:nvPr/>
          </p:nvSpPr>
          <p:spPr>
            <a:xfrm>
              <a:off x="5765237" y="5557584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8432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373340" y="828968"/>
            <a:ext cx="3879190" cy="19032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Analyse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de 3 points du front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31029C-E3E8-4674-9EAA-B4CFD610AB9C}"/>
              </a:ext>
            </a:extLst>
          </p:cNvPr>
          <p:cNvSpPr txBox="1"/>
          <p:nvPr/>
        </p:nvSpPr>
        <p:spPr>
          <a:xfrm>
            <a:off x="4432881" y="482242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B5F7BA8-DA19-42C2-B382-326BF71320BD}"/>
              </a:ext>
            </a:extLst>
          </p:cNvPr>
          <p:cNvSpPr txBox="1"/>
          <p:nvPr/>
        </p:nvSpPr>
        <p:spPr>
          <a:xfrm>
            <a:off x="6015895" y="564651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AE221-1E71-483A-AE44-75057B594EC7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385311-8939-49DA-B95F-8811F2B2F068}"/>
              </a:ext>
            </a:extLst>
          </p:cNvPr>
          <p:cNvGrpSpPr/>
          <p:nvPr/>
        </p:nvGrpSpPr>
        <p:grpSpPr>
          <a:xfrm>
            <a:off x="409278" y="1825817"/>
            <a:ext cx="8325443" cy="4686090"/>
            <a:chOff x="409278" y="1825817"/>
            <a:chExt cx="8325443" cy="468609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A698BBE-63C8-4B02-8B4A-88C2738A2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278" y="1825817"/>
              <a:ext cx="8325443" cy="4334864"/>
            </a:xfrm>
            <a:prstGeom prst="rect">
              <a:avLst/>
            </a:prstGeom>
          </p:spPr>
        </p:pic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467FBA5A-3E4F-4902-97DF-478C3424F8F6}"/>
                </a:ext>
              </a:extLst>
            </p:cNvPr>
            <p:cNvSpPr/>
            <p:nvPr/>
          </p:nvSpPr>
          <p:spPr>
            <a:xfrm>
              <a:off x="1513737" y="6205907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38B0CF34-1A88-4379-8626-4746D18A9D85}"/>
                </a:ext>
              </a:extLst>
            </p:cNvPr>
            <p:cNvSpPr/>
            <p:nvPr/>
          </p:nvSpPr>
          <p:spPr>
            <a:xfrm>
              <a:off x="4461128" y="6205907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9CDE7B5-AC63-4803-9DB9-0171983F4C74}"/>
                </a:ext>
              </a:extLst>
            </p:cNvPr>
            <p:cNvSpPr/>
            <p:nvPr/>
          </p:nvSpPr>
          <p:spPr>
            <a:xfrm>
              <a:off x="7408519" y="6205907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</a:p>
          </p:txBody>
        </p:sp>
      </p:grpSp>
      <p:grpSp>
        <p:nvGrpSpPr>
          <p:cNvPr id="19" name="Grupo 9">
            <a:extLst>
              <a:ext uri="{FF2B5EF4-FFF2-40B4-BE49-F238E27FC236}">
                <a16:creationId xmlns:a16="http://schemas.microsoft.com/office/drawing/2014/main" id="{8FB10F9B-2543-428F-8C32-8D9EAA546F86}"/>
              </a:ext>
            </a:extLst>
          </p:cNvPr>
          <p:cNvGrpSpPr/>
          <p:nvPr/>
        </p:nvGrpSpPr>
        <p:grpSpPr>
          <a:xfrm>
            <a:off x="6757071" y="378129"/>
            <a:ext cx="2190541" cy="1590356"/>
            <a:chOff x="3901611" y="1953357"/>
            <a:chExt cx="5411663" cy="3928925"/>
          </a:xfrm>
        </p:grpSpPr>
        <p:pic>
          <p:nvPicPr>
            <p:cNvPr id="20" name="Imagen 3">
              <a:extLst>
                <a:ext uri="{FF2B5EF4-FFF2-40B4-BE49-F238E27FC236}">
                  <a16:creationId xmlns:a16="http://schemas.microsoft.com/office/drawing/2014/main" id="{C2BA6186-34EB-4E1A-A32F-51B2E874A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94" t="13811" r="15475"/>
            <a:stretch/>
          </p:blipFill>
          <p:spPr>
            <a:xfrm>
              <a:off x="4533110" y="1953357"/>
              <a:ext cx="4780164" cy="3035335"/>
            </a:xfrm>
            <a:prstGeom prst="rect">
              <a:avLst/>
            </a:prstGeom>
          </p:spPr>
        </p:pic>
        <p:sp>
          <p:nvSpPr>
            <p:cNvPr id="21" name="CuadroTexto 10">
              <a:extLst>
                <a:ext uri="{FF2B5EF4-FFF2-40B4-BE49-F238E27FC236}">
                  <a16:creationId xmlns:a16="http://schemas.microsoft.com/office/drawing/2014/main" id="{38C24655-7781-46A3-8FF7-D97622D2363C}"/>
                </a:ext>
              </a:extLst>
            </p:cNvPr>
            <p:cNvSpPr txBox="1"/>
            <p:nvPr/>
          </p:nvSpPr>
          <p:spPr>
            <a:xfrm>
              <a:off x="3901611" y="4996370"/>
              <a:ext cx="5242389" cy="8859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21DB0A48-5AF4-4BF0-AA72-3432FF3CA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5" y="455072"/>
            <a:ext cx="1844732" cy="1383549"/>
          </a:xfrm>
          <a:prstGeom prst="rect">
            <a:avLst/>
          </a:prstGeom>
        </p:spPr>
      </p:pic>
      <p:sp>
        <p:nvSpPr>
          <p:cNvPr id="23" name="Cercle : creux 22">
            <a:extLst>
              <a:ext uri="{FF2B5EF4-FFF2-40B4-BE49-F238E27FC236}">
                <a16:creationId xmlns:a16="http://schemas.microsoft.com/office/drawing/2014/main" id="{3C755C16-4FA6-47B8-80FA-3E9921F769A0}"/>
              </a:ext>
            </a:extLst>
          </p:cNvPr>
          <p:cNvSpPr/>
          <p:nvPr/>
        </p:nvSpPr>
        <p:spPr>
          <a:xfrm>
            <a:off x="4879420" y="631504"/>
            <a:ext cx="134803" cy="131629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Cercle : creux 23">
            <a:extLst>
              <a:ext uri="{FF2B5EF4-FFF2-40B4-BE49-F238E27FC236}">
                <a16:creationId xmlns:a16="http://schemas.microsoft.com/office/drawing/2014/main" id="{6FC35667-F58B-4B59-96AA-DADC7BC165FF}"/>
              </a:ext>
            </a:extLst>
          </p:cNvPr>
          <p:cNvSpPr/>
          <p:nvPr/>
        </p:nvSpPr>
        <p:spPr>
          <a:xfrm>
            <a:off x="4985522" y="1434498"/>
            <a:ext cx="134803" cy="131629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Cercle : creux 24">
            <a:extLst>
              <a:ext uri="{FF2B5EF4-FFF2-40B4-BE49-F238E27FC236}">
                <a16:creationId xmlns:a16="http://schemas.microsoft.com/office/drawing/2014/main" id="{0E8DA576-78C1-4F84-AD87-1A187DCBF245}"/>
              </a:ext>
            </a:extLst>
          </p:cNvPr>
          <p:cNvSpPr/>
          <p:nvPr/>
        </p:nvSpPr>
        <p:spPr>
          <a:xfrm>
            <a:off x="6133224" y="1500312"/>
            <a:ext cx="134803" cy="131629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ED304E8-D642-4D49-92C6-4DAF627C0D32}"/>
              </a:ext>
            </a:extLst>
          </p:cNvPr>
          <p:cNvSpPr/>
          <p:nvPr/>
        </p:nvSpPr>
        <p:spPr>
          <a:xfrm>
            <a:off x="5052924" y="522968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06C94D57-5A8C-4D55-B252-17C738CEE790}"/>
              </a:ext>
            </a:extLst>
          </p:cNvPr>
          <p:cNvSpPr/>
          <p:nvPr/>
        </p:nvSpPr>
        <p:spPr>
          <a:xfrm>
            <a:off x="5086624" y="1201296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1188F41-856F-4806-90AD-EA966980FA9B}"/>
              </a:ext>
            </a:extLst>
          </p:cNvPr>
          <p:cNvSpPr/>
          <p:nvPr/>
        </p:nvSpPr>
        <p:spPr>
          <a:xfrm>
            <a:off x="5865413" y="1171158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17746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59533" y="1339282"/>
            <a:ext cx="8640000" cy="41961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III.    Simulations et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résultats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.1 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Optimisation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OPEX/CAPEX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.2 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Optimisation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alpha/CAPEX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.3 </a:t>
            </a:r>
            <a:r>
              <a:rPr lang="en-US" sz="3200" err="1">
                <a:solidFill>
                  <a:srgbClr val="000000"/>
                </a:solidFill>
                <a:ea typeface="ＭＳ Ｐゴシック" charset="-128"/>
              </a:rPr>
              <a:t>Analyse</a:t>
            </a:r>
            <a:r>
              <a:rPr lang="en-US" sz="3200">
                <a:solidFill>
                  <a:srgbClr val="000000"/>
                </a:solidFill>
                <a:ea typeface="ＭＳ Ｐゴシック" charset="-128"/>
              </a:rPr>
              <a:t> de points</a:t>
            </a: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62029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49ACF-D8F3-4CCA-BC1B-CFC2146F4C91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1448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337979" y="617679"/>
            <a:ext cx="8468039" cy="6609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Formulation du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problème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: OPEX/CAPEX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/>
              <p:nvPr/>
            </p:nvSpPr>
            <p:spPr>
              <a:xfrm>
                <a:off x="0" y="1350951"/>
                <a:ext cx="9144000" cy="1758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400"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𝑖𝑛𝑖𝑚𝑖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𝑠𝑒𝑟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𝑅𝑠h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) ∈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𝑂𝑝𝑒𝑥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𝐶𝑎𝑝𝑒𝑥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𝑠𝑡𝑎𝑏𝑖𝑙𝑖𝑡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fr-FR" sz="1600" i="1" baseline="-25000">
                                      <a:latin typeface="Cambria Math" panose="02040503050406030204" pitchFamily="18" charset="0"/>
                                    </a:rPr>
                                    <m:t>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𝐼𝑚𝑎𝑥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fr-FR" sz="1600" i="1" baseline="-25000">
                                      <a:latin typeface="Cambria Math" panose="02040503050406030204" pitchFamily="18" charset="0"/>
                                    </a:rPr>
                                    <m:t>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𝑉𝑚𝑎𝑥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𝑇𝑐𝑟𝑖𝑡𝑖𝑞𝑢𝑒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>
                  <a:cs typeface="Calibr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50951"/>
                <a:ext cx="9144000" cy="1758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/>
              <p:nvPr/>
            </p:nvSpPr>
            <p:spPr>
              <a:xfrm>
                <a:off x="1082040" y="3366148"/>
                <a:ext cx="6417129" cy="325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Domaine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∈[15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 300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⟦"/>
                                <m:endChr m:val="⟧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1,5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𝑅𝑠h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Opex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𝑐𝑜𝑜𝑙𝑖𝑛𝑔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𝑐𝑟𝑦𝑜𝑐𝑜𝑜𝑙𝑒𝑟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𝑆𝑐𝑃𝐹</m:t>
                        </m:r>
                      </m:sub>
                    </m:sSub>
                  </m:oMath>
                </a14:m>
                <a:r>
                  <a:rPr lang="fr-FR"/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𝑆𝑐𝑃𝐹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𝑆𝑐𝑃𝐹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𝑆𝑐𝑃𝐹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Paramètres fixes : R, L, C, V</a:t>
                </a:r>
                <a:r>
                  <a:rPr lang="fr-FR" baseline="-25000"/>
                  <a:t>e</a:t>
                </a:r>
                <a:r>
                  <a:rPr lang="fr-FR"/>
                  <a:t>, </a:t>
                </a:r>
                <a:r>
                  <a:rPr lang="fr-FR" err="1"/>
                  <a:t>P</a:t>
                </a:r>
                <a:r>
                  <a:rPr lang="fr-FR" baseline="-25000" err="1"/>
                  <a:t>ref</a:t>
                </a:r>
                <a:endParaRPr lang="fr-FR"/>
              </a:p>
              <a:p>
                <a:endParaRPr lang="fr-FR"/>
              </a:p>
              <a:p>
                <a:endParaRPr lang="fr-FR"/>
              </a:p>
              <a:p>
                <a:endParaRPr lang="fr-FR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" y="3366148"/>
                <a:ext cx="6417129" cy="3255571"/>
              </a:xfrm>
              <a:prstGeom prst="rect">
                <a:avLst/>
              </a:prstGeom>
              <a:blipFill>
                <a:blip r:embed="rId4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CF41689-20BA-4F49-9431-A0B29036DAAC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792120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C4992AB-F7F9-46C0-B521-FEE9A801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80E8A0-3B17-433C-9219-1590A60A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2022-04-01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298ED0-CA1D-46EB-8218-6F0C28F81A2A}"/>
                  </a:ext>
                </a:extLst>
              </p:cNvPr>
              <p:cNvSpPr txBox="1"/>
              <p:nvPr/>
            </p:nvSpPr>
            <p:spPr>
              <a:xfrm>
                <a:off x="845563" y="1314758"/>
                <a:ext cx="2655792" cy="27832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/>
                  <a:t>Prix de la résistance par m</a:t>
                </a:r>
                <a14:m>
                  <m:oMath xmlns:m="http://schemas.openxmlformats.org/officeDocument/2006/math">
                    <m:r>
                      <a:rPr lang="fr-FR" i="1" baseline="30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r-FR"/>
                  <a:t> :</a:t>
                </a:r>
              </a:p>
              <a:p>
                <a:endParaRPr lang="fr-FR" b="0" i="1">
                  <a:latin typeface="Cambria Math" panose="02040503050406030204" pitchFamily="18" charset="0"/>
                </a:endParaRPr>
              </a:p>
              <a:p>
                <a:endParaRPr lang="fr-FR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fr-F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fr-FR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b="0">
                  <a:ea typeface="Cambria Math" panose="02040503050406030204" pitchFamily="18" charset="0"/>
                </a:endParaRPr>
              </a:p>
              <a:p>
                <a:endParaRPr lang="fr-FR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𝑃𝑟𝑖𝑥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𝑃𝑟𝑖𝑥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𝑐𝑢𝑖𝑣𝑟𝑒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298ED0-CA1D-46EB-8218-6F0C28F81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63" y="1314758"/>
                <a:ext cx="2655792" cy="2783262"/>
              </a:xfrm>
              <a:prstGeom prst="rect">
                <a:avLst/>
              </a:prstGeom>
              <a:blipFill>
                <a:blip r:embed="rId2"/>
                <a:stretch>
                  <a:fillRect l="-5517" t="-2851" r="-4368" b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7369DFB-A16E-4978-B8CB-B88EE3EE6BBA}"/>
                  </a:ext>
                </a:extLst>
              </p:cNvPr>
              <p:cNvSpPr txBox="1"/>
              <p:nvPr/>
            </p:nvSpPr>
            <p:spPr>
              <a:xfrm>
                <a:off x="2284377" y="5748407"/>
                <a:ext cx="4575242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/>
                  <a:t>Donc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dirty="0"/>
                      <m:t>CAPEX</m:t>
                    </m:r>
                    <m:r>
                      <m:rPr>
                        <m:nor/>
                      </m:rPr>
                      <a:rPr lang="fr-FR" dirty="0"/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𝑃𝑟𝑖𝑥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𝑐𝑢𝑖𝑣𝑟𝑒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𝑃𝑟𝑖𝑥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FR" baseline="-2500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7369DFB-A16E-4978-B8CB-B88EE3EE6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377" y="5748407"/>
                <a:ext cx="4575242" cy="394210"/>
              </a:xfrm>
              <a:prstGeom prst="rect">
                <a:avLst/>
              </a:prstGeom>
              <a:blipFill>
                <a:blip r:embed="rId3"/>
                <a:stretch>
                  <a:fillRect l="-1200" t="-7692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7AD0385-BED0-4CED-969F-D37939CB50F1}"/>
                  </a:ext>
                </a:extLst>
              </p:cNvPr>
              <p:cNvSpPr txBox="1"/>
              <p:nvPr/>
            </p:nvSpPr>
            <p:spPr>
              <a:xfrm>
                <a:off x="5465097" y="1314758"/>
                <a:ext cx="3010889" cy="1132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/>
                  <a:t>Prix du supraconducteur par m :</a:t>
                </a:r>
              </a:p>
              <a:p>
                <a:endParaRPr lang="fr-FR" b="0" i="1">
                  <a:latin typeface="Cambria Math" panose="02040503050406030204" pitchFamily="18" charset="0"/>
                </a:endParaRPr>
              </a:p>
              <a:p>
                <a:endParaRPr lang="fr-FR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𝑃𝑟𝑖𝑥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𝑃𝑟𝑖𝑥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𝑆𝐶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fr-FR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7AD0385-BED0-4CED-969F-D37939CB5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097" y="1314758"/>
                <a:ext cx="3010889" cy="1132874"/>
              </a:xfrm>
              <a:prstGeom prst="rect">
                <a:avLst/>
              </a:prstGeom>
              <a:blipFill>
                <a:blip r:embed="rId4"/>
                <a:stretch>
                  <a:fillRect l="-4868" t="-6989" r="-3854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">
            <a:extLst>
              <a:ext uri="{FF2B5EF4-FFF2-40B4-BE49-F238E27FC236}">
                <a16:creationId xmlns:a16="http://schemas.microsoft.com/office/drawing/2014/main" id="{9FB8A91B-82D7-4867-A98E-2450644F5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79" y="617679"/>
            <a:ext cx="8468039" cy="6609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Fonction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CAPEX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99B2D82-8EF9-44B8-8F88-CB4B35BF5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825" y="2974732"/>
            <a:ext cx="5270809" cy="22465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0BF29C-9E1A-454D-A3E6-C62262051661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17799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19" y="874502"/>
            <a:ext cx="8760505" cy="19032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Obtention du Front de Pareto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Résultat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pour 100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individus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, 100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générations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(2h de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calculs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sur laptop) : 116 points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80ED55-057C-404F-9243-6A7B39B501C8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F2A788E-0298-44BB-9DA3-11D5DD0612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33" r="6024"/>
          <a:stretch/>
        </p:blipFill>
        <p:spPr>
          <a:xfrm>
            <a:off x="1319752" y="2045308"/>
            <a:ext cx="5759778" cy="440216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5BA2C13-AD22-43EB-BC9F-BBFEA3CF7FCB}"/>
              </a:ext>
            </a:extLst>
          </p:cNvPr>
          <p:cNvSpPr/>
          <p:nvPr/>
        </p:nvSpPr>
        <p:spPr>
          <a:xfrm>
            <a:off x="6125497" y="5697794"/>
            <a:ext cx="152400" cy="1524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23AA21-9F68-4E3C-86B5-85B1BDD6D5CF}"/>
              </a:ext>
            </a:extLst>
          </p:cNvPr>
          <p:cNvSpPr/>
          <p:nvPr/>
        </p:nvSpPr>
        <p:spPr>
          <a:xfrm>
            <a:off x="2403987" y="5621594"/>
            <a:ext cx="152400" cy="1524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7E2A0B-72DB-4752-9262-5CDF24B8B0E4}"/>
              </a:ext>
            </a:extLst>
          </p:cNvPr>
          <p:cNvSpPr/>
          <p:nvPr/>
        </p:nvSpPr>
        <p:spPr>
          <a:xfrm>
            <a:off x="2368345" y="2701548"/>
            <a:ext cx="152400" cy="1524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7">
            <a:extLst>
              <a:ext uri="{FF2B5EF4-FFF2-40B4-BE49-F238E27FC236}">
                <a16:creationId xmlns:a16="http://schemas.microsoft.com/office/drawing/2014/main" id="{B874B0DE-E1F6-431A-8A54-04DC5B0F7771}"/>
              </a:ext>
            </a:extLst>
          </p:cNvPr>
          <p:cNvSpPr/>
          <p:nvPr/>
        </p:nvSpPr>
        <p:spPr>
          <a:xfrm>
            <a:off x="2786719" y="2618371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5" name="Ellipse 7">
            <a:extLst>
              <a:ext uri="{FF2B5EF4-FFF2-40B4-BE49-F238E27FC236}">
                <a16:creationId xmlns:a16="http://schemas.microsoft.com/office/drawing/2014/main" id="{1C7C371B-8E60-4176-A9D5-15D7299AF1C6}"/>
              </a:ext>
            </a:extLst>
          </p:cNvPr>
          <p:cNvSpPr/>
          <p:nvPr/>
        </p:nvSpPr>
        <p:spPr>
          <a:xfrm>
            <a:off x="2595716" y="5227612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6" name="Ellipse 7">
            <a:extLst>
              <a:ext uri="{FF2B5EF4-FFF2-40B4-BE49-F238E27FC236}">
                <a16:creationId xmlns:a16="http://schemas.microsoft.com/office/drawing/2014/main" id="{CF969C42-F8B5-41E3-B578-383D763AB370}"/>
              </a:ext>
            </a:extLst>
          </p:cNvPr>
          <p:cNvSpPr/>
          <p:nvPr/>
        </p:nvSpPr>
        <p:spPr>
          <a:xfrm>
            <a:off x="6046132" y="5227612"/>
            <a:ext cx="485694" cy="306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86146267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589114" y="694538"/>
            <a:ext cx="3809216" cy="106971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Analyse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des trois points du front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173459" y="6580280"/>
            <a:ext cx="4797083" cy="306000"/>
          </a:xfrm>
        </p:spPr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EE8FEA-548B-4F42-8F5B-10B347A37C83}"/>
              </a:ext>
            </a:extLst>
          </p:cNvPr>
          <p:cNvSpPr txBox="1"/>
          <p:nvPr/>
        </p:nvSpPr>
        <p:spPr>
          <a:xfrm>
            <a:off x="9513027" y="1962966"/>
            <a:ext cx="162853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/>
              <a:t>R</a:t>
            </a:r>
            <a:r>
              <a:rPr lang="fr-FR" baseline="-25000"/>
              <a:t>sh</a:t>
            </a:r>
            <a:r>
              <a:rPr lang="fr-FR"/>
              <a:t> = 5.11e-4 </a:t>
            </a:r>
            <a:r>
              <a:rPr lang="el-G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Ω</a:t>
            </a:r>
            <a:endParaRPr lang="fr-FR"/>
          </a:p>
          <a:p>
            <a:r>
              <a:rPr lang="fr-FR" err="1"/>
              <a:t>L</a:t>
            </a:r>
            <a:r>
              <a:rPr lang="fr-FR" baseline="-25000" err="1"/>
              <a:t>t</a:t>
            </a:r>
            <a:r>
              <a:rPr lang="fr-FR"/>
              <a:t> = 15 m</a:t>
            </a:r>
          </a:p>
          <a:p>
            <a:r>
              <a:rPr lang="fr-FR"/>
              <a:t>n</a:t>
            </a:r>
            <a:r>
              <a:rPr lang="fr-FR" baseline="-25000"/>
              <a:t>t</a:t>
            </a:r>
            <a:r>
              <a:rPr lang="fr-FR"/>
              <a:t> = 1</a:t>
            </a:r>
            <a:endParaRPr lang="en-GB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FB4E2D-5ECA-4881-AA3D-2E6F76C23E15}"/>
              </a:ext>
            </a:extLst>
          </p:cNvPr>
          <p:cNvSpPr txBox="1"/>
          <p:nvPr/>
        </p:nvSpPr>
        <p:spPr>
          <a:xfrm>
            <a:off x="9657761" y="3298020"/>
            <a:ext cx="4272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/>
              <a:t>Convergence du système</a:t>
            </a:r>
          </a:p>
          <a:p>
            <a:pPr marL="285750" indent="-285750">
              <a:buFontTx/>
              <a:buChar char="-"/>
            </a:pPr>
            <a:r>
              <a:rPr lang="fr-FR"/>
              <a:t>Puissance à la charge égale à celle recherchée (170.5 kW)</a:t>
            </a:r>
          </a:p>
          <a:p>
            <a:pPr marL="285750" indent="-285750">
              <a:buFontTx/>
              <a:buChar char="-"/>
            </a:pPr>
            <a:r>
              <a:rPr lang="fr-FR"/>
              <a:t>Température augmente mais ne diverge pas</a:t>
            </a:r>
            <a:endParaRPr lang="en-GB"/>
          </a:p>
        </p:txBody>
      </p:sp>
      <p:grpSp>
        <p:nvGrpSpPr>
          <p:cNvPr id="13" name="Grupo 9">
            <a:extLst>
              <a:ext uri="{FF2B5EF4-FFF2-40B4-BE49-F238E27FC236}">
                <a16:creationId xmlns:a16="http://schemas.microsoft.com/office/drawing/2014/main" id="{80E6CA61-3253-422F-9104-82E5416C5492}"/>
              </a:ext>
            </a:extLst>
          </p:cNvPr>
          <p:cNvGrpSpPr/>
          <p:nvPr/>
        </p:nvGrpSpPr>
        <p:grpSpPr>
          <a:xfrm>
            <a:off x="6330201" y="455260"/>
            <a:ext cx="2621014" cy="1902884"/>
            <a:chOff x="3901611" y="1953357"/>
            <a:chExt cx="5411663" cy="3928925"/>
          </a:xfrm>
        </p:grpSpPr>
        <p:pic>
          <p:nvPicPr>
            <p:cNvPr id="15" name="Imagen 3">
              <a:extLst>
                <a:ext uri="{FF2B5EF4-FFF2-40B4-BE49-F238E27FC236}">
                  <a16:creationId xmlns:a16="http://schemas.microsoft.com/office/drawing/2014/main" id="{B6BEE4AA-A26A-49C4-97AB-33B67D6B8B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94" t="13811" r="15475"/>
            <a:stretch/>
          </p:blipFill>
          <p:spPr>
            <a:xfrm>
              <a:off x="4533110" y="1953357"/>
              <a:ext cx="4780164" cy="3035335"/>
            </a:xfrm>
            <a:prstGeom prst="rect">
              <a:avLst/>
            </a:prstGeom>
          </p:spPr>
        </p:pic>
        <p:sp>
          <p:nvSpPr>
            <p:cNvPr id="16" name="CuadroTexto 10">
              <a:extLst>
                <a:ext uri="{FF2B5EF4-FFF2-40B4-BE49-F238E27FC236}">
                  <a16:creationId xmlns:a16="http://schemas.microsoft.com/office/drawing/2014/main" id="{37C10649-2EB9-4581-921E-B68026BCD633}"/>
                </a:ext>
              </a:extLst>
            </p:cNvPr>
            <p:cNvSpPr txBox="1"/>
            <p:nvPr/>
          </p:nvSpPr>
          <p:spPr>
            <a:xfrm>
              <a:off x="3901611" y="4996370"/>
              <a:ext cx="5242389" cy="8859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495F43E-3BE1-40BC-A945-DD263E1C541C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44CD19F-045F-4DDF-B9EF-279AD2394148}"/>
              </a:ext>
            </a:extLst>
          </p:cNvPr>
          <p:cNvSpPr txBox="1"/>
          <p:nvPr/>
        </p:nvSpPr>
        <p:spPr>
          <a:xfrm>
            <a:off x="4432881" y="4822424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64C9DC-2606-41DF-9DC0-A7D38B58827B}"/>
              </a:ext>
            </a:extLst>
          </p:cNvPr>
          <p:cNvSpPr txBox="1"/>
          <p:nvPr/>
        </p:nvSpPr>
        <p:spPr>
          <a:xfrm>
            <a:off x="6015895" y="5646511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77A64-336D-40BF-95B4-E78ECD51D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14" y="2132766"/>
            <a:ext cx="8098396" cy="43097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0B2DAB0-A554-4198-8A68-E531824F3DB9}"/>
              </a:ext>
            </a:extLst>
          </p:cNvPr>
          <p:cNvGrpSpPr/>
          <p:nvPr/>
        </p:nvGrpSpPr>
        <p:grpSpPr>
          <a:xfrm>
            <a:off x="4200530" y="575493"/>
            <a:ext cx="1815365" cy="1387473"/>
            <a:chOff x="1319752" y="2045308"/>
            <a:chExt cx="5759778" cy="4402165"/>
          </a:xfrm>
        </p:grpSpPr>
        <p:pic>
          <p:nvPicPr>
            <p:cNvPr id="30" name="Image 8">
              <a:extLst>
                <a:ext uri="{FF2B5EF4-FFF2-40B4-BE49-F238E27FC236}">
                  <a16:creationId xmlns:a16="http://schemas.microsoft.com/office/drawing/2014/main" id="{6473EE6D-91DC-4DE9-996A-18896DA95B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233" r="6024"/>
            <a:stretch/>
          </p:blipFill>
          <p:spPr>
            <a:xfrm>
              <a:off x="1319752" y="2045308"/>
              <a:ext cx="5759778" cy="4402165"/>
            </a:xfrm>
            <a:prstGeom prst="rect">
              <a:avLst/>
            </a:prstGeom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3E7D6BA-E00D-4B19-BFC3-210297C33165}"/>
                </a:ext>
              </a:extLst>
            </p:cNvPr>
            <p:cNvSpPr/>
            <p:nvPr/>
          </p:nvSpPr>
          <p:spPr>
            <a:xfrm>
              <a:off x="6125497" y="5697794"/>
              <a:ext cx="152400" cy="152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8E05151-9AC1-4593-B9BB-7355904B50F7}"/>
                </a:ext>
              </a:extLst>
            </p:cNvPr>
            <p:cNvSpPr/>
            <p:nvPr/>
          </p:nvSpPr>
          <p:spPr>
            <a:xfrm>
              <a:off x="2403987" y="5621594"/>
              <a:ext cx="152400" cy="152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BAC9604-43B1-42DB-82B3-AFA5581F24A8}"/>
                </a:ext>
              </a:extLst>
            </p:cNvPr>
            <p:cNvSpPr/>
            <p:nvPr/>
          </p:nvSpPr>
          <p:spPr>
            <a:xfrm>
              <a:off x="2368345" y="2701548"/>
              <a:ext cx="152400" cy="15240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7">
              <a:extLst>
                <a:ext uri="{FF2B5EF4-FFF2-40B4-BE49-F238E27FC236}">
                  <a16:creationId xmlns:a16="http://schemas.microsoft.com/office/drawing/2014/main" id="{CF18BB20-BDDA-4978-A6C8-9F40606B6D09}"/>
                </a:ext>
              </a:extLst>
            </p:cNvPr>
            <p:cNvSpPr/>
            <p:nvPr/>
          </p:nvSpPr>
          <p:spPr>
            <a:xfrm>
              <a:off x="2786719" y="2618371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44" name="Ellipse 7">
              <a:extLst>
                <a:ext uri="{FF2B5EF4-FFF2-40B4-BE49-F238E27FC236}">
                  <a16:creationId xmlns:a16="http://schemas.microsoft.com/office/drawing/2014/main" id="{71D7885E-B59F-4E8C-BCB7-30A3949EC49B}"/>
                </a:ext>
              </a:extLst>
            </p:cNvPr>
            <p:cNvSpPr/>
            <p:nvPr/>
          </p:nvSpPr>
          <p:spPr>
            <a:xfrm>
              <a:off x="2595716" y="5227612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  <p:sp>
          <p:nvSpPr>
            <p:cNvPr id="45" name="Ellipse 7">
              <a:extLst>
                <a:ext uri="{FF2B5EF4-FFF2-40B4-BE49-F238E27FC236}">
                  <a16:creationId xmlns:a16="http://schemas.microsoft.com/office/drawing/2014/main" id="{A0C7782E-00CB-423E-9D41-E8EA62339429}"/>
                </a:ext>
              </a:extLst>
            </p:cNvPr>
            <p:cNvSpPr/>
            <p:nvPr/>
          </p:nvSpPr>
          <p:spPr>
            <a:xfrm>
              <a:off x="6046132" y="5227612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0551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337979" y="617679"/>
            <a:ext cx="8468039" cy="6609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Formulation du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problème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: alpha/CAPEX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/>
              <p:nvPr/>
            </p:nvSpPr>
            <p:spPr>
              <a:xfrm>
                <a:off x="0" y="1350951"/>
                <a:ext cx="9144000" cy="1758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400"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𝑖𝑛𝑖𝑚𝑖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𝑠𝑒𝑟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𝑅𝑠h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) ∈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𝑎𝑙𝑝h𝑎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𝐶𝑎𝑝𝑒𝑥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𝑠𝑡𝑎𝑏𝑖𝑙𝑖𝑡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fr-FR" sz="1600" i="1" baseline="-25000">
                                      <a:latin typeface="Cambria Math" panose="02040503050406030204" pitchFamily="18" charset="0"/>
                                    </a:rPr>
                                    <m:t>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𝐼𝑚𝑎𝑥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fr-FR" sz="1600" i="1" baseline="-25000">
                                      <a:latin typeface="Cambria Math" panose="02040503050406030204" pitchFamily="18" charset="0"/>
                                    </a:rPr>
                                    <m:t>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𝑉𝑚𝑎𝑥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𝑇𝑐𝑟𝑖𝑡𝑖𝑞𝑢𝑒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>
                  <a:cs typeface="Calibr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72A284-4F81-40BF-BA2E-16BF3D55A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50951"/>
                <a:ext cx="9144000" cy="1758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/>
              <p:nvPr/>
            </p:nvSpPr>
            <p:spPr>
              <a:xfrm>
                <a:off x="1082040" y="3366148"/>
                <a:ext cx="6417129" cy="305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Domaine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∈[15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 300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⟦"/>
                                <m:endChr m:val="⟧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1,5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𝑅𝑠h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alpha : facteur de puissance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Paramètres fixes : R, L, C, V</a:t>
                </a:r>
                <a:r>
                  <a:rPr lang="fr-FR" baseline="-25000"/>
                  <a:t>e</a:t>
                </a:r>
                <a:r>
                  <a:rPr lang="fr-FR"/>
                  <a:t>, </a:t>
                </a:r>
                <a:r>
                  <a:rPr lang="fr-FR" err="1"/>
                  <a:t>P</a:t>
                </a:r>
                <a:r>
                  <a:rPr lang="fr-FR" baseline="-25000" err="1"/>
                  <a:t>ref</a:t>
                </a:r>
                <a:endParaRPr lang="fr-FR"/>
              </a:p>
              <a:p>
                <a:endParaRPr lang="fr-FR"/>
              </a:p>
              <a:p>
                <a:endParaRPr lang="fr-FR"/>
              </a:p>
              <a:p>
                <a:endParaRPr lang="fr-FR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89B4ECC-CE09-4B58-87EB-5CBD0E21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" y="3366148"/>
                <a:ext cx="6417129" cy="3056991"/>
              </a:xfrm>
              <a:prstGeom prst="rect">
                <a:avLst/>
              </a:prstGeom>
              <a:blipFill>
                <a:blip r:embed="rId4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CF41689-20BA-4F49-9431-A0B29036DAAC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59503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19" y="874502"/>
            <a:ext cx="8760505" cy="19032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Obtention du Front de Pareto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Résultat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pour 100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individus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, 25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générations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(2h de </a:t>
            </a:r>
            <a:r>
              <a:rPr lang="en-US" altLang="ja-JP" sz="20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calculs</a:t>
            </a:r>
            <a:r>
              <a:rPr lang="en-US" altLang="ja-JP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sur laptop) : 70 points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80ED55-057C-404F-9243-6A7B39B501C8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A04DC1-509E-4CAD-A869-480FC2357BCE}"/>
              </a:ext>
            </a:extLst>
          </p:cNvPr>
          <p:cNvGrpSpPr/>
          <p:nvPr/>
        </p:nvGrpSpPr>
        <p:grpSpPr>
          <a:xfrm>
            <a:off x="1252917" y="1998482"/>
            <a:ext cx="5769838" cy="4402307"/>
            <a:chOff x="1252917" y="1998482"/>
            <a:chExt cx="5769838" cy="4402307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6C94FF96-4B25-4A2A-BCB3-3A5E64FF05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52" r="5980"/>
            <a:stretch/>
          </p:blipFill>
          <p:spPr>
            <a:xfrm>
              <a:off x="1252917" y="1998482"/>
              <a:ext cx="5769838" cy="4402307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F151B67-3EEE-4E61-91F5-BC70228BA786}"/>
                </a:ext>
              </a:extLst>
            </p:cNvPr>
            <p:cNvSpPr/>
            <p:nvPr/>
          </p:nvSpPr>
          <p:spPr>
            <a:xfrm>
              <a:off x="5751530" y="2236114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  <p:sp>
          <p:nvSpPr>
            <p:cNvPr id="9" name="Cercle : creux 8">
              <a:extLst>
                <a:ext uri="{FF2B5EF4-FFF2-40B4-BE49-F238E27FC236}">
                  <a16:creationId xmlns:a16="http://schemas.microsoft.com/office/drawing/2014/main" id="{612923D0-FD26-4D39-85C1-6D0E164C9931}"/>
                </a:ext>
              </a:extLst>
            </p:cNvPr>
            <p:cNvSpPr/>
            <p:nvPr/>
          </p:nvSpPr>
          <p:spPr>
            <a:xfrm>
              <a:off x="6237224" y="2542114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E4F4F90-3267-461E-B82E-0A2EC3A6E12B}"/>
                </a:ext>
              </a:extLst>
            </p:cNvPr>
            <p:cNvSpPr/>
            <p:nvPr/>
          </p:nvSpPr>
          <p:spPr>
            <a:xfrm>
              <a:off x="1754094" y="2897519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  <p:sp>
          <p:nvSpPr>
            <p:cNvPr id="11" name="Cercle : creux 10">
              <a:extLst>
                <a:ext uri="{FF2B5EF4-FFF2-40B4-BE49-F238E27FC236}">
                  <a16:creationId xmlns:a16="http://schemas.microsoft.com/office/drawing/2014/main" id="{6ED568DA-DAD6-4D43-AE1B-D17F2DAC3FFE}"/>
                </a:ext>
              </a:extLst>
            </p:cNvPr>
            <p:cNvSpPr/>
            <p:nvPr/>
          </p:nvSpPr>
          <p:spPr>
            <a:xfrm>
              <a:off x="2204122" y="3156384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3BFD03E-CD29-4FB5-B36D-8598E17C2D58}"/>
                </a:ext>
              </a:extLst>
            </p:cNvPr>
            <p:cNvSpPr/>
            <p:nvPr/>
          </p:nvSpPr>
          <p:spPr>
            <a:xfrm>
              <a:off x="1504232" y="5503195"/>
              <a:ext cx="485694" cy="306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</a:p>
          </p:txBody>
        </p:sp>
        <p:sp>
          <p:nvSpPr>
            <p:cNvPr id="13" name="Cercle : creux 12">
              <a:extLst>
                <a:ext uri="{FF2B5EF4-FFF2-40B4-BE49-F238E27FC236}">
                  <a16:creationId xmlns:a16="http://schemas.microsoft.com/office/drawing/2014/main" id="{1BF95E3B-D166-43D0-BF6A-9C973ED54A9E}"/>
                </a:ext>
              </a:extLst>
            </p:cNvPr>
            <p:cNvSpPr/>
            <p:nvPr/>
          </p:nvSpPr>
          <p:spPr>
            <a:xfrm>
              <a:off x="1989926" y="5809195"/>
              <a:ext cx="134803" cy="131629"/>
            </a:xfrm>
            <a:prstGeom prst="donu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460934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589114" y="694538"/>
            <a:ext cx="3809216" cy="106971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Analyse</a:t>
            </a: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 des trois points du front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173459" y="6580280"/>
            <a:ext cx="4797083" cy="306000"/>
          </a:xfrm>
        </p:spPr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EE8FEA-548B-4F42-8F5B-10B347A37C83}"/>
              </a:ext>
            </a:extLst>
          </p:cNvPr>
          <p:cNvSpPr txBox="1"/>
          <p:nvPr/>
        </p:nvSpPr>
        <p:spPr>
          <a:xfrm>
            <a:off x="9513027" y="1962966"/>
            <a:ext cx="162853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/>
              <a:t>R</a:t>
            </a:r>
            <a:r>
              <a:rPr lang="fr-FR" baseline="-25000"/>
              <a:t>sh</a:t>
            </a:r>
            <a:r>
              <a:rPr lang="fr-FR"/>
              <a:t> = 5.11e-4 </a:t>
            </a:r>
            <a:r>
              <a:rPr lang="el-GR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Ω</a:t>
            </a:r>
            <a:endParaRPr lang="fr-FR"/>
          </a:p>
          <a:p>
            <a:r>
              <a:rPr lang="fr-FR" err="1"/>
              <a:t>L</a:t>
            </a:r>
            <a:r>
              <a:rPr lang="fr-FR" baseline="-25000" err="1"/>
              <a:t>t</a:t>
            </a:r>
            <a:r>
              <a:rPr lang="fr-FR"/>
              <a:t> = 15 m</a:t>
            </a:r>
          </a:p>
          <a:p>
            <a:r>
              <a:rPr lang="fr-FR"/>
              <a:t>n</a:t>
            </a:r>
            <a:r>
              <a:rPr lang="fr-FR" baseline="-25000"/>
              <a:t>t</a:t>
            </a:r>
            <a:r>
              <a:rPr lang="fr-FR"/>
              <a:t> = 1</a:t>
            </a:r>
            <a:endParaRPr lang="en-GB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FB4E2D-5ECA-4881-AA3D-2E6F76C23E15}"/>
              </a:ext>
            </a:extLst>
          </p:cNvPr>
          <p:cNvSpPr txBox="1"/>
          <p:nvPr/>
        </p:nvSpPr>
        <p:spPr>
          <a:xfrm>
            <a:off x="9657761" y="3298020"/>
            <a:ext cx="4272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/>
              <a:t>Convergence du système</a:t>
            </a:r>
          </a:p>
          <a:p>
            <a:pPr marL="285750" indent="-285750">
              <a:buFontTx/>
              <a:buChar char="-"/>
            </a:pPr>
            <a:r>
              <a:rPr lang="fr-FR"/>
              <a:t>Puissance à la charge égale à celle recherchée (170.5 kW)</a:t>
            </a:r>
          </a:p>
          <a:p>
            <a:pPr marL="285750" indent="-285750">
              <a:buFontTx/>
              <a:buChar char="-"/>
            </a:pPr>
            <a:r>
              <a:rPr lang="fr-FR"/>
              <a:t>Température augmente mais ne diverge pas</a:t>
            </a:r>
            <a:endParaRPr lang="en-GB"/>
          </a:p>
        </p:txBody>
      </p:sp>
      <p:grpSp>
        <p:nvGrpSpPr>
          <p:cNvPr id="13" name="Grupo 9">
            <a:extLst>
              <a:ext uri="{FF2B5EF4-FFF2-40B4-BE49-F238E27FC236}">
                <a16:creationId xmlns:a16="http://schemas.microsoft.com/office/drawing/2014/main" id="{80E6CA61-3253-422F-9104-82E5416C5492}"/>
              </a:ext>
            </a:extLst>
          </p:cNvPr>
          <p:cNvGrpSpPr/>
          <p:nvPr/>
        </p:nvGrpSpPr>
        <p:grpSpPr>
          <a:xfrm>
            <a:off x="6330201" y="455260"/>
            <a:ext cx="2621014" cy="1902884"/>
            <a:chOff x="3901611" y="1953357"/>
            <a:chExt cx="5411663" cy="3928925"/>
          </a:xfrm>
        </p:grpSpPr>
        <p:pic>
          <p:nvPicPr>
            <p:cNvPr id="15" name="Imagen 3">
              <a:extLst>
                <a:ext uri="{FF2B5EF4-FFF2-40B4-BE49-F238E27FC236}">
                  <a16:creationId xmlns:a16="http://schemas.microsoft.com/office/drawing/2014/main" id="{B6BEE4AA-A26A-49C4-97AB-33B67D6B8B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94" t="13811" r="15475"/>
            <a:stretch/>
          </p:blipFill>
          <p:spPr>
            <a:xfrm>
              <a:off x="4533110" y="1953357"/>
              <a:ext cx="4780164" cy="3035335"/>
            </a:xfrm>
            <a:prstGeom prst="rect">
              <a:avLst/>
            </a:prstGeom>
          </p:spPr>
        </p:pic>
        <p:sp>
          <p:nvSpPr>
            <p:cNvPr id="16" name="CuadroTexto 10">
              <a:extLst>
                <a:ext uri="{FF2B5EF4-FFF2-40B4-BE49-F238E27FC236}">
                  <a16:creationId xmlns:a16="http://schemas.microsoft.com/office/drawing/2014/main" id="{37C10649-2EB9-4581-921E-B68026BCD633}"/>
                </a:ext>
              </a:extLst>
            </p:cNvPr>
            <p:cNvSpPr txBox="1"/>
            <p:nvPr/>
          </p:nvSpPr>
          <p:spPr>
            <a:xfrm>
              <a:off x="3901611" y="4996370"/>
              <a:ext cx="5242389" cy="8859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495F43E-3BE1-40BC-A945-DD263E1C541C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44CD19F-045F-4DDF-B9EF-279AD2394148}"/>
              </a:ext>
            </a:extLst>
          </p:cNvPr>
          <p:cNvSpPr txBox="1"/>
          <p:nvPr/>
        </p:nvSpPr>
        <p:spPr>
          <a:xfrm>
            <a:off x="4432881" y="4822424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C64C9DC-2606-41DF-9DC0-A7D38B58827B}"/>
              </a:ext>
            </a:extLst>
          </p:cNvPr>
          <p:cNvSpPr txBox="1"/>
          <p:nvPr/>
        </p:nvSpPr>
        <p:spPr>
          <a:xfrm>
            <a:off x="6015895" y="5646511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b="1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A78CFD-399E-4D8B-B6AA-E52D25BE28DC}"/>
              </a:ext>
            </a:extLst>
          </p:cNvPr>
          <p:cNvGrpSpPr/>
          <p:nvPr/>
        </p:nvGrpSpPr>
        <p:grpSpPr>
          <a:xfrm>
            <a:off x="931965" y="1925354"/>
            <a:ext cx="7371294" cy="4603642"/>
            <a:chOff x="931965" y="1925354"/>
            <a:chExt cx="7371294" cy="4603642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E05D54A5-F91E-4861-B006-E5E528B69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1965" y="1925354"/>
              <a:ext cx="7371294" cy="4428936"/>
            </a:xfrm>
            <a:prstGeom prst="rect">
              <a:avLst/>
            </a:prstGeom>
          </p:spPr>
        </p:pic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5E2487E-3027-4D23-9160-3513CF701936}"/>
                </a:ext>
              </a:extLst>
            </p:cNvPr>
            <p:cNvSpPr/>
            <p:nvPr/>
          </p:nvSpPr>
          <p:spPr>
            <a:xfrm>
              <a:off x="6463538" y="6165062"/>
              <a:ext cx="609746" cy="349413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0F317E7-4531-4672-8F42-3483DA002751}"/>
                </a:ext>
              </a:extLst>
            </p:cNvPr>
            <p:cNvSpPr/>
            <p:nvPr/>
          </p:nvSpPr>
          <p:spPr>
            <a:xfrm>
              <a:off x="4436928" y="6179583"/>
              <a:ext cx="609746" cy="349413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A8DD3EBD-748C-4B10-ADC4-821A6008B172}"/>
                </a:ext>
              </a:extLst>
            </p:cNvPr>
            <p:cNvSpPr/>
            <p:nvPr/>
          </p:nvSpPr>
          <p:spPr>
            <a:xfrm>
              <a:off x="2410319" y="6179583"/>
              <a:ext cx="609746" cy="349413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</p:grpSp>
      <p:pic>
        <p:nvPicPr>
          <p:cNvPr id="31" name="Image 30">
            <a:extLst>
              <a:ext uri="{FF2B5EF4-FFF2-40B4-BE49-F238E27FC236}">
                <a16:creationId xmlns:a16="http://schemas.microsoft.com/office/drawing/2014/main" id="{49EE1E43-97A1-4146-8C5E-4A54AA15EF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52" r="5980"/>
          <a:stretch/>
        </p:blipFill>
        <p:spPr>
          <a:xfrm>
            <a:off x="4032595" y="559904"/>
            <a:ext cx="2075665" cy="1583704"/>
          </a:xfrm>
          <a:prstGeom prst="rect">
            <a:avLst/>
          </a:prstGeom>
        </p:spPr>
      </p:pic>
      <p:sp>
        <p:nvSpPr>
          <p:cNvPr id="32" name="Ellipse 31">
            <a:extLst>
              <a:ext uri="{FF2B5EF4-FFF2-40B4-BE49-F238E27FC236}">
                <a16:creationId xmlns:a16="http://schemas.microsoft.com/office/drawing/2014/main" id="{BB1E8565-553F-4C90-BCBF-B208AE62F173}"/>
              </a:ext>
            </a:extLst>
          </p:cNvPr>
          <p:cNvSpPr/>
          <p:nvPr/>
        </p:nvSpPr>
        <p:spPr>
          <a:xfrm>
            <a:off x="5414709" y="526341"/>
            <a:ext cx="378826" cy="23867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33" name="Cercle : creux 32">
            <a:extLst>
              <a:ext uri="{FF2B5EF4-FFF2-40B4-BE49-F238E27FC236}">
                <a16:creationId xmlns:a16="http://schemas.microsoft.com/office/drawing/2014/main" id="{4865B97C-9FEB-4439-A684-6EEDA0AB9A07}"/>
              </a:ext>
            </a:extLst>
          </p:cNvPr>
          <p:cNvSpPr/>
          <p:nvPr/>
        </p:nvSpPr>
        <p:spPr>
          <a:xfrm>
            <a:off x="5793535" y="731447"/>
            <a:ext cx="105146" cy="102666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1C5D953-38DE-41C4-9B0D-942EC8F4ABDA}"/>
              </a:ext>
            </a:extLst>
          </p:cNvPr>
          <p:cNvSpPr/>
          <p:nvPr/>
        </p:nvSpPr>
        <p:spPr>
          <a:xfrm>
            <a:off x="3967634" y="761459"/>
            <a:ext cx="378826" cy="23867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35" name="Cercle : creux 34">
            <a:extLst>
              <a:ext uri="{FF2B5EF4-FFF2-40B4-BE49-F238E27FC236}">
                <a16:creationId xmlns:a16="http://schemas.microsoft.com/office/drawing/2014/main" id="{E5EC4889-E03E-49E8-90A3-99D7D3587E28}"/>
              </a:ext>
            </a:extLst>
          </p:cNvPr>
          <p:cNvSpPr/>
          <p:nvPr/>
        </p:nvSpPr>
        <p:spPr>
          <a:xfrm>
            <a:off x="4346460" y="948796"/>
            <a:ext cx="105146" cy="102666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25413C3E-4ECA-4F23-A355-B06076B44298}"/>
              </a:ext>
            </a:extLst>
          </p:cNvPr>
          <p:cNvSpPr/>
          <p:nvPr/>
        </p:nvSpPr>
        <p:spPr>
          <a:xfrm>
            <a:off x="3917283" y="1709872"/>
            <a:ext cx="378826" cy="23867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37" name="Cercle : creux 36">
            <a:extLst>
              <a:ext uri="{FF2B5EF4-FFF2-40B4-BE49-F238E27FC236}">
                <a16:creationId xmlns:a16="http://schemas.microsoft.com/office/drawing/2014/main" id="{CCD47E5A-3454-4C48-8EB0-FFD4B5A64829}"/>
              </a:ext>
            </a:extLst>
          </p:cNvPr>
          <p:cNvSpPr/>
          <p:nvPr/>
        </p:nvSpPr>
        <p:spPr>
          <a:xfrm>
            <a:off x="4269405" y="1903130"/>
            <a:ext cx="105146" cy="102666"/>
          </a:xfrm>
          <a:prstGeom prst="don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710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59533" y="1339282"/>
            <a:ext cx="8640000" cy="41961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571500" indent="-571500" algn="ctr">
              <a:buClrTx/>
              <a:buFontTx/>
              <a:buAutoNum type="romanUcPeriod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V.   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Améliorations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et conclusion</a:t>
            </a: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  <a:p>
            <a:pPr algn="ctr"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ABC1D-24D5-41E1-808B-937615D4D20B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471126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04000" y="960861"/>
            <a:ext cx="8640000" cy="207761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Améliorations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b="0" i="1">
              <a:latin typeface="Cambria Math" panose="02040503050406030204" pitchFamily="18" charset="0"/>
            </a:endParaRPr>
          </a:p>
          <a:p>
            <a:pPr marL="1270" indent="-342900" algn="just">
              <a:lnSpc>
                <a:spcPct val="102000"/>
              </a:lnSpc>
              <a:spcBef>
                <a:spcPts val="800"/>
              </a:spcBef>
              <a:buFont typeface="Wingdings" panose="05000000000000000000" pitchFamily="2" charset="2"/>
              <a:buChar char="Ø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>
              <a:ea typeface="Lucida Sans Unicode" charset="0"/>
              <a:cs typeface="Lucida Sans Unicode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5613" y="6551613"/>
            <a:ext cx="1068387" cy="306387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4F027D7-0AE6-4018-9F51-0375A682ACED}"/>
              </a:ext>
            </a:extLst>
          </p:cNvPr>
          <p:cNvSpPr txBox="1"/>
          <p:nvPr/>
        </p:nvSpPr>
        <p:spPr>
          <a:xfrm>
            <a:off x="724602" y="1534387"/>
            <a:ext cx="76947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/>
              <a:t>Contrainte de stabilité exponentielle :</a:t>
            </a:r>
          </a:p>
          <a:p>
            <a:pPr lvl="1"/>
            <a:r>
              <a:rPr lang="fr-FR" sz="2000"/>
              <a:t>- Permet d’assurer la convergence en un temps suffisamment court</a:t>
            </a:r>
          </a:p>
          <a:p>
            <a:r>
              <a:rPr lang="fr-FR" sz="2000"/>
              <a:t>	- Difficultés à exprimer cette contrainte numériquement</a:t>
            </a:r>
          </a:p>
          <a:p>
            <a:endParaRPr lang="fr-FR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/>
              <a:t>Améliorer la vitesse d’exécution : parallélisation par exemple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/>
              <a:t>Chercher des ensembles de valeurs réelles pour nos paramètres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D88478-EBD6-4A8B-B67F-0BA6AEC00589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71017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3311730" y="3074513"/>
            <a:ext cx="2520540" cy="7089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4400">
                <a:solidFill>
                  <a:srgbClr val="0070C0"/>
                </a:solidFill>
                <a:ea typeface="Lucida Sans Unicode" charset="0"/>
                <a:cs typeface="Lucida Sans Unicode"/>
              </a:rPr>
              <a:t>Conclusion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659EBD-3C7E-44EF-A84F-6F8B97351046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675466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05438-1C8B-4C7C-AB2F-ACFD5252A693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Références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31173"/>
              </p:ext>
            </p:extLst>
          </p:nvPr>
        </p:nvGraphicFramePr>
        <p:xfrm>
          <a:off x="365400" y="1368551"/>
          <a:ext cx="8413200" cy="512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ClrTx/>
                        <a:tabLst>
                          <a:tab pos="34290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lang="de-DE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C. Wang, J. Chen, J. Chen. </a:t>
                      </a:r>
                      <a:r>
                        <a:rPr lang="en-GB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Investigation on the selection of electric power system architecture for future more electric aircraft. </a:t>
                      </a:r>
                      <a:r>
                        <a:rPr lang="en-GB" sz="1800" i="1">
                          <a:effectLst/>
                          <a:latin typeface="SFTI1200"/>
                          <a:ea typeface="Times New Roman" panose="02020603050405020304" pitchFamily="18" charset="0"/>
                          <a:cs typeface="SFTI1200"/>
                        </a:rPr>
                        <a:t>IEEE Transactions on Transportation Electrification</a:t>
                      </a:r>
                      <a:r>
                        <a:rPr lang="en-GB" sz="1800" i="1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, 4(2) :</a:t>
                      </a:r>
                      <a:r>
                        <a:rPr lang="en-GB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563–576, 2018.</a:t>
                      </a:r>
                      <a:endParaRPr lang="en-US" altLang="ja-JP" sz="1800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>
                          <a:latin typeface="SFRM1200"/>
                        </a:rPr>
                        <a:t>O. Langlois, E. Foch, " De l’avion plus électrique à l’avion tout électrique : état de l’art et prospective sur les réseaux de bord," Journal sur l’enseignement des sciences et technologies de l’information et des systèmes, Volume 4, Hors-Série 1, 1 (2005)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err="1">
                          <a:latin typeface="SFRM1200"/>
                        </a:rPr>
                        <a:t>Pengfei</a:t>
                      </a:r>
                      <a:r>
                        <a:rPr lang="es-ES" sz="1800">
                          <a:latin typeface="SFRM1200"/>
                        </a:rPr>
                        <a:t> Tu </a:t>
                      </a:r>
                      <a:r>
                        <a:rPr lang="es-ES" sz="1800" err="1">
                          <a:latin typeface="SFRM1200"/>
                        </a:rPr>
                        <a:t>Tianyang</a:t>
                      </a:r>
                      <a:r>
                        <a:rPr lang="es-ES" sz="1800">
                          <a:latin typeface="SFRM1200"/>
                        </a:rPr>
                        <a:t> Zhao </a:t>
                      </a:r>
                      <a:r>
                        <a:rPr lang="es-ES" sz="1800" err="1">
                          <a:latin typeface="SFRM1200"/>
                        </a:rPr>
                        <a:t>Qianwen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Xu</a:t>
                      </a:r>
                      <a:r>
                        <a:rPr lang="es-ES" sz="1800">
                          <a:latin typeface="SFRM1200"/>
                        </a:rPr>
                        <a:t>, Yan </a:t>
                      </a:r>
                      <a:r>
                        <a:rPr lang="es-ES" sz="1800" err="1">
                          <a:latin typeface="SFRM1200"/>
                        </a:rPr>
                        <a:t>Xu</a:t>
                      </a:r>
                      <a:r>
                        <a:rPr lang="es-ES" sz="1800">
                          <a:latin typeface="SFRM1200"/>
                        </a:rPr>
                        <a:t> and </a:t>
                      </a:r>
                      <a:r>
                        <a:rPr lang="es-ES" sz="1800" err="1">
                          <a:latin typeface="SFRM1200"/>
                        </a:rPr>
                        <a:t>Peng</a:t>
                      </a:r>
                      <a:r>
                        <a:rPr lang="es-ES" sz="1800">
                          <a:latin typeface="SFRM1200"/>
                        </a:rPr>
                        <a:t> Wang. </a:t>
                      </a:r>
                      <a:r>
                        <a:rPr lang="es-ES" sz="1800" err="1">
                          <a:latin typeface="SFRM1200"/>
                        </a:rPr>
                        <a:t>Systematic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reliability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modeling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n-US" sz="1800">
                          <a:latin typeface="SFRM1200"/>
                        </a:rPr>
                        <a:t>and evaluation for on-board power systems of more electric aircrafts. IEEE Transactions on Power Systems, 34(4) :3264–3273, 2019.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>
                          <a:latin typeface="SFRM1200"/>
                        </a:rPr>
                        <a:t>M. Cupelli, F. Ponci, G. Sulligoi, A. Vicenzutti, C. S. Edrington, T. El-Mezyani, and A. Monti. </a:t>
                      </a:r>
                      <a:r>
                        <a:rPr lang="en-US" sz="1800">
                          <a:latin typeface="SFRM1200"/>
                        </a:rPr>
                        <a:t>Power flow control and network stability in an all-electric ship. Proceedings of the IEEE, </a:t>
                      </a:r>
                      <a:r>
                        <a:rPr lang="es-ES" sz="1800">
                          <a:latin typeface="SFRM1200"/>
                        </a:rPr>
                        <a:t>103(12) :2355–2380, 2015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ClrTx/>
                        <a:tabLst>
                          <a:tab pos="34290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lang="en-US" sz="1800">
                          <a:latin typeface="SFRM1200"/>
                        </a:rPr>
                        <a:t>Q. Xu, P. Wang, J. Chen, C. Wen and M. Y. Lee, "A Module-Based Approach for Stability Analysis of Complex More-Electric Aircraft Power System," in IEEE Transactions on Transportation Electrification, vol. 3, no. 4, pp. 901-919, Dec. 2017, </a:t>
                      </a:r>
                      <a:r>
                        <a:rPr lang="en-US" sz="1800" err="1">
                          <a:latin typeface="SFRM1200"/>
                        </a:rPr>
                        <a:t>doi</a:t>
                      </a:r>
                      <a:r>
                        <a:rPr lang="en-US" sz="1800">
                          <a:latin typeface="SFRM1200"/>
                        </a:rPr>
                        <a:t>: 10.1109/TTE.2017.2695886.</a:t>
                      </a:r>
                      <a:endParaRPr lang="en-US" altLang="ja-JP" sz="1800">
                        <a:latin typeface="SFRM120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Aéronautique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2022-04-01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141B1-6A1A-4FD3-B633-04AEB1D7DBA2}"/>
              </a:ext>
            </a:extLst>
          </p:cNvPr>
          <p:cNvSpPr/>
          <p:nvPr/>
        </p:nvSpPr>
        <p:spPr>
          <a:xfrm>
            <a:off x="53340" y="6649262"/>
            <a:ext cx="2057400" cy="1325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Props1.xml><?xml version="1.0" encoding="utf-8"?>
<ds:datastoreItem xmlns:ds="http://schemas.openxmlformats.org/officeDocument/2006/customXml" ds:itemID="{FF802C9B-1749-423B-9EFB-1BDA3666EF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61ADD7-6F68-4066-82EC-B68A85561237}"/>
</file>

<file path=customXml/itemProps3.xml><?xml version="1.0" encoding="utf-8"?>
<ds:datastoreItem xmlns:ds="http://schemas.openxmlformats.org/officeDocument/2006/customXml" ds:itemID="{5517240D-03A3-453C-9FE4-692947D4D69D}">
  <ds:schemaRefs>
    <ds:schemaRef ds:uri="dba726d3-9bb0-4a6c-82fb-7da00d27a8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e53268d-be1b-4b5a-b9bf-e616a275efa9"/>
    <ds:schemaRef ds:uri="218d942a-1588-4b14-8e60-1455442023b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31</Slides>
  <Notes>29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revision>16</cp:revision>
  <cp:lastPrinted>2014-10-16T07:55:38Z</cp:lastPrinted>
  <dcterms:created xsi:type="dcterms:W3CDTF">2015-10-23T07:22:14Z</dcterms:created>
  <dcterms:modified xsi:type="dcterms:W3CDTF">2023-03-29T19:33:29Z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